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Arial Bold" panose="020B0704020202020204" pitchFamily="34" charset="0"/>
      <p:regular r:id="rId24"/>
      <p:bold r:id="rId25"/>
    </p:embeddedFont>
    <p:embeddedFont>
      <p:font typeface="Arial Bold Italics" panose="020B0704020202090204" pitchFamily="34" charset="0"/>
      <p:regular r:id="rId26"/>
      <p:bold r:id="rId27"/>
      <p:italic r:id="rId28"/>
      <p:boldItalic r:id="rId29"/>
    </p:embeddedFont>
    <p:embeddedFont>
      <p:font typeface="Arial Italics" panose="020B0604020202090204" pitchFamily="34" charset="0"/>
      <p:regular r:id="rId30"/>
      <p:italic r:id="rId31"/>
    </p:embeddedFont>
    <p:embeddedFont>
      <p:font typeface="Calibri (MS)" panose="020F0502020204030204" pitchFamily="34" charset="0"/>
      <p:regular r:id="rId32"/>
    </p:embeddedFont>
    <p:embeddedFont>
      <p:font typeface="Calibri (MS) Bold" panose="020F0702030404030204" pitchFamily="34" charset="0"/>
      <p:regular r:id="rId33"/>
      <p:bold r:id="rId34"/>
    </p:embeddedFont>
    <p:embeddedFont>
      <p:font typeface="Calibri (MS) Bold Italics" panose="020F07020304040A0204" pitchFamily="34" charset="0"/>
      <p:regular r:id="rId35"/>
      <p:bold r:id="rId36"/>
      <p:italic r:id="rId37"/>
      <p:boldItalic r:id="rId38"/>
    </p:embeddedFont>
    <p:embeddedFont>
      <p:font typeface="Calibri (MS) Italics" panose="020F05020202040A0204" pitchFamily="34" charset="0"/>
      <p:regular r:id="rId39"/>
      <p:italic r:id="rId40"/>
    </p:embeddedFont>
    <p:embeddedFont>
      <p:font typeface="Cambria Bold Italics" panose="020408030504060A0204" pitchFamily="18" charset="0"/>
      <p:regular r:id="rId41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44" autoAdjust="0"/>
    <p:restoredTop sz="94572" autoAdjust="0"/>
  </p:normalViewPr>
  <p:slideViewPr>
    <p:cSldViewPr>
      <p:cViewPr varScale="1">
        <p:scale>
          <a:sx n="65" d="100"/>
          <a:sy n="65" d="100"/>
        </p:scale>
        <p:origin x="264" y="2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font" Target="fonts/font19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font" Target="fonts/font20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hyperlink" Target="https://lashawnfofung.github.io/BeReal-RealProcess/" TargetMode="External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hyperlink" Target="https://claude.ai/artifact/QouixAtcmRQXoxXEiUsXg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jpe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png"/><Relationship Id="rId4" Type="http://schemas.openxmlformats.org/officeDocument/2006/relationships/image" Target="../media/image26.svg"/><Relationship Id="rId9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85756"/>
            <a:ext cx="4026689" cy="2104293"/>
            <a:chOff x="0" y="0"/>
            <a:chExt cx="5368919" cy="2805724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0"/>
              <a:ext cx="5250875" cy="1097280"/>
              <a:chOff x="0" y="0"/>
              <a:chExt cx="5250875" cy="109728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50"/>
                <a:ext cx="525087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955C53D-7D88-6D64-9E17-69CA50C8543E}"/>
              </a:ext>
            </a:extLst>
          </p:cNvPr>
          <p:cNvSpPr txBox="1"/>
          <p:nvPr/>
        </p:nvSpPr>
        <p:spPr>
          <a:xfrm>
            <a:off x="12641645" y="9253150"/>
            <a:ext cx="54975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chemeClr val="bg1"/>
                </a:solidFill>
                <a:effectLst/>
              </a:rPr>
              <a:t>Interactive Prototype: </a:t>
            </a:r>
            <a:r>
              <a:rPr lang="en-US" sz="1400" u="sng" dirty="0">
                <a:hlinkClick r:id="rId14"/>
              </a:rPr>
              <a:t>https://claude.ai/artifact/QouixAtcmRQXoxXEiUsXgm</a:t>
            </a:r>
            <a:endParaRPr lang="en-US" sz="1400" dirty="0"/>
          </a:p>
          <a:p>
            <a:pPr indent="0" algn="ctr">
              <a:buNone/>
            </a:pPr>
            <a:r>
              <a:rPr lang="en-US" sz="1400" b="0" i="0" dirty="0">
                <a:solidFill>
                  <a:schemeClr val="bg1"/>
                </a:solidFill>
                <a:effectLst/>
              </a:rPr>
              <a:t> or</a:t>
            </a:r>
          </a:p>
          <a:p>
            <a:pPr indent="0" algn="ctr">
              <a:buNone/>
            </a:pPr>
            <a:r>
              <a:rPr lang="en-US" sz="1400" b="1" u="sng" dirty="0">
                <a:hlinkClick r:id="rId15"/>
              </a:rPr>
              <a:t>https://lashawnfofung.github.io/BeReal-RealProcess/</a:t>
            </a:r>
            <a:endParaRPr lang="en-US" sz="1400" b="0" i="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482134"/>
            <a:ext cx="4390416" cy="8749748"/>
            <a:chOff x="0" y="-83408"/>
            <a:chExt cx="5853888" cy="11666331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-83408"/>
              <a:ext cx="5424694" cy="11447743"/>
              <a:chOff x="0" y="-47625"/>
              <a:chExt cx="1020757" cy="215410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997" y="16647"/>
                <a:ext cx="969760" cy="2089834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2289</Words>
  <Application>Microsoft Macintosh PowerPoint</Application>
  <PresentationFormat>Custom</PresentationFormat>
  <Paragraphs>735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Calibri (MS) Bold</vt:lpstr>
      <vt:lpstr>Calibri (MS) Bold Italics</vt:lpstr>
      <vt:lpstr>Calibri (MS)</vt:lpstr>
      <vt:lpstr>Arial</vt:lpstr>
      <vt:lpstr>Cambria Bold Italics</vt:lpstr>
      <vt:lpstr>Arial Bold Italics</vt:lpstr>
      <vt:lpstr>Calibri</vt:lpstr>
      <vt:lpstr>Arial Italics</vt:lpstr>
      <vt:lpstr>Arial Bold</vt:lpstr>
      <vt:lpstr>Calibri (MS)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15</cp:revision>
  <dcterms:created xsi:type="dcterms:W3CDTF">2006-08-16T00:00:00Z</dcterms:created>
  <dcterms:modified xsi:type="dcterms:W3CDTF">2026-10-21T06:14:56Z</dcterms:modified>
  <dc:identifier>DAHYal7pApo</dc:identifier>
</cp:coreProperties>
</file>