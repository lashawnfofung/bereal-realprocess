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Arial Bold" panose="020B0704020202020204" pitchFamily="34" charset="0"/>
      <p:regular r:id="rId24"/>
      <p:bold r:id="rId25"/>
    </p:embeddedFont>
    <p:embeddedFont>
      <p:font typeface="Arial Bold Italics" panose="020B0704020202090204" pitchFamily="34" charset="0"/>
      <p:regular r:id="rId26"/>
      <p:bold r:id="rId27"/>
      <p:italic r:id="rId28"/>
      <p:boldItalic r:id="rId29"/>
    </p:embeddedFont>
    <p:embeddedFont>
      <p:font typeface="Arial Italics" panose="020B0604020202090204" pitchFamily="34" charset="0"/>
      <p:regular r:id="rId30"/>
      <p:italic r:id="rId31"/>
    </p:embeddedFont>
    <p:embeddedFont>
      <p:font typeface="Calibri (MS)" panose="020F0502020204030204" pitchFamily="34" charset="0"/>
      <p:regular r:id="rId32"/>
    </p:embeddedFont>
    <p:embeddedFont>
      <p:font typeface="Calibri (MS) Bold" panose="020F0702030404030204" pitchFamily="34" charset="0"/>
      <p:regular r:id="rId33"/>
      <p:bold r:id="rId34"/>
    </p:embeddedFont>
    <p:embeddedFont>
      <p:font typeface="Calibri (MS) Bold Italics" panose="020F07020304040A0204" pitchFamily="34" charset="0"/>
      <p:regular r:id="rId35"/>
      <p:bold r:id="rId36"/>
      <p:italic r:id="rId37"/>
      <p:boldItalic r:id="rId38"/>
    </p:embeddedFont>
    <p:embeddedFont>
      <p:font typeface="Calibri (MS) Italics" panose="020F05020202040A0204" pitchFamily="34" charset="0"/>
      <p:regular r:id="rId39"/>
      <p:italic r:id="rId40"/>
    </p:embeddedFont>
    <p:embeddedFont>
      <p:font typeface="Cambria Bold Italics" panose="020408030504060A0204" pitchFamily="18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44" autoAdjust="0"/>
    <p:restoredTop sz="94599" autoAdjust="0"/>
  </p:normalViewPr>
  <p:slideViewPr>
    <p:cSldViewPr>
      <p:cViewPr varScale="1">
        <p:scale>
          <a:sx n="65" d="100"/>
          <a:sy n="65" d="100"/>
        </p:scale>
        <p:origin x="264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jpe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20.jpeg"/><Relationship Id="rId18" Type="http://schemas.openxmlformats.org/officeDocument/2006/relationships/image" Target="../media/image25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3.jpe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2.svg"/><Relationship Id="rId10" Type="http://schemas.openxmlformats.org/officeDocument/2006/relationships/image" Target="../media/image16.jpe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3" Type="http://schemas.openxmlformats.org/officeDocument/2006/relationships/image" Target="../media/image16.jpeg"/><Relationship Id="rId7" Type="http://schemas.openxmlformats.org/officeDocument/2006/relationships/image" Target="../media/image10.svg"/><Relationship Id="rId12" Type="http://schemas.openxmlformats.org/officeDocument/2006/relationships/image" Target="../media/image31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30.png"/><Relationship Id="rId5" Type="http://schemas.openxmlformats.org/officeDocument/2006/relationships/image" Target="../media/image26.svg"/><Relationship Id="rId10" Type="http://schemas.openxmlformats.org/officeDocument/2006/relationships/image" Target="../media/image29.svg"/><Relationship Id="rId4" Type="http://schemas.openxmlformats.org/officeDocument/2006/relationships/image" Target="../media/image11.svg"/><Relationship Id="rId9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svg"/><Relationship Id="rId18" Type="http://schemas.openxmlformats.org/officeDocument/2006/relationships/image" Target="../media/image40.svg"/><Relationship Id="rId26" Type="http://schemas.openxmlformats.org/officeDocument/2006/relationships/image" Target="../media/image48.svg"/><Relationship Id="rId39" Type="http://schemas.openxmlformats.org/officeDocument/2006/relationships/image" Target="../media/image61.svg"/><Relationship Id="rId21" Type="http://schemas.openxmlformats.org/officeDocument/2006/relationships/image" Target="../media/image43.svg"/><Relationship Id="rId34" Type="http://schemas.openxmlformats.org/officeDocument/2006/relationships/image" Target="../media/image56.svg"/><Relationship Id="rId42" Type="http://schemas.openxmlformats.org/officeDocument/2006/relationships/image" Target="../media/image64.svg"/><Relationship Id="rId7" Type="http://schemas.openxmlformats.org/officeDocument/2006/relationships/image" Target="../media/image13.svg"/><Relationship Id="rId2" Type="http://schemas.openxmlformats.org/officeDocument/2006/relationships/image" Target="../media/image3.jpeg"/><Relationship Id="rId16" Type="http://schemas.openxmlformats.org/officeDocument/2006/relationships/image" Target="../media/image38.svg"/><Relationship Id="rId20" Type="http://schemas.openxmlformats.org/officeDocument/2006/relationships/image" Target="../media/image42.svg"/><Relationship Id="rId29" Type="http://schemas.openxmlformats.org/officeDocument/2006/relationships/image" Target="../media/image51.svg"/><Relationship Id="rId41" Type="http://schemas.openxmlformats.org/officeDocument/2006/relationships/image" Target="../media/image6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24" Type="http://schemas.openxmlformats.org/officeDocument/2006/relationships/image" Target="../media/image46.svg"/><Relationship Id="rId32" Type="http://schemas.openxmlformats.org/officeDocument/2006/relationships/image" Target="../media/image54.svg"/><Relationship Id="rId37" Type="http://schemas.openxmlformats.org/officeDocument/2006/relationships/image" Target="../media/image59.svg"/><Relationship Id="rId40" Type="http://schemas.openxmlformats.org/officeDocument/2006/relationships/image" Target="../media/image62.svg"/><Relationship Id="rId5" Type="http://schemas.openxmlformats.org/officeDocument/2006/relationships/image" Target="../media/image11.svg"/><Relationship Id="rId15" Type="http://schemas.openxmlformats.org/officeDocument/2006/relationships/image" Target="../media/image37.svg"/><Relationship Id="rId23" Type="http://schemas.openxmlformats.org/officeDocument/2006/relationships/image" Target="../media/image45.svg"/><Relationship Id="rId28" Type="http://schemas.openxmlformats.org/officeDocument/2006/relationships/image" Target="../media/image50.svg"/><Relationship Id="rId36" Type="http://schemas.openxmlformats.org/officeDocument/2006/relationships/image" Target="../media/image58.svg"/><Relationship Id="rId10" Type="http://schemas.openxmlformats.org/officeDocument/2006/relationships/image" Target="../media/image16.jpeg"/><Relationship Id="rId19" Type="http://schemas.openxmlformats.org/officeDocument/2006/relationships/image" Target="../media/image41.svg"/><Relationship Id="rId31" Type="http://schemas.openxmlformats.org/officeDocument/2006/relationships/image" Target="../media/image53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36.svg"/><Relationship Id="rId22" Type="http://schemas.openxmlformats.org/officeDocument/2006/relationships/image" Target="../media/image44.svg"/><Relationship Id="rId27" Type="http://schemas.openxmlformats.org/officeDocument/2006/relationships/image" Target="../media/image49.svg"/><Relationship Id="rId30" Type="http://schemas.openxmlformats.org/officeDocument/2006/relationships/image" Target="../media/image52.svg"/><Relationship Id="rId35" Type="http://schemas.openxmlformats.org/officeDocument/2006/relationships/image" Target="../media/image57.svg"/><Relationship Id="rId43" Type="http://schemas.openxmlformats.org/officeDocument/2006/relationships/image" Target="../media/image65.png"/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12" Type="http://schemas.openxmlformats.org/officeDocument/2006/relationships/image" Target="../media/image18.svg"/><Relationship Id="rId17" Type="http://schemas.openxmlformats.org/officeDocument/2006/relationships/image" Target="../media/image39.png"/><Relationship Id="rId25" Type="http://schemas.openxmlformats.org/officeDocument/2006/relationships/image" Target="../media/image47.svg"/><Relationship Id="rId33" Type="http://schemas.openxmlformats.org/officeDocument/2006/relationships/image" Target="../media/image55.svg"/><Relationship Id="rId38" Type="http://schemas.openxmlformats.org/officeDocument/2006/relationships/image" Target="../media/image6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svg"/><Relationship Id="rId18" Type="http://schemas.openxmlformats.org/officeDocument/2006/relationships/image" Target="../media/image15.svg"/><Relationship Id="rId26" Type="http://schemas.openxmlformats.org/officeDocument/2006/relationships/image" Target="../media/image40.svg"/><Relationship Id="rId39" Type="http://schemas.openxmlformats.org/officeDocument/2006/relationships/image" Target="../media/image52.svg"/><Relationship Id="rId21" Type="http://schemas.openxmlformats.org/officeDocument/2006/relationships/image" Target="../media/image35.svg"/><Relationship Id="rId34" Type="http://schemas.openxmlformats.org/officeDocument/2006/relationships/image" Target="../media/image48.svg"/><Relationship Id="rId42" Type="http://schemas.openxmlformats.org/officeDocument/2006/relationships/image" Target="../media/image79.jpeg"/><Relationship Id="rId47" Type="http://schemas.openxmlformats.org/officeDocument/2006/relationships/image" Target="../media/image53.svg"/><Relationship Id="rId50" Type="http://schemas.openxmlformats.org/officeDocument/2006/relationships/image" Target="../media/image56.svg"/><Relationship Id="rId55" Type="http://schemas.openxmlformats.org/officeDocument/2006/relationships/image" Target="../media/image61.svg"/><Relationship Id="rId7" Type="http://schemas.openxmlformats.org/officeDocument/2006/relationships/image" Target="../media/image11.svg"/><Relationship Id="rId2" Type="http://schemas.openxmlformats.org/officeDocument/2006/relationships/image" Target="../media/image3.jpeg"/><Relationship Id="rId16" Type="http://schemas.openxmlformats.org/officeDocument/2006/relationships/image" Target="../media/image13.svg"/><Relationship Id="rId29" Type="http://schemas.openxmlformats.org/officeDocument/2006/relationships/image" Target="../media/image43.svg"/><Relationship Id="rId11" Type="http://schemas.openxmlformats.org/officeDocument/2006/relationships/image" Target="../media/image17.svg"/><Relationship Id="rId24" Type="http://schemas.openxmlformats.org/officeDocument/2006/relationships/image" Target="../media/image38.svg"/><Relationship Id="rId32" Type="http://schemas.openxmlformats.org/officeDocument/2006/relationships/image" Target="../media/image46.svg"/><Relationship Id="rId37" Type="http://schemas.openxmlformats.org/officeDocument/2006/relationships/image" Target="../media/image51.svg"/><Relationship Id="rId40" Type="http://schemas.openxmlformats.org/officeDocument/2006/relationships/image" Target="../media/image77.jpeg"/><Relationship Id="rId45" Type="http://schemas.openxmlformats.org/officeDocument/2006/relationships/image" Target="../media/image82.jpeg"/><Relationship Id="rId53" Type="http://schemas.openxmlformats.org/officeDocument/2006/relationships/image" Target="../media/image59.svg"/><Relationship Id="rId5" Type="http://schemas.openxmlformats.org/officeDocument/2006/relationships/image" Target="../media/image71.svg"/><Relationship Id="rId19" Type="http://schemas.openxmlformats.org/officeDocument/2006/relationships/image" Target="../media/image16.jpeg"/><Relationship Id="rId4" Type="http://schemas.openxmlformats.org/officeDocument/2006/relationships/image" Target="../media/image70.svg"/><Relationship Id="rId9" Type="http://schemas.openxmlformats.org/officeDocument/2006/relationships/image" Target="../media/image74.jpeg"/><Relationship Id="rId14" Type="http://schemas.openxmlformats.org/officeDocument/2006/relationships/image" Target="../media/image10.svg"/><Relationship Id="rId22" Type="http://schemas.openxmlformats.org/officeDocument/2006/relationships/image" Target="../media/image36.svg"/><Relationship Id="rId27" Type="http://schemas.openxmlformats.org/officeDocument/2006/relationships/image" Target="../media/image41.svg"/><Relationship Id="rId30" Type="http://schemas.openxmlformats.org/officeDocument/2006/relationships/image" Target="../media/image44.svg"/><Relationship Id="rId35" Type="http://schemas.openxmlformats.org/officeDocument/2006/relationships/image" Target="../media/image49.svg"/><Relationship Id="rId43" Type="http://schemas.openxmlformats.org/officeDocument/2006/relationships/image" Target="../media/image80.jpeg"/><Relationship Id="rId48" Type="http://schemas.openxmlformats.org/officeDocument/2006/relationships/image" Target="../media/image54.svg"/><Relationship Id="rId56" Type="http://schemas.openxmlformats.org/officeDocument/2006/relationships/image" Target="../media/image84.jpeg"/><Relationship Id="rId8" Type="http://schemas.openxmlformats.org/officeDocument/2006/relationships/image" Target="../media/image73.svg"/><Relationship Id="rId51" Type="http://schemas.openxmlformats.org/officeDocument/2006/relationships/image" Target="../media/image57.svg"/><Relationship Id="rId3" Type="http://schemas.openxmlformats.org/officeDocument/2006/relationships/image" Target="../media/image69.jpeg"/><Relationship Id="rId12" Type="http://schemas.openxmlformats.org/officeDocument/2006/relationships/image" Target="../media/image76.png"/><Relationship Id="rId17" Type="http://schemas.openxmlformats.org/officeDocument/2006/relationships/image" Target="../media/image14.svg"/><Relationship Id="rId25" Type="http://schemas.openxmlformats.org/officeDocument/2006/relationships/image" Target="../media/image39.png"/><Relationship Id="rId33" Type="http://schemas.openxmlformats.org/officeDocument/2006/relationships/image" Target="../media/image47.svg"/><Relationship Id="rId38" Type="http://schemas.openxmlformats.org/officeDocument/2006/relationships/image" Target="../media/image62.svg"/><Relationship Id="rId46" Type="http://schemas.openxmlformats.org/officeDocument/2006/relationships/image" Target="../media/image83.jpeg"/><Relationship Id="rId20" Type="http://schemas.openxmlformats.org/officeDocument/2006/relationships/image" Target="../media/image18.svg"/><Relationship Id="rId41" Type="http://schemas.openxmlformats.org/officeDocument/2006/relationships/image" Target="../media/image78.jpeg"/><Relationship Id="rId54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svg"/><Relationship Id="rId15" Type="http://schemas.openxmlformats.org/officeDocument/2006/relationships/image" Target="../media/image12.svg"/><Relationship Id="rId23" Type="http://schemas.openxmlformats.org/officeDocument/2006/relationships/image" Target="../media/image37.svg"/><Relationship Id="rId28" Type="http://schemas.openxmlformats.org/officeDocument/2006/relationships/image" Target="../media/image42.svg"/><Relationship Id="rId36" Type="http://schemas.openxmlformats.org/officeDocument/2006/relationships/image" Target="../media/image50.svg"/><Relationship Id="rId49" Type="http://schemas.openxmlformats.org/officeDocument/2006/relationships/image" Target="../media/image55.svg"/><Relationship Id="rId57" Type="http://schemas.openxmlformats.org/officeDocument/2006/relationships/image" Target="../media/image85.jpeg"/><Relationship Id="rId10" Type="http://schemas.openxmlformats.org/officeDocument/2006/relationships/image" Target="../media/image75.jpeg"/><Relationship Id="rId31" Type="http://schemas.openxmlformats.org/officeDocument/2006/relationships/image" Target="../media/image45.svg"/><Relationship Id="rId44" Type="http://schemas.openxmlformats.org/officeDocument/2006/relationships/image" Target="../media/image81.jpeg"/><Relationship Id="rId52" Type="http://schemas.openxmlformats.org/officeDocument/2006/relationships/image" Target="../media/image58.sv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svg"/><Relationship Id="rId18" Type="http://schemas.openxmlformats.org/officeDocument/2006/relationships/image" Target="../media/image80.jpeg"/><Relationship Id="rId26" Type="http://schemas.openxmlformats.org/officeDocument/2006/relationships/image" Target="../media/image93.jpeg"/><Relationship Id="rId39" Type="http://schemas.openxmlformats.org/officeDocument/2006/relationships/image" Target="../media/image45.svg"/><Relationship Id="rId21" Type="http://schemas.openxmlformats.org/officeDocument/2006/relationships/image" Target="../media/image40.svg"/><Relationship Id="rId34" Type="http://schemas.openxmlformats.org/officeDocument/2006/relationships/image" Target="../media/image36.svg"/><Relationship Id="rId42" Type="http://schemas.openxmlformats.org/officeDocument/2006/relationships/image" Target="../media/image96.jpeg"/><Relationship Id="rId47" Type="http://schemas.openxmlformats.org/officeDocument/2006/relationships/image" Target="../media/image99.jpeg"/><Relationship Id="rId50" Type="http://schemas.openxmlformats.org/officeDocument/2006/relationships/image" Target="../media/image102.jpeg"/><Relationship Id="rId7" Type="http://schemas.openxmlformats.org/officeDocument/2006/relationships/image" Target="../media/image13.svg"/><Relationship Id="rId2" Type="http://schemas.openxmlformats.org/officeDocument/2006/relationships/image" Target="../media/image3.jpeg"/><Relationship Id="rId16" Type="http://schemas.openxmlformats.org/officeDocument/2006/relationships/image" Target="../media/image83.jpeg"/><Relationship Id="rId29" Type="http://schemas.openxmlformats.org/officeDocument/2006/relationships/image" Target="../media/image49.svg"/><Relationship Id="rId11" Type="http://schemas.openxmlformats.org/officeDocument/2006/relationships/image" Target="../media/image17.svg"/><Relationship Id="rId24" Type="http://schemas.openxmlformats.org/officeDocument/2006/relationships/image" Target="../media/image42.svg"/><Relationship Id="rId32" Type="http://schemas.openxmlformats.org/officeDocument/2006/relationships/image" Target="../media/image94.jpeg"/><Relationship Id="rId37" Type="http://schemas.openxmlformats.org/officeDocument/2006/relationships/image" Target="../media/image95.jpeg"/><Relationship Id="rId40" Type="http://schemas.openxmlformats.org/officeDocument/2006/relationships/image" Target="../media/image46.svg"/><Relationship Id="rId45" Type="http://schemas.openxmlformats.org/officeDocument/2006/relationships/image" Target="../media/image97.jpeg"/><Relationship Id="rId5" Type="http://schemas.openxmlformats.org/officeDocument/2006/relationships/image" Target="../media/image11.svg"/><Relationship Id="rId15" Type="http://schemas.openxmlformats.org/officeDocument/2006/relationships/image" Target="../media/image90.svg"/><Relationship Id="rId23" Type="http://schemas.openxmlformats.org/officeDocument/2006/relationships/image" Target="../media/image37.svg"/><Relationship Id="rId28" Type="http://schemas.openxmlformats.org/officeDocument/2006/relationships/image" Target="../media/image48.svg"/><Relationship Id="rId36" Type="http://schemas.openxmlformats.org/officeDocument/2006/relationships/image" Target="../media/image39.png"/><Relationship Id="rId49" Type="http://schemas.openxmlformats.org/officeDocument/2006/relationships/image" Target="../media/image101.png"/><Relationship Id="rId10" Type="http://schemas.openxmlformats.org/officeDocument/2006/relationships/image" Target="../media/image86.svg"/><Relationship Id="rId19" Type="http://schemas.openxmlformats.org/officeDocument/2006/relationships/image" Target="../media/image91.svg"/><Relationship Id="rId31" Type="http://schemas.openxmlformats.org/officeDocument/2006/relationships/image" Target="../media/image51.svg"/><Relationship Id="rId44" Type="http://schemas.openxmlformats.org/officeDocument/2006/relationships/image" Target="../media/image79.jpeg"/><Relationship Id="rId4" Type="http://schemas.openxmlformats.org/officeDocument/2006/relationships/image" Target="../media/image10.svg"/><Relationship Id="rId9" Type="http://schemas.openxmlformats.org/officeDocument/2006/relationships/image" Target="../media/image16.jpeg"/><Relationship Id="rId14" Type="http://schemas.openxmlformats.org/officeDocument/2006/relationships/image" Target="../media/image89.svg"/><Relationship Id="rId22" Type="http://schemas.openxmlformats.org/officeDocument/2006/relationships/image" Target="../media/image41.svg"/><Relationship Id="rId27" Type="http://schemas.openxmlformats.org/officeDocument/2006/relationships/image" Target="../media/image82.jpeg"/><Relationship Id="rId30" Type="http://schemas.openxmlformats.org/officeDocument/2006/relationships/image" Target="../media/image50.svg"/><Relationship Id="rId35" Type="http://schemas.openxmlformats.org/officeDocument/2006/relationships/image" Target="../media/image38.svg"/><Relationship Id="rId43" Type="http://schemas.openxmlformats.org/officeDocument/2006/relationships/image" Target="../media/image81.jpeg"/><Relationship Id="rId48" Type="http://schemas.openxmlformats.org/officeDocument/2006/relationships/image" Target="../media/image100.jpeg"/><Relationship Id="rId8" Type="http://schemas.openxmlformats.org/officeDocument/2006/relationships/image" Target="../media/image14.svg"/><Relationship Id="rId51" Type="http://schemas.openxmlformats.org/officeDocument/2006/relationships/image" Target="../media/image78.jpeg"/><Relationship Id="rId3" Type="http://schemas.openxmlformats.org/officeDocument/2006/relationships/image" Target="../media/image9.svg"/><Relationship Id="rId12" Type="http://schemas.openxmlformats.org/officeDocument/2006/relationships/image" Target="../media/image87.svg"/><Relationship Id="rId17" Type="http://schemas.openxmlformats.org/officeDocument/2006/relationships/image" Target="../media/image77.jpeg"/><Relationship Id="rId25" Type="http://schemas.openxmlformats.org/officeDocument/2006/relationships/image" Target="../media/image43.svg"/><Relationship Id="rId33" Type="http://schemas.openxmlformats.org/officeDocument/2006/relationships/image" Target="../media/image35.svg"/><Relationship Id="rId38" Type="http://schemas.openxmlformats.org/officeDocument/2006/relationships/image" Target="../media/image44.svg"/><Relationship Id="rId46" Type="http://schemas.openxmlformats.org/officeDocument/2006/relationships/image" Target="../media/image98.jpeg"/><Relationship Id="rId20" Type="http://schemas.openxmlformats.org/officeDocument/2006/relationships/image" Target="../media/image92.jpeg"/><Relationship Id="rId41" Type="http://schemas.openxmlformats.org/officeDocument/2006/relationships/image" Target="../media/image4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78.jpeg"/><Relationship Id="rId7" Type="http://schemas.openxmlformats.org/officeDocument/2006/relationships/image" Target="../media/image111.svg"/><Relationship Id="rId12" Type="http://schemas.openxmlformats.org/officeDocument/2006/relationships/image" Target="../media/image115.jp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svg"/><Relationship Id="rId11" Type="http://schemas.openxmlformats.org/officeDocument/2006/relationships/image" Target="../media/image114.svg"/><Relationship Id="rId5" Type="http://schemas.openxmlformats.org/officeDocument/2006/relationships/image" Target="../media/image109.svg"/><Relationship Id="rId10" Type="http://schemas.openxmlformats.org/officeDocument/2006/relationships/image" Target="../media/image113.svg"/><Relationship Id="rId4" Type="http://schemas.openxmlformats.org/officeDocument/2006/relationships/image" Target="../media/image79.jpeg"/><Relationship Id="rId9" Type="http://schemas.openxmlformats.org/officeDocument/2006/relationships/image" Target="../media/image112.jp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svg"/><Relationship Id="rId18" Type="http://schemas.openxmlformats.org/officeDocument/2006/relationships/image" Target="../media/image123.svg"/><Relationship Id="rId26" Type="http://schemas.openxmlformats.org/officeDocument/2006/relationships/image" Target="../media/image35.svg"/><Relationship Id="rId39" Type="http://schemas.openxmlformats.org/officeDocument/2006/relationships/image" Target="../media/image48.svg"/><Relationship Id="rId21" Type="http://schemas.openxmlformats.org/officeDocument/2006/relationships/image" Target="../media/image126.svg"/><Relationship Id="rId34" Type="http://schemas.openxmlformats.org/officeDocument/2006/relationships/image" Target="../media/image43.svg"/><Relationship Id="rId42" Type="http://schemas.openxmlformats.org/officeDocument/2006/relationships/image" Target="../media/image51.svg"/><Relationship Id="rId47" Type="http://schemas.openxmlformats.org/officeDocument/2006/relationships/image" Target="../media/image57.svg"/><Relationship Id="rId50" Type="http://schemas.openxmlformats.org/officeDocument/2006/relationships/image" Target="../media/image60.svg"/><Relationship Id="rId7" Type="http://schemas.openxmlformats.org/officeDocument/2006/relationships/image" Target="../media/image16.jpeg"/><Relationship Id="rId2" Type="http://schemas.openxmlformats.org/officeDocument/2006/relationships/image" Target="../media/image3.jpeg"/><Relationship Id="rId16" Type="http://schemas.openxmlformats.org/officeDocument/2006/relationships/image" Target="../media/image121.svg"/><Relationship Id="rId29" Type="http://schemas.openxmlformats.org/officeDocument/2006/relationships/image" Target="../media/image38.svg"/><Relationship Id="rId11" Type="http://schemas.openxmlformats.org/officeDocument/2006/relationships/image" Target="../media/image116.png"/><Relationship Id="rId24" Type="http://schemas.openxmlformats.org/officeDocument/2006/relationships/image" Target="../media/image27.svg"/><Relationship Id="rId32" Type="http://schemas.openxmlformats.org/officeDocument/2006/relationships/image" Target="../media/image41.svg"/><Relationship Id="rId37" Type="http://schemas.openxmlformats.org/officeDocument/2006/relationships/image" Target="../media/image46.svg"/><Relationship Id="rId40" Type="http://schemas.openxmlformats.org/officeDocument/2006/relationships/image" Target="../media/image49.svg"/><Relationship Id="rId45" Type="http://schemas.openxmlformats.org/officeDocument/2006/relationships/image" Target="../media/image55.svg"/><Relationship Id="rId53" Type="http://schemas.openxmlformats.org/officeDocument/2006/relationships/image" Target="../media/image131.png"/><Relationship Id="rId5" Type="http://schemas.openxmlformats.org/officeDocument/2006/relationships/image" Target="../media/image14.svg"/><Relationship Id="rId10" Type="http://schemas.openxmlformats.org/officeDocument/2006/relationships/image" Target="../media/image28.svg"/><Relationship Id="rId19" Type="http://schemas.openxmlformats.org/officeDocument/2006/relationships/image" Target="../media/image124.svg"/><Relationship Id="rId31" Type="http://schemas.openxmlformats.org/officeDocument/2006/relationships/image" Target="../media/image40.svg"/><Relationship Id="rId44" Type="http://schemas.openxmlformats.org/officeDocument/2006/relationships/image" Target="../media/image54.svg"/><Relationship Id="rId52" Type="http://schemas.openxmlformats.org/officeDocument/2006/relationships/image" Target="../media/image130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Relationship Id="rId14" Type="http://schemas.openxmlformats.org/officeDocument/2006/relationships/image" Target="../media/image119.svg"/><Relationship Id="rId22" Type="http://schemas.openxmlformats.org/officeDocument/2006/relationships/image" Target="../media/image127.sv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43" Type="http://schemas.openxmlformats.org/officeDocument/2006/relationships/image" Target="../media/image53.svg"/><Relationship Id="rId48" Type="http://schemas.openxmlformats.org/officeDocument/2006/relationships/image" Target="../media/image58.svg"/><Relationship Id="rId8" Type="http://schemas.openxmlformats.org/officeDocument/2006/relationships/image" Target="../media/image17.svg"/><Relationship Id="rId51" Type="http://schemas.openxmlformats.org/officeDocument/2006/relationships/image" Target="../media/image61.svg"/><Relationship Id="rId3" Type="http://schemas.openxmlformats.org/officeDocument/2006/relationships/image" Target="../media/image9.svg"/><Relationship Id="rId12" Type="http://schemas.openxmlformats.org/officeDocument/2006/relationships/image" Target="../media/image117.svg"/><Relationship Id="rId17" Type="http://schemas.openxmlformats.org/officeDocument/2006/relationships/image" Target="../media/image122.svg"/><Relationship Id="rId25" Type="http://schemas.openxmlformats.org/officeDocument/2006/relationships/image" Target="../media/image129.svg"/><Relationship Id="rId33" Type="http://schemas.openxmlformats.org/officeDocument/2006/relationships/image" Target="../media/image42.svg"/><Relationship Id="rId38" Type="http://schemas.openxmlformats.org/officeDocument/2006/relationships/image" Target="../media/image47.svg"/><Relationship Id="rId46" Type="http://schemas.openxmlformats.org/officeDocument/2006/relationships/image" Target="../media/image56.svg"/><Relationship Id="rId20" Type="http://schemas.openxmlformats.org/officeDocument/2006/relationships/image" Target="../media/image125.svg"/><Relationship Id="rId41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5" Type="http://schemas.openxmlformats.org/officeDocument/2006/relationships/image" Target="../media/image120.svg"/><Relationship Id="rId23" Type="http://schemas.openxmlformats.org/officeDocument/2006/relationships/image" Target="../media/image128.svg"/><Relationship Id="rId28" Type="http://schemas.openxmlformats.org/officeDocument/2006/relationships/image" Target="../media/image37.svg"/><Relationship Id="rId36" Type="http://schemas.openxmlformats.org/officeDocument/2006/relationships/image" Target="../media/image45.svg"/><Relationship Id="rId49" Type="http://schemas.openxmlformats.org/officeDocument/2006/relationships/image" Target="../media/image5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10164" y="3358496"/>
            <a:ext cx="4018673" cy="5289080"/>
            <a:chOff x="0" y="0"/>
            <a:chExt cx="4720590" cy="6212891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4720590" cy="6212967"/>
            </a:xfrm>
            <a:custGeom>
              <a:avLst/>
              <a:gdLst/>
              <a:ahLst/>
              <a:cxnLst/>
              <a:rect l="l" t="t" r="r" b="b"/>
              <a:pathLst>
                <a:path w="4720590" h="6212967">
                  <a:moveTo>
                    <a:pt x="4720590" y="259207"/>
                  </a:moveTo>
                  <a:cubicBezTo>
                    <a:pt x="4720590" y="116078"/>
                    <a:pt x="4604512" y="0"/>
                    <a:pt x="4461383" y="0"/>
                  </a:cubicBezTo>
                  <a:lnTo>
                    <a:pt x="259207" y="0"/>
                  </a:lnTo>
                  <a:cubicBezTo>
                    <a:pt x="116078" y="0"/>
                    <a:pt x="0" y="116078"/>
                    <a:pt x="0" y="259207"/>
                  </a:cubicBezTo>
                  <a:lnTo>
                    <a:pt x="0" y="5953760"/>
                  </a:lnTo>
                  <a:cubicBezTo>
                    <a:pt x="0" y="6096889"/>
                    <a:pt x="116078" y="6212967"/>
                    <a:pt x="259207" y="6212967"/>
                  </a:cubicBezTo>
                  <a:lnTo>
                    <a:pt x="4461383" y="6212967"/>
                  </a:lnTo>
                  <a:cubicBezTo>
                    <a:pt x="4604512" y="6212840"/>
                    <a:pt x="4720590" y="6096889"/>
                    <a:pt x="4720590" y="5953760"/>
                  </a:cubicBezTo>
                  <a:close/>
                </a:path>
              </a:pathLst>
            </a:custGeom>
            <a:blipFill>
              <a:blip r:embed="rId3"/>
              <a:stretch>
                <a:fillRect l="-850" r="-850"/>
              </a:stretch>
            </a:blipFill>
            <a:ln w="42862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13205" y="3840088"/>
            <a:ext cx="2048841" cy="1878040"/>
            <a:chOff x="0" y="0"/>
            <a:chExt cx="2406699" cy="22060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6664" cy="2206117"/>
            </a:xfrm>
            <a:custGeom>
              <a:avLst/>
              <a:gdLst/>
              <a:ahLst/>
              <a:cxnLst/>
              <a:rect l="l" t="t" r="r" b="b"/>
              <a:pathLst>
                <a:path w="2406664" h="2206117">
                  <a:moveTo>
                    <a:pt x="0" y="189103"/>
                  </a:moveTo>
                  <a:cubicBezTo>
                    <a:pt x="0" y="84709"/>
                    <a:pt x="117437" y="0"/>
                    <a:pt x="262164" y="0"/>
                  </a:cubicBezTo>
                  <a:lnTo>
                    <a:pt x="2144500" y="0"/>
                  </a:lnTo>
                  <a:cubicBezTo>
                    <a:pt x="2289227" y="0"/>
                    <a:pt x="2406664" y="84709"/>
                    <a:pt x="2406664" y="189103"/>
                  </a:cubicBezTo>
                  <a:lnTo>
                    <a:pt x="2406664" y="2017014"/>
                  </a:lnTo>
                  <a:cubicBezTo>
                    <a:pt x="2406664" y="2121408"/>
                    <a:pt x="2289227" y="2206117"/>
                    <a:pt x="2144500" y="2206117"/>
                  </a:cubicBezTo>
                  <a:lnTo>
                    <a:pt x="262164" y="2206117"/>
                  </a:lnTo>
                  <a:cubicBezTo>
                    <a:pt x="117437" y="2206117"/>
                    <a:pt x="0" y="2121408"/>
                    <a:pt x="0" y="2017014"/>
                  </a:cubicBezTo>
                  <a:close/>
                </a:path>
              </a:pathLst>
            </a:custGeom>
            <a:blipFill>
              <a:blip r:embed="rId4"/>
              <a:stretch>
                <a:fillRect l="-10399" r="-10399"/>
              </a:stretch>
            </a:blipFill>
            <a:ln w="42862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01502" y="3358496"/>
            <a:ext cx="9172471" cy="548640"/>
            <a:chOff x="0" y="0"/>
            <a:chExt cx="12229962" cy="731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229962" cy="731520"/>
            </a:xfrm>
            <a:custGeom>
              <a:avLst/>
              <a:gdLst/>
              <a:ahLst/>
              <a:cxnLst/>
              <a:rect l="l" t="t" r="r" b="b"/>
              <a:pathLst>
                <a:path w="12229962" h="731520">
                  <a:moveTo>
                    <a:pt x="0" y="0"/>
                  </a:moveTo>
                  <a:lnTo>
                    <a:pt x="12229962" y="0"/>
                  </a:lnTo>
                  <a:lnTo>
                    <a:pt x="1222996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9700" r="-19627" b="-3397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2229962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UI/UX DESIGN | PRODUCT MANAGEMENT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44174" y="3829314"/>
            <a:ext cx="10892310" cy="2487364"/>
            <a:chOff x="0" y="0"/>
            <a:chExt cx="14523080" cy="33164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23079" cy="3316486"/>
            </a:xfrm>
            <a:custGeom>
              <a:avLst/>
              <a:gdLst/>
              <a:ahLst/>
              <a:cxnLst/>
              <a:rect l="l" t="t" r="r" b="b"/>
              <a:pathLst>
                <a:path w="14523079" h="3316486">
                  <a:moveTo>
                    <a:pt x="0" y="0"/>
                  </a:moveTo>
                  <a:lnTo>
                    <a:pt x="14523079" y="0"/>
                  </a:lnTo>
                  <a:lnTo>
                    <a:pt x="14523079" y="3316486"/>
                  </a:lnTo>
                  <a:lnTo>
                    <a:pt x="0" y="331648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5202" r="-19627" b="-489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4523080" cy="3364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00"/>
                </a:lnSpc>
              </a:pPr>
              <a:r>
                <a:rPr lang="en-US" sz="12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01502" y="6101696"/>
            <a:ext cx="9860407" cy="822960"/>
            <a:chOff x="0" y="0"/>
            <a:chExt cx="13147209" cy="10972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47210" cy="1097280"/>
            </a:xfrm>
            <a:custGeom>
              <a:avLst/>
              <a:gdLst/>
              <a:ahLst/>
              <a:cxnLst/>
              <a:rect l="l" t="t" r="r" b="b"/>
              <a:pathLst>
                <a:path w="13147210" h="1097280">
                  <a:moveTo>
                    <a:pt x="0" y="0"/>
                  </a:moveTo>
                  <a:lnTo>
                    <a:pt x="13147210" y="0"/>
                  </a:lnTo>
                  <a:lnTo>
                    <a:pt x="1314721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9285" r="-19627" b="-2292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3147209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i="1">
                  <a:solidFill>
                    <a:srgbClr val="93A9C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BeReal Passport And Community Boards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7189556" y="7184680"/>
            <a:ext cx="2317001" cy="28592"/>
          </a:xfrm>
          <a:prstGeom prst="line">
            <a:avLst/>
          </a:prstGeom>
          <a:ln w="19050" cap="rnd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7201502" y="7473296"/>
            <a:ext cx="6879354" cy="480060"/>
            <a:chOff x="0" y="0"/>
            <a:chExt cx="9172471" cy="6400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72471" cy="640080"/>
            </a:xfrm>
            <a:custGeom>
              <a:avLst/>
              <a:gdLst/>
              <a:ahLst/>
              <a:cxnLst/>
              <a:rect l="l" t="t" r="r" b="b"/>
              <a:pathLst>
                <a:path w="9172471" h="640080">
                  <a:moveTo>
                    <a:pt x="0" y="0"/>
                  </a:moveTo>
                  <a:lnTo>
                    <a:pt x="9172471" y="0"/>
                  </a:lnTo>
                  <a:lnTo>
                    <a:pt x="917247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84029" r="-19627" b="-2840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9172471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Enhancement Proposal •  2026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161514" y="1605934"/>
            <a:ext cx="4515973" cy="1030206"/>
          </a:xfrm>
          <a:custGeom>
            <a:avLst/>
            <a:gdLst/>
            <a:ahLst/>
            <a:cxnLst/>
            <a:rect l="l" t="t" r="r" b="b"/>
            <a:pathLst>
              <a:path w="4515973" h="1030206">
                <a:moveTo>
                  <a:pt x="0" y="0"/>
                </a:moveTo>
                <a:lnTo>
                  <a:pt x="4515973" y="0"/>
                </a:lnTo>
                <a:lnTo>
                  <a:pt x="4515973" y="1030206"/>
                </a:lnTo>
                <a:lnTo>
                  <a:pt x="0" y="1030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7201502" y="8201006"/>
            <a:ext cx="6879354" cy="480060"/>
            <a:chOff x="0" y="0"/>
            <a:chExt cx="9172471" cy="640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72471" cy="640080"/>
            </a:xfrm>
            <a:custGeom>
              <a:avLst/>
              <a:gdLst/>
              <a:ahLst/>
              <a:cxnLst/>
              <a:rect l="l" t="t" r="r" b="b"/>
              <a:pathLst>
                <a:path w="9172471" h="640080">
                  <a:moveTo>
                    <a:pt x="0" y="0"/>
                  </a:moveTo>
                  <a:lnTo>
                    <a:pt x="9172471" y="0"/>
                  </a:lnTo>
                  <a:lnTo>
                    <a:pt x="917247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84029" r="-19627" b="-2840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172471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Presented by Lashawn Fofung, MBA, PMP, CSM, CSPO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AGENDA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124712"/>
            <a:ext cx="14401800" cy="1303020"/>
            <a:chOff x="0" y="0"/>
            <a:chExt cx="19202400" cy="1737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02400" cy="1737360"/>
            </a:xfrm>
            <a:custGeom>
              <a:avLst/>
              <a:gdLst/>
              <a:ahLst/>
              <a:cxnLst/>
              <a:rect l="l" t="t" r="r" b="b"/>
              <a:pathLst>
                <a:path w="19202400" h="173736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360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920240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00"/>
                </a:lnSpc>
              </a:pPr>
              <a:r>
                <a:rPr lang="en-US" sz="4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we'll cover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655570"/>
            <a:ext cx="1234440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93A9C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331720" y="2702052"/>
            <a:ext cx="6309360" cy="557752"/>
            <a:chOff x="0" y="0"/>
            <a:chExt cx="8412480" cy="7436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12480" cy="743669"/>
            </a:xfrm>
            <a:custGeom>
              <a:avLst/>
              <a:gdLst/>
              <a:ahLst/>
              <a:cxnLst/>
              <a:rect l="l" t="t" r="r" b="b"/>
              <a:pathLst>
                <a:path w="8412480" h="743669">
                  <a:moveTo>
                    <a:pt x="0" y="0"/>
                  </a:moveTo>
                  <a:lnTo>
                    <a:pt x="8412480" y="0"/>
                  </a:lnTo>
                  <a:lnTo>
                    <a:pt x="8412480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234" b="-1696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8412480" cy="762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31720" y="3250692"/>
            <a:ext cx="9464040" cy="548640"/>
            <a:chOff x="0" y="0"/>
            <a:chExt cx="1261872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18720" cy="731520"/>
            </a:xfrm>
            <a:custGeom>
              <a:avLst/>
              <a:gdLst/>
              <a:ahLst/>
              <a:cxnLst/>
              <a:rect l="l" t="t" r="r" b="b"/>
              <a:pathLst>
                <a:path w="12618720" h="7315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116" b="-2861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26187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C7C7"/>
                  </a:solidFill>
                  <a:latin typeface="Arial"/>
                  <a:ea typeface="Arial"/>
                  <a:cs typeface="Arial"/>
                  <a:sym typeface="Arial"/>
                </a:rPr>
                <a:t>Driving Authentic Daily Engagement &amp; Long-Term Retention on BeReal.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19171" y="3830988"/>
            <a:ext cx="15106648" cy="18984"/>
          </a:xfrm>
          <a:prstGeom prst="line">
            <a:avLst/>
          </a:prstGeom>
          <a:ln w="9525" cap="rnd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4027170"/>
            <a:ext cx="1234440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93A9C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331720" y="4073652"/>
            <a:ext cx="6309360" cy="557752"/>
            <a:chOff x="0" y="0"/>
            <a:chExt cx="8412480" cy="7436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12480" cy="743669"/>
            </a:xfrm>
            <a:custGeom>
              <a:avLst/>
              <a:gdLst/>
              <a:ahLst/>
              <a:cxnLst/>
              <a:rect l="l" t="t" r="r" b="b"/>
              <a:pathLst>
                <a:path w="8412480" h="743669">
                  <a:moveTo>
                    <a:pt x="0" y="0"/>
                  </a:moveTo>
                  <a:lnTo>
                    <a:pt x="8412480" y="0"/>
                  </a:lnTo>
                  <a:lnTo>
                    <a:pt x="8412480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234" b="-1696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412480" cy="762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User Flow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31720" y="4622292"/>
            <a:ext cx="9464040" cy="548640"/>
            <a:chOff x="0" y="0"/>
            <a:chExt cx="1261872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18720" cy="731520"/>
            </a:xfrm>
            <a:custGeom>
              <a:avLst/>
              <a:gdLst/>
              <a:ahLst/>
              <a:cxnLst/>
              <a:rect l="l" t="t" r="r" b="b"/>
              <a:pathLst>
                <a:path w="12618720" h="7315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116" b="-2861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26187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C7C7"/>
                  </a:solidFill>
                  <a:latin typeface="Arial"/>
                  <a:ea typeface="Arial"/>
                  <a:cs typeface="Arial"/>
                  <a:sym typeface="Arial"/>
                </a:rPr>
                <a:t>Seven screens, one habit loop.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019171" y="5202588"/>
            <a:ext cx="15106648" cy="18984"/>
          </a:xfrm>
          <a:prstGeom prst="line">
            <a:avLst/>
          </a:prstGeom>
          <a:ln w="9525" cap="rnd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5398770"/>
            <a:ext cx="1234440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93A9C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331720" y="5445252"/>
            <a:ext cx="6309360" cy="557752"/>
            <a:chOff x="0" y="0"/>
            <a:chExt cx="8412480" cy="7436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412480" cy="743669"/>
            </a:xfrm>
            <a:custGeom>
              <a:avLst/>
              <a:gdLst/>
              <a:ahLst/>
              <a:cxnLst/>
              <a:rect l="l" t="t" r="r" b="b"/>
              <a:pathLst>
                <a:path w="8412480" h="743669">
                  <a:moveTo>
                    <a:pt x="0" y="0"/>
                  </a:moveTo>
                  <a:lnTo>
                    <a:pt x="8412480" y="0"/>
                  </a:lnTo>
                  <a:lnTo>
                    <a:pt x="8412480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234" b="-1696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412480" cy="762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UI States  Covered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331720" y="5993892"/>
            <a:ext cx="9464040" cy="548640"/>
            <a:chOff x="0" y="0"/>
            <a:chExt cx="1261872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618720" cy="731520"/>
            </a:xfrm>
            <a:custGeom>
              <a:avLst/>
              <a:gdLst/>
              <a:ahLst/>
              <a:cxnLst/>
              <a:rect l="l" t="t" r="r" b="b"/>
              <a:pathLst>
                <a:path w="12618720" h="7315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116" b="-2861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26187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C7C7"/>
                  </a:solidFill>
                  <a:latin typeface="Arial"/>
                  <a:ea typeface="Arial"/>
                  <a:cs typeface="Arial"/>
                  <a:sym typeface="Arial"/>
                </a:rPr>
                <a:t>Designed for more than the happy path.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1019171" y="6574188"/>
            <a:ext cx="15106648" cy="18984"/>
          </a:xfrm>
          <a:prstGeom prst="line">
            <a:avLst/>
          </a:prstGeom>
          <a:ln w="9525" cap="rnd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028700" y="6770370"/>
            <a:ext cx="1234440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93A9CF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331720" y="6816852"/>
            <a:ext cx="6309360" cy="557752"/>
            <a:chOff x="0" y="0"/>
            <a:chExt cx="8412480" cy="74366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412480" cy="743669"/>
            </a:xfrm>
            <a:custGeom>
              <a:avLst/>
              <a:gdLst/>
              <a:ahLst/>
              <a:cxnLst/>
              <a:rect l="l" t="t" r="r" b="b"/>
              <a:pathLst>
                <a:path w="8412480" h="743669">
                  <a:moveTo>
                    <a:pt x="0" y="0"/>
                  </a:moveTo>
                  <a:lnTo>
                    <a:pt x="8412480" y="0"/>
                  </a:lnTo>
                  <a:lnTo>
                    <a:pt x="8412480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234" b="-1696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8412480" cy="762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MAU-Oriented Hooks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331720" y="7365492"/>
            <a:ext cx="9464040" cy="548640"/>
            <a:chOff x="0" y="0"/>
            <a:chExt cx="1261872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618720" cy="731520"/>
            </a:xfrm>
            <a:custGeom>
              <a:avLst/>
              <a:gdLst/>
              <a:ahLst/>
              <a:cxnLst/>
              <a:rect l="l" t="t" r="r" b="b"/>
              <a:pathLst>
                <a:path w="12618720" h="7315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116" b="-2861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126187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C7C7"/>
                  </a:solidFill>
                  <a:latin typeface="Arial"/>
                  <a:ea typeface="Arial"/>
                  <a:cs typeface="Arial"/>
                  <a:sym typeface="Arial"/>
                </a:rPr>
                <a:t>Invite people back - never pressure them.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>
            <a:off x="1087756" y="7960042"/>
            <a:ext cx="15106648" cy="18984"/>
          </a:xfrm>
          <a:prstGeom prst="line">
            <a:avLst/>
          </a:prstGeom>
          <a:ln w="9525" cap="rnd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028700" y="8141970"/>
            <a:ext cx="1234440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93A9C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331720" y="8188452"/>
            <a:ext cx="6309360" cy="557752"/>
            <a:chOff x="0" y="0"/>
            <a:chExt cx="8412480" cy="74366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412480" cy="743669"/>
            </a:xfrm>
            <a:custGeom>
              <a:avLst/>
              <a:gdLst/>
              <a:ahLst/>
              <a:cxnLst/>
              <a:rect l="l" t="t" r="r" b="b"/>
              <a:pathLst>
                <a:path w="8412480" h="743669">
                  <a:moveTo>
                    <a:pt x="0" y="0"/>
                  </a:moveTo>
                  <a:lnTo>
                    <a:pt x="8412480" y="0"/>
                  </a:lnTo>
                  <a:lnTo>
                    <a:pt x="8412480" y="743669"/>
                  </a:lnTo>
                  <a:lnTo>
                    <a:pt x="0" y="743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234" b="-1696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8412480" cy="762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Prototype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331720" y="8737092"/>
            <a:ext cx="9464040" cy="548640"/>
            <a:chOff x="0" y="0"/>
            <a:chExt cx="1261872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618720" cy="731520"/>
            </a:xfrm>
            <a:custGeom>
              <a:avLst/>
              <a:gdLst/>
              <a:ahLst/>
              <a:cxnLst/>
              <a:rect l="l" t="t" r="r" b="b"/>
              <a:pathLst>
                <a:path w="12618720" h="7315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116" b="-2861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26187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7C7C7"/>
                  </a:solidFill>
                  <a:latin typeface="Arial"/>
                  <a:ea typeface="Arial"/>
                  <a:cs typeface="Arial"/>
                  <a:sym typeface="Arial"/>
                </a:rPr>
                <a:t>BeReal Passport And Community Boards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184880" y="9710928"/>
            <a:ext cx="1371600" cy="411480"/>
            <a:chOff x="0" y="0"/>
            <a:chExt cx="1828800" cy="5486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828800" cy="548640"/>
            </a:xfrm>
            <a:custGeom>
              <a:avLst/>
              <a:gdLst/>
              <a:ahLst/>
              <a:cxnLst/>
              <a:rect l="l" t="t" r="r" b="b"/>
              <a:pathLst>
                <a:path w="1828800" h="54864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828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9A9A"/>
                  </a:solidFill>
                  <a:latin typeface="Arial"/>
                  <a:ea typeface="Arial"/>
                  <a:cs typeface="Arial"/>
                  <a:sym typeface="Arial"/>
                </a:rPr>
                <a:t>2 / 16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INTRO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237323"/>
            <a:ext cx="16112109" cy="1542360"/>
            <a:chOff x="0" y="0"/>
            <a:chExt cx="21482812" cy="2056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82813" cy="2056480"/>
            </a:xfrm>
            <a:custGeom>
              <a:avLst/>
              <a:gdLst/>
              <a:ahLst/>
              <a:cxnLst/>
              <a:rect l="l" t="t" r="r" b="b"/>
              <a:pathLst>
                <a:path w="21482813" h="2056480">
                  <a:moveTo>
                    <a:pt x="0" y="0"/>
                  </a:moveTo>
                  <a:lnTo>
                    <a:pt x="21482813" y="0"/>
                  </a:lnTo>
                  <a:lnTo>
                    <a:pt x="21482813" y="2056480"/>
                  </a:lnTo>
                  <a:lnTo>
                    <a:pt x="0" y="205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777" r="26789" b="-912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21482812" cy="2027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Driving Authentic Daily Engagement &amp; Long-Term Retention on BeReal.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70686" y="6096123"/>
            <a:ext cx="19006721" cy="4565712"/>
            <a:chOff x="0" y="0"/>
            <a:chExt cx="5005885" cy="12024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05886" cy="1202492"/>
            </a:xfrm>
            <a:custGeom>
              <a:avLst/>
              <a:gdLst/>
              <a:ahLst/>
              <a:cxnLst/>
              <a:rect l="l" t="t" r="r" b="b"/>
              <a:pathLst>
                <a:path w="5005886" h="1202492">
                  <a:moveTo>
                    <a:pt x="0" y="0"/>
                  </a:moveTo>
                  <a:lnTo>
                    <a:pt x="5005886" y="0"/>
                  </a:lnTo>
                  <a:lnTo>
                    <a:pt x="5005886" y="1202492"/>
                  </a:lnTo>
                  <a:lnTo>
                    <a:pt x="0" y="12024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05885" cy="1250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1387" y="6754624"/>
            <a:ext cx="2841385" cy="382494"/>
            <a:chOff x="0" y="0"/>
            <a:chExt cx="4754880" cy="640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54880" cy="640080"/>
            </a:xfrm>
            <a:custGeom>
              <a:avLst/>
              <a:gdLst/>
              <a:ahLst/>
              <a:cxnLst/>
              <a:rect l="l" t="t" r="r" b="b"/>
              <a:pathLst>
                <a:path w="4754880" h="6400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 to Be Real.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211387" y="7310884"/>
            <a:ext cx="944463" cy="891796"/>
          </a:xfrm>
          <a:custGeom>
            <a:avLst/>
            <a:gdLst/>
            <a:ahLst/>
            <a:cxnLst/>
            <a:rect l="l" t="t" r="r" b="b"/>
            <a:pathLst>
              <a:path w="944463" h="891796">
                <a:moveTo>
                  <a:pt x="0" y="0"/>
                </a:moveTo>
                <a:lnTo>
                  <a:pt x="944463" y="0"/>
                </a:lnTo>
                <a:lnTo>
                  <a:pt x="944463" y="891797"/>
                </a:lnTo>
                <a:lnTo>
                  <a:pt x="0" y="891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17" r="-499" b="-321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960120" y="3309154"/>
            <a:ext cx="3119194" cy="2104293"/>
            <a:chOff x="0" y="0"/>
            <a:chExt cx="4158925" cy="280572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1082276"/>
              <a:ext cx="4067485" cy="1723448"/>
              <a:chOff x="0" y="0"/>
              <a:chExt cx="4067485" cy="17234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7485" cy="1723448"/>
              </a:xfrm>
              <a:custGeom>
                <a:avLst/>
                <a:gdLst/>
                <a:ahLst/>
                <a:cxnLst/>
                <a:rect l="l" t="t" r="r" b="b"/>
                <a:pathLst>
                  <a:path w="4067485" h="1723448">
                    <a:moveTo>
                      <a:pt x="0" y="0"/>
                    </a:moveTo>
                    <a:lnTo>
                      <a:pt x="4067485" y="0"/>
                    </a:lnTo>
                    <a:lnTo>
                      <a:pt x="4067485" y="1723448"/>
                    </a:lnTo>
                    <a:lnTo>
                      <a:pt x="0" y="1723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01806" r="-408064" b="-16547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4067485" cy="178059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404812" lvl="1" indent="-202406" algn="just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Post- Notification Slump</a:t>
                </a:r>
              </a:p>
              <a:p>
                <a:pPr marL="404812" lvl="1" indent="-202406" algn="just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Single-Touchpoint Limit</a:t>
                </a:r>
              </a:p>
              <a:p>
                <a:pPr marL="404812" lvl="1" indent="-202406" algn="just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Passive Feed Stagnation</a:t>
                </a:r>
              </a:p>
              <a:p>
                <a:pPr marL="404812" lvl="1" indent="-202406" algn="just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Casual Drop-Off Risk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1440" y="0"/>
              <a:ext cx="4067485" cy="1097280"/>
              <a:chOff x="0" y="0"/>
              <a:chExt cx="4067485" cy="109728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7485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4067485" h="1097280">
                    <a:moveTo>
                      <a:pt x="0" y="0"/>
                    </a:moveTo>
                    <a:lnTo>
                      <a:pt x="4067485" y="0"/>
                    </a:lnTo>
                    <a:lnTo>
                      <a:pt x="4067485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6968" r="-408064" b="-316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4067485" cy="11544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THE PROBLEM STATEMENT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7456578" y="3385756"/>
            <a:ext cx="3119194" cy="2104293"/>
            <a:chOff x="0" y="0"/>
            <a:chExt cx="4158925" cy="2805724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1082276"/>
              <a:ext cx="4067485" cy="1723448"/>
              <a:chOff x="0" y="0"/>
              <a:chExt cx="4067485" cy="172344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7485" cy="1723448"/>
              </a:xfrm>
              <a:custGeom>
                <a:avLst/>
                <a:gdLst/>
                <a:ahLst/>
                <a:cxnLst/>
                <a:rect l="l" t="t" r="r" b="b"/>
                <a:pathLst>
                  <a:path w="4067485" h="1723448">
                    <a:moveTo>
                      <a:pt x="0" y="0"/>
                    </a:moveTo>
                    <a:lnTo>
                      <a:pt x="4067485" y="0"/>
                    </a:lnTo>
                    <a:lnTo>
                      <a:pt x="4067485" y="1723448"/>
                    </a:lnTo>
                    <a:lnTo>
                      <a:pt x="0" y="1723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01806" r="-408064" b="-16547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4067485" cy="178059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Midnight Theme Prompt</a:t>
                </a:r>
              </a:p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Squad Board Collages</a:t>
                </a:r>
              </a:p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Vector Passport Stamps</a:t>
                </a:r>
              </a:p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Monthly Capsule Vault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1440" y="0"/>
              <a:ext cx="4067485" cy="1097280"/>
              <a:chOff x="0" y="0"/>
              <a:chExt cx="4067485" cy="109728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067485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4067485" h="1097280">
                    <a:moveTo>
                      <a:pt x="0" y="0"/>
                    </a:moveTo>
                    <a:lnTo>
                      <a:pt x="4067485" y="0"/>
                    </a:lnTo>
                    <a:lnTo>
                      <a:pt x="4067485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6968" r="-408064" b="-316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4067485" cy="11544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THE ENHANCEMENT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13953035" y="3385756"/>
            <a:ext cx="4026689" cy="2104293"/>
            <a:chOff x="0" y="0"/>
            <a:chExt cx="5368919" cy="2805724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1082276"/>
              <a:ext cx="5250875" cy="1723448"/>
              <a:chOff x="0" y="0"/>
              <a:chExt cx="5250875" cy="17234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250875" cy="1723448"/>
              </a:xfrm>
              <a:custGeom>
                <a:avLst/>
                <a:gdLst/>
                <a:ahLst/>
                <a:cxnLst/>
                <a:rect l="l" t="t" r="r" b="b"/>
                <a:pathLst>
                  <a:path w="5250875" h="1723448">
                    <a:moveTo>
                      <a:pt x="0" y="0"/>
                    </a:moveTo>
                    <a:lnTo>
                      <a:pt x="5250875" y="0"/>
                    </a:lnTo>
                    <a:lnTo>
                      <a:pt x="5250875" y="1723448"/>
                    </a:lnTo>
                    <a:lnTo>
                      <a:pt x="0" y="1723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01806" r="-293561" b="-16547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5250875" cy="178059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2.5x Daily Opens/User</a:t>
                </a:r>
              </a:p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Organic Peer Accountability</a:t>
                </a:r>
              </a:p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30-Day Retention Vaulting</a:t>
                </a:r>
              </a:p>
              <a:p>
                <a:pPr marL="404812" lvl="1" indent="-202406" algn="l">
                  <a:lnSpc>
                    <a:spcPts val="2400"/>
                  </a:lnSpc>
                  <a:buFont typeface="Arial"/>
                  <a:buChar char="•"/>
                </a:pPr>
                <a:r>
                  <a:rPr lang="en-US" sz="1875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Zero Vanity Metric Loops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18043" y="0"/>
              <a:ext cx="5250875" cy="1097280"/>
              <a:chOff x="0" y="0"/>
              <a:chExt cx="5250875" cy="109728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250875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5250875" h="1097280">
                    <a:moveTo>
                      <a:pt x="0" y="0"/>
                    </a:moveTo>
                    <a:lnTo>
                      <a:pt x="5250875" y="0"/>
                    </a:lnTo>
                    <a:lnTo>
                      <a:pt x="5250875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6968" r="-293561" b="-316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5250875" cy="11544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1875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THE MAU IMPACT</a:t>
                </a:r>
              </a:p>
            </p:txBody>
          </p:sp>
        </p:grpSp>
      </p:grpSp>
      <p:sp>
        <p:nvSpPr>
          <p:cNvPr id="36" name="Freeform 36"/>
          <p:cNvSpPr/>
          <p:nvPr/>
        </p:nvSpPr>
        <p:spPr>
          <a:xfrm>
            <a:off x="8790263" y="6479185"/>
            <a:ext cx="7176117" cy="3420712"/>
          </a:xfrm>
          <a:custGeom>
            <a:avLst/>
            <a:gdLst/>
            <a:ahLst/>
            <a:cxnLst/>
            <a:rect l="l" t="t" r="r" b="b"/>
            <a:pathLst>
              <a:path w="7176117" h="3420712">
                <a:moveTo>
                  <a:pt x="0" y="0"/>
                </a:moveTo>
                <a:lnTo>
                  <a:pt x="7176117" y="0"/>
                </a:lnTo>
                <a:lnTo>
                  <a:pt x="7176117" y="3420712"/>
                </a:lnTo>
                <a:lnTo>
                  <a:pt x="0" y="34207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5" t="-633" r="-29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2092251" y="6485755"/>
            <a:ext cx="6612287" cy="3433851"/>
          </a:xfrm>
          <a:custGeom>
            <a:avLst/>
            <a:gdLst/>
            <a:ahLst/>
            <a:cxnLst/>
            <a:rect l="l" t="t" r="r" b="b"/>
            <a:pathLst>
              <a:path w="6612287" h="3433851">
                <a:moveTo>
                  <a:pt x="0" y="0"/>
                </a:moveTo>
                <a:lnTo>
                  <a:pt x="6612287" y="0"/>
                </a:lnTo>
                <a:lnTo>
                  <a:pt x="6612287" y="3433851"/>
                </a:lnTo>
                <a:lnTo>
                  <a:pt x="0" y="3433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57" t="-95308" r="-25916" b="-977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BE975AE8-29FA-557C-4143-5889927ABBA9}"/>
              </a:ext>
            </a:extLst>
          </p:cNvPr>
          <p:cNvSpPr/>
          <p:nvPr/>
        </p:nvSpPr>
        <p:spPr>
          <a:xfrm>
            <a:off x="16052105" y="6479185"/>
            <a:ext cx="1927620" cy="3420712"/>
          </a:xfrm>
          <a:custGeom>
            <a:avLst/>
            <a:gdLst/>
            <a:ahLst/>
            <a:cxnLst/>
            <a:rect l="l" t="t" r="r" b="b"/>
            <a:pathLst>
              <a:path w="1927620" h="3420712">
                <a:moveTo>
                  <a:pt x="0" y="0"/>
                </a:moveTo>
                <a:lnTo>
                  <a:pt x="1927619" y="0"/>
                </a:lnTo>
                <a:lnTo>
                  <a:pt x="1927619" y="3420712"/>
                </a:lnTo>
                <a:lnTo>
                  <a:pt x="0" y="3420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789" t="-56586" r="-21547" b="-71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USER 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124712"/>
            <a:ext cx="11795760" cy="1303020"/>
            <a:chOff x="0" y="0"/>
            <a:chExt cx="15727680" cy="1737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27680" cy="1737360"/>
            </a:xfrm>
            <a:custGeom>
              <a:avLst/>
              <a:gdLst/>
              <a:ahLst/>
              <a:cxnLst/>
              <a:rect l="l" t="t" r="r" b="b"/>
              <a:pathLst>
                <a:path w="15727680" h="1737360">
                  <a:moveTo>
                    <a:pt x="0" y="0"/>
                  </a:moveTo>
                  <a:lnTo>
                    <a:pt x="15727680" y="0"/>
                  </a:lnTo>
                  <a:lnTo>
                    <a:pt x="1572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390" b="-1263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5727680" cy="170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Seven screens, one habit loop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3581049"/>
            <a:ext cx="3790950" cy="1322070"/>
            <a:chOff x="0" y="0"/>
            <a:chExt cx="5054600" cy="1762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4600" cy="1762760"/>
            </a:xfrm>
            <a:custGeom>
              <a:avLst/>
              <a:gdLst/>
              <a:ahLst/>
              <a:cxnLst/>
              <a:rect l="l" t="t" r="r" b="b"/>
              <a:pathLst>
                <a:path w="505460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869053" y="0"/>
                  </a:lnTo>
                  <a:cubicBezTo>
                    <a:pt x="4971542" y="0"/>
                    <a:pt x="5054600" y="83058"/>
                    <a:pt x="5054600" y="185547"/>
                  </a:cubicBezTo>
                  <a:lnTo>
                    <a:pt x="5054600" y="1577213"/>
                  </a:lnTo>
                  <a:cubicBezTo>
                    <a:pt x="5054600" y="1679702"/>
                    <a:pt x="4971542" y="1762760"/>
                    <a:pt x="486905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5385" y="3700302"/>
            <a:ext cx="685800" cy="548640"/>
            <a:chOff x="0" y="0"/>
            <a:chExt cx="91440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14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75385" y="4111782"/>
            <a:ext cx="3360420" cy="685800"/>
            <a:chOff x="0" y="0"/>
            <a:chExt cx="448056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805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9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Today Screen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41545" y="3974622"/>
            <a:ext cx="384048" cy="548640"/>
            <a:chOff x="0" y="0"/>
            <a:chExt cx="512064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064" cy="731520"/>
            </a:xfrm>
            <a:custGeom>
              <a:avLst/>
              <a:gdLst/>
              <a:ahLst/>
              <a:cxnLst/>
              <a:rect l="l" t="t" r="r" b="b"/>
              <a:pathLst>
                <a:path w="512064" h="731520">
                  <a:moveTo>
                    <a:pt x="0" y="0"/>
                  </a:moveTo>
                  <a:lnTo>
                    <a:pt x="512064" y="0"/>
                  </a:lnTo>
                  <a:lnTo>
                    <a:pt x="5120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12064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16068" y="3581049"/>
            <a:ext cx="3790950" cy="1322070"/>
            <a:chOff x="0" y="0"/>
            <a:chExt cx="5054600" cy="17627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54600" cy="1762760"/>
            </a:xfrm>
            <a:custGeom>
              <a:avLst/>
              <a:gdLst/>
              <a:ahLst/>
              <a:cxnLst/>
              <a:rect l="l" t="t" r="r" b="b"/>
              <a:pathLst>
                <a:path w="505460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869053" y="0"/>
                  </a:lnTo>
                  <a:cubicBezTo>
                    <a:pt x="4971542" y="0"/>
                    <a:pt x="5054600" y="83058"/>
                    <a:pt x="5054600" y="185547"/>
                  </a:cubicBezTo>
                  <a:lnTo>
                    <a:pt x="5054600" y="1577213"/>
                  </a:lnTo>
                  <a:cubicBezTo>
                    <a:pt x="5054600" y="1679702"/>
                    <a:pt x="4971542" y="1762760"/>
                    <a:pt x="486905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1333" y="3700302"/>
            <a:ext cx="685800" cy="548640"/>
            <a:chOff x="0" y="0"/>
            <a:chExt cx="91440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14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1333" y="4111782"/>
            <a:ext cx="3360420" cy="685800"/>
            <a:chOff x="0" y="0"/>
            <a:chExt cx="448056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4805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9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Capture Toggle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897493" y="3974622"/>
            <a:ext cx="384048" cy="548640"/>
            <a:chOff x="0" y="0"/>
            <a:chExt cx="512064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2064" cy="731520"/>
            </a:xfrm>
            <a:custGeom>
              <a:avLst/>
              <a:gdLst/>
              <a:ahLst/>
              <a:cxnLst/>
              <a:rect l="l" t="t" r="r" b="b"/>
              <a:pathLst>
                <a:path w="512064" h="731520">
                  <a:moveTo>
                    <a:pt x="0" y="0"/>
                  </a:moveTo>
                  <a:lnTo>
                    <a:pt x="512064" y="0"/>
                  </a:lnTo>
                  <a:lnTo>
                    <a:pt x="5120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12064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272016" y="3581049"/>
            <a:ext cx="3790950" cy="1322070"/>
            <a:chOff x="0" y="0"/>
            <a:chExt cx="5054600" cy="17627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54600" cy="1762760"/>
            </a:xfrm>
            <a:custGeom>
              <a:avLst/>
              <a:gdLst/>
              <a:ahLst/>
              <a:cxnLst/>
              <a:rect l="l" t="t" r="r" b="b"/>
              <a:pathLst>
                <a:path w="505460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869053" y="0"/>
                  </a:lnTo>
                  <a:cubicBezTo>
                    <a:pt x="4971542" y="0"/>
                    <a:pt x="5054600" y="83058"/>
                    <a:pt x="5054600" y="185547"/>
                  </a:cubicBezTo>
                  <a:lnTo>
                    <a:pt x="5054600" y="1577213"/>
                  </a:lnTo>
                  <a:cubicBezTo>
                    <a:pt x="5054600" y="1679702"/>
                    <a:pt x="4971542" y="1762760"/>
                    <a:pt x="486905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87281" y="3700302"/>
            <a:ext cx="685800" cy="548640"/>
            <a:chOff x="0" y="0"/>
            <a:chExt cx="914400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14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87281" y="4111782"/>
            <a:ext cx="3360420" cy="685800"/>
            <a:chOff x="0" y="0"/>
            <a:chExt cx="448056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4805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9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Board Select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053441" y="3974622"/>
            <a:ext cx="384048" cy="548640"/>
            <a:chOff x="0" y="0"/>
            <a:chExt cx="512064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12064" cy="731520"/>
            </a:xfrm>
            <a:custGeom>
              <a:avLst/>
              <a:gdLst/>
              <a:ahLst/>
              <a:cxnLst/>
              <a:rect l="l" t="t" r="r" b="b"/>
              <a:pathLst>
                <a:path w="512064" h="731520">
                  <a:moveTo>
                    <a:pt x="0" y="0"/>
                  </a:moveTo>
                  <a:lnTo>
                    <a:pt x="512064" y="0"/>
                  </a:lnTo>
                  <a:lnTo>
                    <a:pt x="5120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12064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427964" y="3581049"/>
            <a:ext cx="3790950" cy="1322070"/>
            <a:chOff x="0" y="0"/>
            <a:chExt cx="5054600" cy="17627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054600" cy="1762760"/>
            </a:xfrm>
            <a:custGeom>
              <a:avLst/>
              <a:gdLst/>
              <a:ahLst/>
              <a:cxnLst/>
              <a:rect l="l" t="t" r="r" b="b"/>
              <a:pathLst>
                <a:path w="505460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869053" y="0"/>
                  </a:lnTo>
                  <a:cubicBezTo>
                    <a:pt x="4971542" y="0"/>
                    <a:pt x="5054600" y="83058"/>
                    <a:pt x="5054600" y="185547"/>
                  </a:cubicBezTo>
                  <a:lnTo>
                    <a:pt x="5054600" y="1577213"/>
                  </a:lnTo>
                  <a:cubicBezTo>
                    <a:pt x="5054600" y="1679702"/>
                    <a:pt x="4971542" y="1762760"/>
                    <a:pt x="486905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643229" y="3700302"/>
            <a:ext cx="685800" cy="548640"/>
            <a:chOff x="0" y="0"/>
            <a:chExt cx="91440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914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643229" y="4111782"/>
            <a:ext cx="3360420" cy="685800"/>
            <a:chOff x="0" y="0"/>
            <a:chExt cx="4480560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480560" cy="914400"/>
            </a:xfrm>
            <a:custGeom>
              <a:avLst/>
              <a:gdLst/>
              <a:ahLst/>
              <a:cxnLst/>
              <a:rect l="l" t="t" r="r" b="b"/>
              <a:pathLst>
                <a:path w="4480560" h="91440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4805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9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Confirm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60120" y="5569869"/>
            <a:ext cx="5025390" cy="1322070"/>
            <a:chOff x="0" y="0"/>
            <a:chExt cx="6700520" cy="17627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700520" cy="1762760"/>
            </a:xfrm>
            <a:custGeom>
              <a:avLst/>
              <a:gdLst/>
              <a:ahLst/>
              <a:cxnLst/>
              <a:rect l="l" t="t" r="r" b="b"/>
              <a:pathLst>
                <a:path w="670052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6514973" y="0"/>
                  </a:lnTo>
                  <a:cubicBezTo>
                    <a:pt x="6617462" y="0"/>
                    <a:pt x="6700520" y="83058"/>
                    <a:pt x="6700520" y="185547"/>
                  </a:cubicBezTo>
                  <a:lnTo>
                    <a:pt x="6700520" y="1577213"/>
                  </a:lnTo>
                  <a:cubicBezTo>
                    <a:pt x="6700520" y="1679702"/>
                    <a:pt x="6617462" y="1762760"/>
                    <a:pt x="651497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75385" y="5689122"/>
            <a:ext cx="685800" cy="548640"/>
            <a:chOff x="0" y="0"/>
            <a:chExt cx="91440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914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75385" y="6100602"/>
            <a:ext cx="4594860" cy="685800"/>
            <a:chOff x="0" y="0"/>
            <a:chExt cx="612648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61264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9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Capsule / Board Detail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975985" y="5963442"/>
            <a:ext cx="480060" cy="548640"/>
            <a:chOff x="0" y="0"/>
            <a:chExt cx="640080" cy="7315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40080" cy="731520"/>
            </a:xfrm>
            <a:custGeom>
              <a:avLst/>
              <a:gdLst/>
              <a:ahLst/>
              <a:cxnLst/>
              <a:rect l="l" t="t" r="r" b="b"/>
              <a:pathLst>
                <a:path w="640080" h="731520">
                  <a:moveTo>
                    <a:pt x="0" y="0"/>
                  </a:moveTo>
                  <a:lnTo>
                    <a:pt x="640080" y="0"/>
                  </a:lnTo>
                  <a:lnTo>
                    <a:pt x="640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r="-966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640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446520" y="5569869"/>
            <a:ext cx="5025390" cy="1322070"/>
            <a:chOff x="0" y="0"/>
            <a:chExt cx="6700520" cy="17627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700520" cy="1762760"/>
            </a:xfrm>
            <a:custGeom>
              <a:avLst/>
              <a:gdLst/>
              <a:ahLst/>
              <a:cxnLst/>
              <a:rect l="l" t="t" r="r" b="b"/>
              <a:pathLst>
                <a:path w="670052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6514973" y="0"/>
                  </a:lnTo>
                  <a:cubicBezTo>
                    <a:pt x="6617462" y="0"/>
                    <a:pt x="6700520" y="83058"/>
                    <a:pt x="6700520" y="185547"/>
                  </a:cubicBezTo>
                  <a:lnTo>
                    <a:pt x="6700520" y="1577213"/>
                  </a:lnTo>
                  <a:cubicBezTo>
                    <a:pt x="6700520" y="1679702"/>
                    <a:pt x="6617462" y="1762760"/>
                    <a:pt x="651497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661785" y="5689122"/>
            <a:ext cx="685800" cy="548640"/>
            <a:chOff x="0" y="0"/>
            <a:chExt cx="914400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914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661785" y="6100602"/>
            <a:ext cx="4594860" cy="685800"/>
            <a:chOff x="0" y="0"/>
            <a:chExt cx="6126480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61264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9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Passport &amp; Leaderboard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462385" y="5963442"/>
            <a:ext cx="480060" cy="548640"/>
            <a:chOff x="0" y="0"/>
            <a:chExt cx="640080" cy="7315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40080" cy="731520"/>
            </a:xfrm>
            <a:custGeom>
              <a:avLst/>
              <a:gdLst/>
              <a:ahLst/>
              <a:cxnLst/>
              <a:rect l="l" t="t" r="r" b="b"/>
              <a:pathLst>
                <a:path w="640080" h="731520">
                  <a:moveTo>
                    <a:pt x="0" y="0"/>
                  </a:moveTo>
                  <a:lnTo>
                    <a:pt x="640080" y="0"/>
                  </a:lnTo>
                  <a:lnTo>
                    <a:pt x="640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632" r="-966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640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932920" y="5569869"/>
            <a:ext cx="5025390" cy="1322070"/>
            <a:chOff x="0" y="0"/>
            <a:chExt cx="6700520" cy="17627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700520" cy="1762760"/>
            </a:xfrm>
            <a:custGeom>
              <a:avLst/>
              <a:gdLst/>
              <a:ahLst/>
              <a:cxnLst/>
              <a:rect l="l" t="t" r="r" b="b"/>
              <a:pathLst>
                <a:path w="670052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6514973" y="0"/>
                  </a:lnTo>
                  <a:cubicBezTo>
                    <a:pt x="6617462" y="0"/>
                    <a:pt x="6700520" y="83058"/>
                    <a:pt x="6700520" y="185547"/>
                  </a:cubicBezTo>
                  <a:lnTo>
                    <a:pt x="6700520" y="1577213"/>
                  </a:lnTo>
                  <a:cubicBezTo>
                    <a:pt x="6700520" y="1679702"/>
                    <a:pt x="6617462" y="1762760"/>
                    <a:pt x="651497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148185" y="5689122"/>
            <a:ext cx="685800" cy="548640"/>
            <a:chOff x="0" y="0"/>
            <a:chExt cx="914400" cy="7315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0"/>
                  </a:lnTo>
                  <a:lnTo>
                    <a:pt x="91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914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148185" y="6100602"/>
            <a:ext cx="4594860" cy="685800"/>
            <a:chOff x="0" y="0"/>
            <a:chExt cx="6126480" cy="9144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126480" cy="914400"/>
            </a:xfrm>
            <a:custGeom>
              <a:avLst/>
              <a:gdLst/>
              <a:ahLst/>
              <a:cxnLst/>
              <a:rect l="l" t="t" r="r" b="b"/>
              <a:pathLst>
                <a:path w="6126480" h="914400">
                  <a:moveTo>
                    <a:pt x="0" y="0"/>
                  </a:moveTo>
                  <a:lnTo>
                    <a:pt x="6126480" y="0"/>
                  </a:lnTo>
                  <a:lnTo>
                    <a:pt x="612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549" b="-8054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61264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9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Settings / Opt-out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69645" y="7362474"/>
            <a:ext cx="15087600" cy="548640"/>
            <a:chOff x="0" y="0"/>
            <a:chExt cx="20116800" cy="7315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0116800" cy="731520"/>
            </a:xfrm>
            <a:custGeom>
              <a:avLst/>
              <a:gdLst/>
              <a:ahLst/>
              <a:cxnLst/>
              <a:rect l="l" t="t" r="r" b="b"/>
              <a:pathLst>
                <a:path w="20116800" h="73152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838" b="-4858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201168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↺  loops back to Today Screen the next day, with a fresh theme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69645" y="8322594"/>
            <a:ext cx="3566160" cy="480060"/>
            <a:chOff x="0" y="0"/>
            <a:chExt cx="4754880" cy="6400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754880" cy="640080"/>
            </a:xfrm>
            <a:custGeom>
              <a:avLst/>
              <a:gdLst/>
              <a:ahLst/>
              <a:cxnLst/>
              <a:rect l="l" t="t" r="r" b="b"/>
              <a:pathLst>
                <a:path w="4754880" h="6400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5" b="-947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First-time vs. repeat: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969645" y="8802654"/>
            <a:ext cx="15499080" cy="822960"/>
            <a:chOff x="0" y="0"/>
            <a:chExt cx="20665440" cy="109728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0665439" cy="1097280"/>
            </a:xfrm>
            <a:custGeom>
              <a:avLst/>
              <a:gdLst/>
              <a:ahLst/>
              <a:cxnLst/>
              <a:rect l="l" t="t" r="r" b="b"/>
              <a:pathLst>
                <a:path w="20665439" h="1097280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968" b="-3169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57150"/>
              <a:ext cx="2066544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First-time users see a one-time intro overlay on Today Screen; repeat users land directly on the theme hero — no onboarding friction after day one.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28700" y="2427732"/>
            <a:ext cx="15499080" cy="822960"/>
            <a:chOff x="0" y="0"/>
            <a:chExt cx="20665440" cy="109728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0665439" cy="1097280"/>
            </a:xfrm>
            <a:custGeom>
              <a:avLst/>
              <a:gdLst/>
              <a:ahLst/>
              <a:cxnLst/>
              <a:rect l="l" t="t" r="r" b="b"/>
              <a:pathLst>
                <a:path w="20665439" h="1097280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968" b="-3169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57150"/>
              <a:ext cx="2066544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7-screen happy path from start to finish.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PROTOTYPE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124712"/>
            <a:ext cx="14401800" cy="1303020"/>
            <a:chOff x="0" y="0"/>
            <a:chExt cx="19202400" cy="1737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02400" cy="1737360"/>
            </a:xfrm>
            <a:custGeom>
              <a:avLst/>
              <a:gdLst/>
              <a:ahLst/>
              <a:cxnLst/>
              <a:rect l="l" t="t" r="r" b="b"/>
              <a:pathLst>
                <a:path w="19202400" h="173736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360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9202400" cy="170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screen-by-screen rundown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2427732"/>
            <a:ext cx="16230600" cy="760352"/>
            <a:chOff x="0" y="0"/>
            <a:chExt cx="20299680" cy="9509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25674" y="2427732"/>
            <a:ext cx="3216876" cy="760352"/>
            <a:chOff x="0" y="0"/>
            <a:chExt cx="4023360" cy="9509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02336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Today Screen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615661" y="2427732"/>
            <a:ext cx="12282616" cy="760352"/>
            <a:chOff x="0" y="0"/>
            <a:chExt cx="15361920" cy="9509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 theme + reminder bubble + come-back banner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60120" y="3363550"/>
            <a:ext cx="16230600" cy="760352"/>
            <a:chOff x="0" y="0"/>
            <a:chExt cx="20299680" cy="9509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25674" y="3363550"/>
            <a:ext cx="3216876" cy="760352"/>
            <a:chOff x="0" y="0"/>
            <a:chExt cx="4023360" cy="9509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402336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Capture Toggle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15661" y="3363550"/>
            <a:ext cx="12282616" cy="760352"/>
            <a:chOff x="0" y="0"/>
            <a:chExt cx="15361920" cy="9509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 Post / Random Post toggle + state demo panel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0120" y="4299369"/>
            <a:ext cx="16230600" cy="760352"/>
            <a:chOff x="0" y="0"/>
            <a:chExt cx="20299680" cy="9509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25674" y="4299369"/>
            <a:ext cx="3216876" cy="760352"/>
            <a:chOff x="0" y="0"/>
            <a:chExt cx="4023360" cy="9509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402336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Board Select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615661" y="4299369"/>
            <a:ext cx="12282616" cy="760352"/>
            <a:chOff x="0" y="0"/>
            <a:chExt cx="15361920" cy="9509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Capsule collage, voting, comments, empty state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0120" y="5235187"/>
            <a:ext cx="16230600" cy="760352"/>
            <a:chOff x="0" y="0"/>
            <a:chExt cx="20299680" cy="9509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25674" y="5235187"/>
            <a:ext cx="3216876" cy="760352"/>
            <a:chOff x="0" y="0"/>
            <a:chExt cx="4023360" cy="95097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402336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Confirm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615661" y="5235187"/>
            <a:ext cx="12282616" cy="760352"/>
            <a:chOff x="0" y="0"/>
            <a:chExt cx="15361920" cy="95097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 to post photo to community board or usual post.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0120" y="6171006"/>
            <a:ext cx="16230600" cy="760352"/>
            <a:chOff x="0" y="0"/>
            <a:chExt cx="20299680" cy="95097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25674" y="6171006"/>
            <a:ext cx="3216876" cy="760352"/>
            <a:chOff x="0" y="0"/>
            <a:chExt cx="4023360" cy="95097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4023360" cy="9986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Capsule / Board Details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615661" y="6171006"/>
            <a:ext cx="12282616" cy="760352"/>
            <a:chOff x="0" y="0"/>
            <a:chExt cx="15361920" cy="95097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Choose to view capsule collection or see board details.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60120" y="7102808"/>
            <a:ext cx="16230600" cy="760352"/>
            <a:chOff x="0" y="0"/>
            <a:chExt cx="20299680" cy="95097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25674" y="7102808"/>
            <a:ext cx="3216876" cy="760352"/>
            <a:chOff x="0" y="0"/>
            <a:chExt cx="4023360" cy="95097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402336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 Passport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615661" y="7102808"/>
            <a:ext cx="12282616" cy="760352"/>
            <a:chOff x="0" y="0"/>
            <a:chExt cx="15361920" cy="95097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Stamp collection grid + streak cue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60120" y="8034610"/>
            <a:ext cx="16230600" cy="760352"/>
            <a:chOff x="0" y="0"/>
            <a:chExt cx="20299680" cy="95097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25674" y="8034610"/>
            <a:ext cx="3216876" cy="760352"/>
            <a:chOff x="0" y="0"/>
            <a:chExt cx="4023360" cy="95097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402336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Leaderboard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615661" y="8034610"/>
            <a:ext cx="12282616" cy="760352"/>
            <a:chOff x="0" y="0"/>
            <a:chExt cx="15361920" cy="95097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Squad ranking + sponsor banner mockup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60120" y="8966413"/>
            <a:ext cx="16230600" cy="760352"/>
            <a:chOff x="0" y="0"/>
            <a:chExt cx="20299680" cy="95097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299680" cy="950976"/>
            </a:xfrm>
            <a:custGeom>
              <a:avLst/>
              <a:gdLst/>
              <a:ahLst/>
              <a:cxnLst/>
              <a:rect l="l" t="t" r="r" b="b"/>
              <a:pathLst>
                <a:path w="20299680" h="95097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189952" y="0"/>
                  </a:lnTo>
                  <a:cubicBezTo>
                    <a:pt x="20250531" y="0"/>
                    <a:pt x="20299680" y="49149"/>
                    <a:pt x="20299680" y="109728"/>
                  </a:cubicBezTo>
                  <a:lnTo>
                    <a:pt x="20299680" y="841248"/>
                  </a:lnTo>
                  <a:cubicBezTo>
                    <a:pt x="20299680" y="901827"/>
                    <a:pt x="20250531" y="950976"/>
                    <a:pt x="20189952" y="950976"/>
                  </a:cubicBezTo>
                  <a:lnTo>
                    <a:pt x="109728" y="950976"/>
                  </a:lnTo>
                  <a:cubicBezTo>
                    <a:pt x="49149" y="950976"/>
                    <a:pt x="0" y="901827"/>
                    <a:pt x="0" y="84124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25674" y="8966413"/>
            <a:ext cx="3216876" cy="760352"/>
            <a:chOff x="0" y="0"/>
            <a:chExt cx="4023360" cy="95097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023360" cy="950976"/>
            </a:xfrm>
            <a:custGeom>
              <a:avLst/>
              <a:gdLst/>
              <a:ahLst/>
              <a:cxnLst/>
              <a:rect l="l" t="t" r="r" b="b"/>
              <a:pathLst>
                <a:path w="4023360" h="950976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36" b="-324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57150"/>
              <a:ext cx="402336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Settings / Opt-out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615661" y="8966413"/>
            <a:ext cx="12282616" cy="760352"/>
            <a:chOff x="0" y="0"/>
            <a:chExt cx="15361920" cy="95097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5361920" cy="950976"/>
            </a:xfrm>
            <a:custGeom>
              <a:avLst/>
              <a:gdLst/>
              <a:ahLst/>
              <a:cxnLst/>
              <a:rect l="l" t="t" r="r" b="b"/>
              <a:pathLst>
                <a:path w="15361920" h="950976">
                  <a:moveTo>
                    <a:pt x="0" y="0"/>
                  </a:moveTo>
                  <a:lnTo>
                    <a:pt x="15361920" y="0"/>
                  </a:lnTo>
                  <a:lnTo>
                    <a:pt x="153619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758" b="-264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15361920" cy="1008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settings for name and password. User can opt-out of community board.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EMOTIONAL TONE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124712"/>
            <a:ext cx="14401800" cy="1303020"/>
            <a:chOff x="0" y="0"/>
            <a:chExt cx="19202400" cy="1737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02400" cy="1737360"/>
            </a:xfrm>
            <a:custGeom>
              <a:avLst/>
              <a:gdLst/>
              <a:ahLst/>
              <a:cxnLst/>
              <a:rect l="l" t="t" r="r" b="b"/>
              <a:pathLst>
                <a:path w="19202400" h="173736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360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9202400" cy="170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 small amounts, calm, real, human.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3154680"/>
            <a:ext cx="16596360" cy="2743200"/>
            <a:chOff x="0" y="0"/>
            <a:chExt cx="22128480" cy="365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3657600"/>
            </a:xfrm>
            <a:custGeom>
              <a:avLst/>
              <a:gdLst/>
              <a:ahLst/>
              <a:cxnLst/>
              <a:rect l="l" t="t" r="r" b="b"/>
              <a:pathLst>
                <a:path w="22128480" h="36576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3438144"/>
                  </a:lnTo>
                  <a:cubicBezTo>
                    <a:pt x="22128480" y="3559302"/>
                    <a:pt x="22030182" y="3657600"/>
                    <a:pt x="21909024" y="3657600"/>
                  </a:cubicBezTo>
                  <a:lnTo>
                    <a:pt x="219456" y="3657600"/>
                  </a:lnTo>
                  <a:cubicBezTo>
                    <a:pt x="98298" y="3657600"/>
                    <a:pt x="0" y="3559302"/>
                    <a:pt x="0" y="343814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00" y="3634740"/>
            <a:ext cx="15499080" cy="822960"/>
            <a:chOff x="0" y="0"/>
            <a:chExt cx="20665440" cy="1097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665439" cy="1097280"/>
            </a:xfrm>
            <a:custGeom>
              <a:avLst/>
              <a:gdLst/>
              <a:ahLst/>
              <a:cxnLst/>
              <a:rect l="l" t="t" r="r" b="b"/>
              <a:pathLst>
                <a:path w="20665439" h="1097280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968" b="-3169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066544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 i="1">
                  <a:solidFill>
                    <a:srgbClr val="17375E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“No one’s posted to this board yet — be the first!”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1600" y="4526280"/>
            <a:ext cx="15499080" cy="1234440"/>
            <a:chOff x="0" y="0"/>
            <a:chExt cx="20665440" cy="16459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665439" cy="1645920"/>
            </a:xfrm>
            <a:custGeom>
              <a:avLst/>
              <a:gdLst/>
              <a:ahLst/>
              <a:cxnLst/>
              <a:rect l="l" t="t" r="r" b="b"/>
              <a:pathLst>
                <a:path w="20665439" h="1645920">
                  <a:moveTo>
                    <a:pt x="0" y="0"/>
                  </a:moveTo>
                  <a:lnTo>
                    <a:pt x="20665439" y="0"/>
                  </a:lnTo>
                  <a:lnTo>
                    <a:pt x="206654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645" b="-1946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20665440" cy="1731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1950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empty state best captures BeReal’s tone — it would have been easy to leave this as a dead end or a guilt trip. Instead it stays warm and invitational, the same register BeReal uses everywhere else.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UI STATES COVERED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124712"/>
            <a:ext cx="13030200" cy="1303020"/>
            <a:chOff x="0" y="0"/>
            <a:chExt cx="17373600" cy="1737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73600" cy="1737360"/>
            </a:xfrm>
            <a:custGeom>
              <a:avLst/>
              <a:gdLst/>
              <a:ahLst/>
              <a:cxnLst/>
              <a:rect l="l" t="t" r="r" b="b"/>
              <a:pathLst>
                <a:path w="17373600" h="1737360">
                  <a:moveTo>
                    <a:pt x="0" y="0"/>
                  </a:moveTo>
                  <a:lnTo>
                    <a:pt x="17373600" y="0"/>
                  </a:lnTo>
                  <a:lnTo>
                    <a:pt x="173736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737360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00"/>
                </a:lnSpc>
              </a:pPr>
              <a:r>
                <a:rPr lang="en-US" sz="4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Designed for more than the happy path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3419475"/>
            <a:ext cx="3859530" cy="4545330"/>
            <a:chOff x="0" y="0"/>
            <a:chExt cx="5146040" cy="6060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46040" cy="6060440"/>
            </a:xfrm>
            <a:custGeom>
              <a:avLst/>
              <a:gdLst/>
              <a:ahLst/>
              <a:cxnLst/>
              <a:rect l="l" t="t" r="r" b="b"/>
              <a:pathLst>
                <a:path w="5146040" h="606044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4925441" y="0"/>
                  </a:lnTo>
                  <a:cubicBezTo>
                    <a:pt x="5047234" y="0"/>
                    <a:pt x="5146040" y="98806"/>
                    <a:pt x="5146040" y="220599"/>
                  </a:cubicBezTo>
                  <a:lnTo>
                    <a:pt x="5146040" y="5839841"/>
                  </a:lnTo>
                  <a:cubicBezTo>
                    <a:pt x="5146040" y="5961634"/>
                    <a:pt x="5047234" y="6060440"/>
                    <a:pt x="4925441" y="6060440"/>
                  </a:cubicBezTo>
                  <a:lnTo>
                    <a:pt x="220599" y="6060440"/>
                  </a:lnTo>
                  <a:cubicBezTo>
                    <a:pt x="98806" y="6060440"/>
                    <a:pt x="0" y="5961634"/>
                    <a:pt x="0" y="58398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3A9C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3965" y="3771900"/>
            <a:ext cx="3291840" cy="822960"/>
            <a:chOff x="0" y="0"/>
            <a:chExt cx="4389120" cy="1097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89120" cy="1097280"/>
            </a:xfrm>
            <a:custGeom>
              <a:avLst/>
              <a:gdLst/>
              <a:ahLst/>
              <a:cxnLst/>
              <a:rect l="l" t="t" r="r" b="b"/>
              <a:pathLst>
                <a:path w="4389120" h="109728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438912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🌱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3965" y="4732020"/>
            <a:ext cx="3291840" cy="548640"/>
            <a:chOff x="0" y="0"/>
            <a:chExt cx="438912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Empty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43965" y="5280660"/>
            <a:ext cx="3291840" cy="548640"/>
            <a:chOff x="0" y="0"/>
            <a:chExt cx="438912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Board Selection / Capsule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3965" y="5897880"/>
            <a:ext cx="3291840" cy="1783080"/>
            <a:chOff x="0" y="0"/>
            <a:chExt cx="4389120" cy="2377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89120" cy="2377440"/>
            </a:xfrm>
            <a:custGeom>
              <a:avLst/>
              <a:gdLst/>
              <a:ahLst/>
              <a:cxnLst/>
              <a:rect l="l" t="t" r="r" b="b"/>
              <a:pathLst>
                <a:path w="4389120" h="237744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438912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 b="1" i="1">
                  <a:solidFill>
                    <a:srgbClr val="93A9C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“No one’s posted to this board yet — be the first!”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12080" y="3419475"/>
            <a:ext cx="3859530" cy="4545330"/>
            <a:chOff x="0" y="0"/>
            <a:chExt cx="5146040" cy="60604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46040" cy="6060440"/>
            </a:xfrm>
            <a:custGeom>
              <a:avLst/>
              <a:gdLst/>
              <a:ahLst/>
              <a:cxnLst/>
              <a:rect l="l" t="t" r="r" b="b"/>
              <a:pathLst>
                <a:path w="5146040" h="606044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4925441" y="0"/>
                  </a:lnTo>
                  <a:cubicBezTo>
                    <a:pt x="5047234" y="0"/>
                    <a:pt x="5146040" y="98806"/>
                    <a:pt x="5146040" y="220599"/>
                  </a:cubicBezTo>
                  <a:lnTo>
                    <a:pt x="5146040" y="5839841"/>
                  </a:lnTo>
                  <a:cubicBezTo>
                    <a:pt x="5146040" y="5961634"/>
                    <a:pt x="5047234" y="6060440"/>
                    <a:pt x="4925441" y="6060440"/>
                  </a:cubicBezTo>
                  <a:lnTo>
                    <a:pt x="220599" y="6060440"/>
                  </a:lnTo>
                  <a:cubicBezTo>
                    <a:pt x="98806" y="6060440"/>
                    <a:pt x="0" y="5961634"/>
                    <a:pt x="0" y="58398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3A9C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495925" y="3771900"/>
            <a:ext cx="3291840" cy="822960"/>
            <a:chOff x="0" y="0"/>
            <a:chExt cx="4389120" cy="10972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89120" cy="1097280"/>
            </a:xfrm>
            <a:custGeom>
              <a:avLst/>
              <a:gdLst/>
              <a:ahLst/>
              <a:cxnLst/>
              <a:rect l="l" t="t" r="r" b="b"/>
              <a:pathLst>
                <a:path w="4389120" h="109728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438912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⏳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95925" y="4732020"/>
            <a:ext cx="3291840" cy="548640"/>
            <a:chOff x="0" y="0"/>
            <a:chExt cx="438912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95925" y="5280660"/>
            <a:ext cx="3291840" cy="548640"/>
            <a:chOff x="0" y="0"/>
            <a:chExt cx="4389120" cy="731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Confirmation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95925" y="5897880"/>
            <a:ext cx="3291840" cy="1783080"/>
            <a:chOff x="0" y="0"/>
            <a:chExt cx="4389120" cy="23774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389120" cy="2377440"/>
            </a:xfrm>
            <a:custGeom>
              <a:avLst/>
              <a:gdLst/>
              <a:ahLst/>
              <a:cxnLst/>
              <a:rect l="l" t="t" r="r" b="b"/>
              <a:pathLst>
                <a:path w="4389120" h="237744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438912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 b="1" i="1">
                  <a:solidFill>
                    <a:srgbClr val="93A9C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“Stamping your passport…”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64040" y="3419475"/>
            <a:ext cx="3859530" cy="4545330"/>
            <a:chOff x="0" y="0"/>
            <a:chExt cx="5146040" cy="60604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146040" cy="6060440"/>
            </a:xfrm>
            <a:custGeom>
              <a:avLst/>
              <a:gdLst/>
              <a:ahLst/>
              <a:cxnLst/>
              <a:rect l="l" t="t" r="r" b="b"/>
              <a:pathLst>
                <a:path w="5146040" h="606044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4925441" y="0"/>
                  </a:lnTo>
                  <a:cubicBezTo>
                    <a:pt x="5047234" y="0"/>
                    <a:pt x="5146040" y="98806"/>
                    <a:pt x="5146040" y="220599"/>
                  </a:cubicBezTo>
                  <a:lnTo>
                    <a:pt x="5146040" y="5839841"/>
                  </a:lnTo>
                  <a:cubicBezTo>
                    <a:pt x="5146040" y="5961634"/>
                    <a:pt x="5047234" y="6060440"/>
                    <a:pt x="4925441" y="6060440"/>
                  </a:cubicBezTo>
                  <a:lnTo>
                    <a:pt x="220599" y="6060440"/>
                  </a:lnTo>
                  <a:cubicBezTo>
                    <a:pt x="98806" y="6060440"/>
                    <a:pt x="0" y="5961634"/>
                    <a:pt x="0" y="58398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3A9C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747885" y="3771900"/>
            <a:ext cx="3291840" cy="822960"/>
            <a:chOff x="0" y="0"/>
            <a:chExt cx="438912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389120" cy="1097280"/>
            </a:xfrm>
            <a:custGeom>
              <a:avLst/>
              <a:gdLst/>
              <a:ahLst/>
              <a:cxnLst/>
              <a:rect l="l" t="t" r="r" b="b"/>
              <a:pathLst>
                <a:path w="4389120" h="109728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438912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747885" y="4732020"/>
            <a:ext cx="3291840" cy="548640"/>
            <a:chOff x="0" y="0"/>
            <a:chExt cx="438912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Success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747885" y="5280660"/>
            <a:ext cx="3291840" cy="548640"/>
            <a:chOff x="0" y="0"/>
            <a:chExt cx="438912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Confirmation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747885" y="5897880"/>
            <a:ext cx="3291840" cy="1783080"/>
            <a:chOff x="0" y="0"/>
            <a:chExt cx="4389120" cy="2377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89120" cy="2377440"/>
            </a:xfrm>
            <a:custGeom>
              <a:avLst/>
              <a:gdLst/>
              <a:ahLst/>
              <a:cxnLst/>
              <a:rect l="l" t="t" r="r" b="b"/>
              <a:pathLst>
                <a:path w="4389120" h="237744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438912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 b="1" i="1">
                  <a:solidFill>
                    <a:srgbClr val="93A9C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“Stamp earned! Added to Coffee Shop 🎉”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716000" y="3419475"/>
            <a:ext cx="3859530" cy="4545330"/>
            <a:chOff x="0" y="0"/>
            <a:chExt cx="5146040" cy="6060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146040" cy="6060440"/>
            </a:xfrm>
            <a:custGeom>
              <a:avLst/>
              <a:gdLst/>
              <a:ahLst/>
              <a:cxnLst/>
              <a:rect l="l" t="t" r="r" b="b"/>
              <a:pathLst>
                <a:path w="5146040" h="606044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4925441" y="0"/>
                  </a:lnTo>
                  <a:cubicBezTo>
                    <a:pt x="5047234" y="0"/>
                    <a:pt x="5146040" y="98806"/>
                    <a:pt x="5146040" y="220599"/>
                  </a:cubicBezTo>
                  <a:lnTo>
                    <a:pt x="5146040" y="5839841"/>
                  </a:lnTo>
                  <a:cubicBezTo>
                    <a:pt x="5146040" y="5961634"/>
                    <a:pt x="5047234" y="6060440"/>
                    <a:pt x="4925441" y="6060440"/>
                  </a:cubicBezTo>
                  <a:lnTo>
                    <a:pt x="220599" y="6060440"/>
                  </a:lnTo>
                  <a:cubicBezTo>
                    <a:pt x="98806" y="6060440"/>
                    <a:pt x="0" y="5961634"/>
                    <a:pt x="0" y="58398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3A9C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999845" y="3771900"/>
            <a:ext cx="3291840" cy="822960"/>
            <a:chOff x="0" y="0"/>
            <a:chExt cx="4389120" cy="10972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389120" cy="1097280"/>
            </a:xfrm>
            <a:custGeom>
              <a:avLst/>
              <a:gdLst/>
              <a:ahLst/>
              <a:cxnLst/>
              <a:rect l="l" t="t" r="r" b="b"/>
              <a:pathLst>
                <a:path w="4389120" h="1097280">
                  <a:moveTo>
                    <a:pt x="0" y="0"/>
                  </a:moveTo>
                  <a:lnTo>
                    <a:pt x="4389120" y="0"/>
                  </a:lnTo>
                  <a:lnTo>
                    <a:pt x="4389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76200"/>
              <a:ext cx="438912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999845" y="4732020"/>
            <a:ext cx="3291840" cy="548640"/>
            <a:chOff x="0" y="0"/>
            <a:chExt cx="438912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7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Error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999845" y="5280660"/>
            <a:ext cx="3291840" cy="548640"/>
            <a:chOff x="0" y="0"/>
            <a:chExt cx="4389120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93A9C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Confirmation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999845" y="5897880"/>
            <a:ext cx="3291840" cy="1783080"/>
            <a:chOff x="0" y="0"/>
            <a:chExt cx="4389120" cy="23774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389120" cy="2377440"/>
            </a:xfrm>
            <a:custGeom>
              <a:avLst/>
              <a:gdLst/>
              <a:ahLst/>
              <a:cxnLst/>
              <a:rect l="l" t="t" r="r" b="b"/>
              <a:pathLst>
                <a:path w="4389120" h="237744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438912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 b="1" i="1">
                  <a:solidFill>
                    <a:srgbClr val="93A9C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“That didn’t go through — let’s try again.”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60120" y="2427732"/>
            <a:ext cx="15499080" cy="822960"/>
            <a:chOff x="0" y="0"/>
            <a:chExt cx="20665440" cy="10972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665439" cy="1097280"/>
            </a:xfrm>
            <a:custGeom>
              <a:avLst/>
              <a:gdLst/>
              <a:ahLst/>
              <a:cxnLst/>
              <a:rect l="l" t="t" r="r" b="b"/>
              <a:pathLst>
                <a:path w="20665439" h="1097280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968" b="-3169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2066544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happens when things are empty, loading , or go wrong.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MAU-ORIENTED HOOKS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294525"/>
            <a:ext cx="11904974" cy="1303020"/>
            <a:chOff x="0" y="0"/>
            <a:chExt cx="15873298" cy="1737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73298" cy="1737360"/>
            </a:xfrm>
            <a:custGeom>
              <a:avLst/>
              <a:gdLst/>
              <a:ahLst/>
              <a:cxnLst/>
              <a:rect l="l" t="t" r="r" b="b"/>
              <a:pathLst>
                <a:path w="15873298" h="1737360">
                  <a:moveTo>
                    <a:pt x="0" y="0"/>
                  </a:moveTo>
                  <a:lnTo>
                    <a:pt x="15873298" y="0"/>
                  </a:lnTo>
                  <a:lnTo>
                    <a:pt x="15873298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084" r="7830" b="-1140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5873298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00"/>
                </a:lnSpc>
              </a:pPr>
              <a:r>
                <a:rPr lang="en-US" sz="4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Invite people back - never pressure them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70979" y="9121140"/>
            <a:ext cx="6869240" cy="548640"/>
            <a:chOff x="0" y="0"/>
            <a:chExt cx="9158987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58987" cy="731520"/>
            </a:xfrm>
            <a:custGeom>
              <a:avLst/>
              <a:gdLst/>
              <a:ahLst/>
              <a:cxnLst/>
              <a:rect l="l" t="t" r="r" b="b"/>
              <a:pathLst>
                <a:path w="9158987" h="731520">
                  <a:moveTo>
                    <a:pt x="0" y="0"/>
                  </a:moveTo>
                  <a:lnTo>
                    <a:pt x="9158987" y="0"/>
                  </a:lnTo>
                  <a:lnTo>
                    <a:pt x="915898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r="163" b="-1935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9158987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 spc="1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 CAMERA — FULL FRAME          FRONT CAMERA — OVERLAY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0120" y="3145155"/>
            <a:ext cx="5171011" cy="4819650"/>
            <a:chOff x="0" y="0"/>
            <a:chExt cx="6894682" cy="6426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94681" cy="6426200"/>
            </a:xfrm>
            <a:custGeom>
              <a:avLst/>
              <a:gdLst/>
              <a:ahLst/>
              <a:cxnLst/>
              <a:rect l="l" t="t" r="r" b="b"/>
              <a:pathLst>
                <a:path w="6894681" h="6426200">
                  <a:moveTo>
                    <a:pt x="0" y="220345"/>
                  </a:moveTo>
                  <a:cubicBezTo>
                    <a:pt x="0" y="98679"/>
                    <a:pt x="98841" y="0"/>
                    <a:pt x="220706" y="0"/>
                  </a:cubicBezTo>
                  <a:lnTo>
                    <a:pt x="6673975" y="0"/>
                  </a:lnTo>
                  <a:cubicBezTo>
                    <a:pt x="6795841" y="0"/>
                    <a:pt x="6894681" y="98679"/>
                    <a:pt x="6894681" y="220345"/>
                  </a:cubicBezTo>
                  <a:lnTo>
                    <a:pt x="6894681" y="6205855"/>
                  </a:lnTo>
                  <a:cubicBezTo>
                    <a:pt x="6894681" y="6327521"/>
                    <a:pt x="6795841" y="6426200"/>
                    <a:pt x="6673976" y="6426200"/>
                  </a:cubicBezTo>
                  <a:lnTo>
                    <a:pt x="220706" y="6426200"/>
                  </a:lnTo>
                  <a:cubicBezTo>
                    <a:pt x="98841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81815" y="3566160"/>
            <a:ext cx="961694" cy="960120"/>
            <a:chOff x="0" y="0"/>
            <a:chExt cx="1282258" cy="12801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2258" cy="1280160"/>
            </a:xfrm>
            <a:custGeom>
              <a:avLst/>
              <a:gdLst/>
              <a:ahLst/>
              <a:cxnLst/>
              <a:rect l="l" t="t" r="r" b="b"/>
              <a:pathLst>
                <a:path w="1282258" h="1280160">
                  <a:moveTo>
                    <a:pt x="0" y="640080"/>
                  </a:moveTo>
                  <a:cubicBezTo>
                    <a:pt x="0" y="286512"/>
                    <a:pt x="286982" y="0"/>
                    <a:pt x="641129" y="0"/>
                  </a:cubicBezTo>
                  <a:cubicBezTo>
                    <a:pt x="995277" y="0"/>
                    <a:pt x="1282258" y="286512"/>
                    <a:pt x="1282258" y="640080"/>
                  </a:cubicBezTo>
                  <a:cubicBezTo>
                    <a:pt x="1282258" y="993648"/>
                    <a:pt x="995277" y="1280160"/>
                    <a:pt x="641129" y="1280160"/>
                  </a:cubicBezTo>
                  <a:cubicBezTo>
                    <a:pt x="28698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81815" y="3566160"/>
            <a:ext cx="961694" cy="960120"/>
            <a:chOff x="0" y="0"/>
            <a:chExt cx="1282258" cy="12801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2258" cy="1280160"/>
            </a:xfrm>
            <a:custGeom>
              <a:avLst/>
              <a:gdLst/>
              <a:ahLst/>
              <a:cxnLst/>
              <a:rect l="l" t="t" r="r" b="b"/>
              <a:pathLst>
                <a:path w="1282258" h="1280160">
                  <a:moveTo>
                    <a:pt x="0" y="0"/>
                  </a:moveTo>
                  <a:lnTo>
                    <a:pt x="1282258" y="0"/>
                  </a:lnTo>
                  <a:lnTo>
                    <a:pt x="12822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175" r="-780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282258" cy="1346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81815" y="4800600"/>
            <a:ext cx="4327621" cy="548640"/>
            <a:chOff x="0" y="0"/>
            <a:chExt cx="5770162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70162" cy="731520"/>
            </a:xfrm>
            <a:custGeom>
              <a:avLst/>
              <a:gdLst/>
              <a:ahLst/>
              <a:cxnLst/>
              <a:rect l="l" t="t" r="r" b="b"/>
              <a:pathLst>
                <a:path w="5770162" h="731520">
                  <a:moveTo>
                    <a:pt x="0" y="0"/>
                  </a:moveTo>
                  <a:lnTo>
                    <a:pt x="5770162" y="0"/>
                  </a:lnTo>
                  <a:lnTo>
                    <a:pt x="577016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444" r="163" b="-1034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5770162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Reminder bubble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1815" y="5417820"/>
            <a:ext cx="4327621" cy="960120"/>
            <a:chOff x="0" y="0"/>
            <a:chExt cx="5770162" cy="12801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70162" cy="1280160"/>
            </a:xfrm>
            <a:custGeom>
              <a:avLst/>
              <a:gdLst/>
              <a:ahLst/>
              <a:cxnLst/>
              <a:rect l="l" t="t" r="r" b="b"/>
              <a:pathLst>
                <a:path w="5770162" h="1280160">
                  <a:moveTo>
                    <a:pt x="0" y="0"/>
                  </a:moveTo>
                  <a:lnTo>
                    <a:pt x="5770162" y="0"/>
                  </a:lnTo>
                  <a:lnTo>
                    <a:pt x="577016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r="163" b="-376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770162" cy="1327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 b="1" i="1">
                  <a:solidFill>
                    <a:srgbClr val="93A9C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“3 friends already posted to Coffee Shop today”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81815" y="6446520"/>
            <a:ext cx="4327621" cy="1234440"/>
            <a:chOff x="0" y="0"/>
            <a:chExt cx="5770162" cy="16459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70162" cy="1645920"/>
            </a:xfrm>
            <a:custGeom>
              <a:avLst/>
              <a:gdLst/>
              <a:ahLst/>
              <a:cxnLst/>
              <a:rect l="l" t="t" r="r" b="b"/>
              <a:pathLst>
                <a:path w="5770162" h="1645920">
                  <a:moveTo>
                    <a:pt x="0" y="0"/>
                  </a:moveTo>
                  <a:lnTo>
                    <a:pt x="5770162" y="0"/>
                  </a:lnTo>
                  <a:lnTo>
                    <a:pt x="577016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r="163" b="-181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5770162" cy="1703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curiosity, not an alert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24204" y="3145155"/>
            <a:ext cx="5171011" cy="4819650"/>
            <a:chOff x="0" y="0"/>
            <a:chExt cx="6894682" cy="6426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94681" cy="6426200"/>
            </a:xfrm>
            <a:custGeom>
              <a:avLst/>
              <a:gdLst/>
              <a:ahLst/>
              <a:cxnLst/>
              <a:rect l="l" t="t" r="r" b="b"/>
              <a:pathLst>
                <a:path w="6894681" h="6426200">
                  <a:moveTo>
                    <a:pt x="0" y="220345"/>
                  </a:moveTo>
                  <a:cubicBezTo>
                    <a:pt x="0" y="98679"/>
                    <a:pt x="98841" y="0"/>
                    <a:pt x="220706" y="0"/>
                  </a:cubicBezTo>
                  <a:lnTo>
                    <a:pt x="6673975" y="0"/>
                  </a:lnTo>
                  <a:cubicBezTo>
                    <a:pt x="6795841" y="0"/>
                    <a:pt x="6894681" y="98679"/>
                    <a:pt x="6894681" y="220345"/>
                  </a:cubicBezTo>
                  <a:lnTo>
                    <a:pt x="6894681" y="6205855"/>
                  </a:lnTo>
                  <a:cubicBezTo>
                    <a:pt x="6894681" y="6327521"/>
                    <a:pt x="6795841" y="6426200"/>
                    <a:pt x="6673976" y="6426200"/>
                  </a:cubicBezTo>
                  <a:lnTo>
                    <a:pt x="220706" y="6426200"/>
                  </a:lnTo>
                  <a:cubicBezTo>
                    <a:pt x="98841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945899" y="3566160"/>
            <a:ext cx="961694" cy="960120"/>
            <a:chOff x="0" y="0"/>
            <a:chExt cx="1282258" cy="12801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2258" cy="1280160"/>
            </a:xfrm>
            <a:custGeom>
              <a:avLst/>
              <a:gdLst/>
              <a:ahLst/>
              <a:cxnLst/>
              <a:rect l="l" t="t" r="r" b="b"/>
              <a:pathLst>
                <a:path w="1282258" h="1280160">
                  <a:moveTo>
                    <a:pt x="0" y="640080"/>
                  </a:moveTo>
                  <a:cubicBezTo>
                    <a:pt x="0" y="286512"/>
                    <a:pt x="286982" y="0"/>
                    <a:pt x="641129" y="0"/>
                  </a:cubicBezTo>
                  <a:cubicBezTo>
                    <a:pt x="995277" y="0"/>
                    <a:pt x="1282258" y="286512"/>
                    <a:pt x="1282258" y="640080"/>
                  </a:cubicBezTo>
                  <a:cubicBezTo>
                    <a:pt x="1282258" y="993648"/>
                    <a:pt x="995277" y="1280160"/>
                    <a:pt x="641129" y="1280160"/>
                  </a:cubicBezTo>
                  <a:cubicBezTo>
                    <a:pt x="28698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45899" y="3566160"/>
            <a:ext cx="961694" cy="960120"/>
            <a:chOff x="0" y="0"/>
            <a:chExt cx="1282258" cy="12801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82258" cy="1280160"/>
            </a:xfrm>
            <a:custGeom>
              <a:avLst/>
              <a:gdLst/>
              <a:ahLst/>
              <a:cxnLst/>
              <a:rect l="l" t="t" r="r" b="b"/>
              <a:pathLst>
                <a:path w="1282258" h="1280160">
                  <a:moveTo>
                    <a:pt x="0" y="0"/>
                  </a:moveTo>
                  <a:lnTo>
                    <a:pt x="1282258" y="0"/>
                  </a:lnTo>
                  <a:lnTo>
                    <a:pt x="12822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175" r="-780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1282258" cy="1346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🔆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945899" y="4800600"/>
            <a:ext cx="4327621" cy="548640"/>
            <a:chOff x="0" y="0"/>
            <a:chExt cx="5770162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770162" cy="731520"/>
            </a:xfrm>
            <a:custGeom>
              <a:avLst/>
              <a:gdLst/>
              <a:ahLst/>
              <a:cxnLst/>
              <a:rect l="l" t="t" r="r" b="b"/>
              <a:pathLst>
                <a:path w="5770162" h="731520">
                  <a:moveTo>
                    <a:pt x="0" y="0"/>
                  </a:moveTo>
                  <a:lnTo>
                    <a:pt x="5770162" y="0"/>
                  </a:lnTo>
                  <a:lnTo>
                    <a:pt x="577016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444" r="163" b="-1034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5770162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 streak cue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45899" y="5417820"/>
            <a:ext cx="4327621" cy="960120"/>
            <a:chOff x="0" y="0"/>
            <a:chExt cx="5770162" cy="12801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770162" cy="1280160"/>
            </a:xfrm>
            <a:custGeom>
              <a:avLst/>
              <a:gdLst/>
              <a:ahLst/>
              <a:cxnLst/>
              <a:rect l="l" t="t" r="r" b="b"/>
              <a:pathLst>
                <a:path w="5770162" h="1280160">
                  <a:moveTo>
                    <a:pt x="0" y="0"/>
                  </a:moveTo>
                  <a:lnTo>
                    <a:pt x="5770162" y="0"/>
                  </a:lnTo>
                  <a:lnTo>
                    <a:pt x="577016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r="163" b="-376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5770162" cy="1327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 b="1" i="1">
                  <a:solidFill>
                    <a:srgbClr val="93A9C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“You’ve been real 3 days in a row”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945899" y="6446520"/>
            <a:ext cx="4327621" cy="1234440"/>
            <a:chOff x="0" y="0"/>
            <a:chExt cx="5770162" cy="16459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770162" cy="1645920"/>
            </a:xfrm>
            <a:custGeom>
              <a:avLst/>
              <a:gdLst/>
              <a:ahLst/>
              <a:cxnLst/>
              <a:rect l="l" t="t" r="r" b="b"/>
              <a:pathLst>
                <a:path w="5770162" h="1645920">
                  <a:moveTo>
                    <a:pt x="0" y="0"/>
                  </a:moveTo>
                  <a:lnTo>
                    <a:pt x="5770162" y="0"/>
                  </a:lnTo>
                  <a:lnTo>
                    <a:pt x="577016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r="163" b="-181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5770162" cy="1703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loss framing, no streak-breaking guilt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088289" y="3145155"/>
            <a:ext cx="5171011" cy="4819650"/>
            <a:chOff x="0" y="0"/>
            <a:chExt cx="6894682" cy="6426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94681" cy="6426200"/>
            </a:xfrm>
            <a:custGeom>
              <a:avLst/>
              <a:gdLst/>
              <a:ahLst/>
              <a:cxnLst/>
              <a:rect l="l" t="t" r="r" b="b"/>
              <a:pathLst>
                <a:path w="6894681" h="6426200">
                  <a:moveTo>
                    <a:pt x="0" y="220345"/>
                  </a:moveTo>
                  <a:cubicBezTo>
                    <a:pt x="0" y="98679"/>
                    <a:pt x="98841" y="0"/>
                    <a:pt x="220706" y="0"/>
                  </a:cubicBezTo>
                  <a:lnTo>
                    <a:pt x="6673975" y="0"/>
                  </a:lnTo>
                  <a:cubicBezTo>
                    <a:pt x="6795841" y="0"/>
                    <a:pt x="6894681" y="98679"/>
                    <a:pt x="6894681" y="220345"/>
                  </a:cubicBezTo>
                  <a:lnTo>
                    <a:pt x="6894681" y="6205855"/>
                  </a:lnTo>
                  <a:cubicBezTo>
                    <a:pt x="6894681" y="6327521"/>
                    <a:pt x="6795841" y="6426200"/>
                    <a:pt x="6673976" y="6426200"/>
                  </a:cubicBezTo>
                  <a:lnTo>
                    <a:pt x="220706" y="6426200"/>
                  </a:lnTo>
                  <a:cubicBezTo>
                    <a:pt x="98841" y="6426200"/>
                    <a:pt x="0" y="6327521"/>
                    <a:pt x="0" y="6205855"/>
                  </a:cubicBezTo>
                  <a:close/>
                </a:path>
              </a:pathLst>
            </a:custGeom>
            <a:solidFill>
              <a:srgbClr val="FAFAF8"/>
            </a:solidFill>
            <a:ln w="19050" cap="sq">
              <a:solidFill>
                <a:srgbClr val="E4E0D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509984" y="3566160"/>
            <a:ext cx="961694" cy="960120"/>
            <a:chOff x="0" y="0"/>
            <a:chExt cx="1282258" cy="12801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82258" cy="1280160"/>
            </a:xfrm>
            <a:custGeom>
              <a:avLst/>
              <a:gdLst/>
              <a:ahLst/>
              <a:cxnLst/>
              <a:rect l="l" t="t" r="r" b="b"/>
              <a:pathLst>
                <a:path w="1282258" h="1280160">
                  <a:moveTo>
                    <a:pt x="0" y="640080"/>
                  </a:moveTo>
                  <a:cubicBezTo>
                    <a:pt x="0" y="286512"/>
                    <a:pt x="286982" y="0"/>
                    <a:pt x="641129" y="0"/>
                  </a:cubicBezTo>
                  <a:cubicBezTo>
                    <a:pt x="995277" y="0"/>
                    <a:pt x="1282258" y="286512"/>
                    <a:pt x="1282258" y="640080"/>
                  </a:cubicBezTo>
                  <a:cubicBezTo>
                    <a:pt x="1282258" y="993648"/>
                    <a:pt x="995277" y="1280160"/>
                    <a:pt x="641129" y="1280160"/>
                  </a:cubicBezTo>
                  <a:cubicBezTo>
                    <a:pt x="28698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509984" y="3566160"/>
            <a:ext cx="961694" cy="960120"/>
            <a:chOff x="0" y="0"/>
            <a:chExt cx="1282258" cy="12801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82258" cy="1280160"/>
            </a:xfrm>
            <a:custGeom>
              <a:avLst/>
              <a:gdLst/>
              <a:ahLst/>
              <a:cxnLst/>
              <a:rect l="l" t="t" r="r" b="b"/>
              <a:pathLst>
                <a:path w="1282258" h="1280160">
                  <a:moveTo>
                    <a:pt x="0" y="0"/>
                  </a:moveTo>
                  <a:lnTo>
                    <a:pt x="1282258" y="0"/>
                  </a:lnTo>
                  <a:lnTo>
                    <a:pt x="128225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175" r="-780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1282258" cy="1346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509984" y="4800600"/>
            <a:ext cx="4327621" cy="548640"/>
            <a:chOff x="0" y="0"/>
            <a:chExt cx="5770162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770162" cy="731520"/>
            </a:xfrm>
            <a:custGeom>
              <a:avLst/>
              <a:gdLst/>
              <a:ahLst/>
              <a:cxnLst/>
              <a:rect l="l" t="t" r="r" b="b"/>
              <a:pathLst>
                <a:path w="5770162" h="731520">
                  <a:moveTo>
                    <a:pt x="0" y="0"/>
                  </a:moveTo>
                  <a:lnTo>
                    <a:pt x="5770162" y="0"/>
                  </a:lnTo>
                  <a:lnTo>
                    <a:pt x="577016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444" r="163" b="-1034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5770162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Come-back banner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509984" y="5417820"/>
            <a:ext cx="4327621" cy="960120"/>
            <a:chOff x="0" y="0"/>
            <a:chExt cx="5770162" cy="12801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770162" cy="1280160"/>
            </a:xfrm>
            <a:custGeom>
              <a:avLst/>
              <a:gdLst/>
              <a:ahLst/>
              <a:cxnLst/>
              <a:rect l="l" t="t" r="r" b="b"/>
              <a:pathLst>
                <a:path w="5770162" h="1280160">
                  <a:moveTo>
                    <a:pt x="0" y="0"/>
                  </a:moveTo>
                  <a:lnTo>
                    <a:pt x="5770162" y="0"/>
                  </a:lnTo>
                  <a:lnTo>
                    <a:pt x="577016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r="163" b="-3768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5770162" cy="1327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 b="1" i="1">
                  <a:solidFill>
                    <a:srgbClr val="93A9C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“Come back tomorrow for a new theme”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509984" y="6446520"/>
            <a:ext cx="4327621" cy="1234440"/>
            <a:chOff x="0" y="0"/>
            <a:chExt cx="5770162" cy="16459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770162" cy="1645920"/>
            </a:xfrm>
            <a:custGeom>
              <a:avLst/>
              <a:gdLst/>
              <a:ahLst/>
              <a:cxnLst/>
              <a:rect l="l" t="t" r="r" b="b"/>
              <a:pathLst>
                <a:path w="5770162" h="1645920">
                  <a:moveTo>
                    <a:pt x="0" y="0"/>
                  </a:moveTo>
                  <a:lnTo>
                    <a:pt x="5770162" y="0"/>
                  </a:lnTo>
                  <a:lnTo>
                    <a:pt x="577016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97" r="163" b="-181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5770162" cy="1703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5B5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Sets up tomorrow’s open without pushing it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0120" y="3255259"/>
            <a:ext cx="7132320" cy="1640307"/>
            <a:chOff x="0" y="0"/>
            <a:chExt cx="9509760" cy="21870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09760" cy="2187077"/>
            </a:xfrm>
            <a:custGeom>
              <a:avLst/>
              <a:gdLst/>
              <a:ahLst/>
              <a:cxnLst/>
              <a:rect l="l" t="t" r="r" b="b"/>
              <a:pathLst>
                <a:path w="9509760" h="2187077">
                  <a:moveTo>
                    <a:pt x="0" y="0"/>
                  </a:moveTo>
                  <a:lnTo>
                    <a:pt x="9509760" y="0"/>
                  </a:lnTo>
                  <a:lnTo>
                    <a:pt x="9509760" y="2187077"/>
                  </a:lnTo>
                  <a:lnTo>
                    <a:pt x="0" y="2187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358" r="-101923" b="-11079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9509760" cy="21489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16"/>
                </a:lnSpc>
              </a:pPr>
              <a:r>
                <a:rPr lang="en-US" sz="47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Your daily BeReal,</a:t>
              </a:r>
            </a:p>
            <a:p>
              <a:pPr algn="l">
                <a:lnSpc>
                  <a:spcPts val="5120"/>
                </a:lnSpc>
              </a:pPr>
              <a:r>
                <a:rPr lang="en-US" sz="4799" b="1" dirty="0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now stamped.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230853"/>
            <a:ext cx="8115300" cy="951704"/>
            <a:chOff x="0" y="0"/>
            <a:chExt cx="10820400" cy="12689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20400" cy="1268938"/>
            </a:xfrm>
            <a:custGeom>
              <a:avLst/>
              <a:gdLst/>
              <a:ahLst/>
              <a:cxnLst/>
              <a:rect l="l" t="t" r="r" b="b"/>
              <a:pathLst>
                <a:path w="10820400" h="1268938">
                  <a:moveTo>
                    <a:pt x="0" y="0"/>
                  </a:moveTo>
                  <a:lnTo>
                    <a:pt x="10820400" y="0"/>
                  </a:lnTo>
                  <a:lnTo>
                    <a:pt x="10820400" y="1268938"/>
                  </a:lnTo>
                  <a:lnTo>
                    <a:pt x="0" y="12689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9434" r="-35211" b="-14987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820400" cy="1326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 everyday moments with your squad. Create a shared monthly board, unlock playful passport stamps, and save the months as a capsule. No public likes. No filters. Just your people.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4410" y="7135057"/>
            <a:ext cx="8115300" cy="996431"/>
            <a:chOff x="0" y="0"/>
            <a:chExt cx="10820400" cy="13285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20400" cy="1328574"/>
            </a:xfrm>
            <a:custGeom>
              <a:avLst/>
              <a:gdLst/>
              <a:ahLst/>
              <a:cxnLst/>
              <a:rect l="l" t="t" r="r" b="b"/>
              <a:pathLst>
                <a:path w="10820400" h="1328574">
                  <a:moveTo>
                    <a:pt x="0" y="0"/>
                  </a:moveTo>
                  <a:lnTo>
                    <a:pt x="10820400" y="0"/>
                  </a:lnTo>
                  <a:lnTo>
                    <a:pt x="10820400" y="1328574"/>
                  </a:lnTo>
                  <a:lnTo>
                    <a:pt x="0" y="13285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0482" r="-35211" b="-1386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0820400" cy="1385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800" b="1" spc="59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flow:</a:t>
              </a:r>
              <a:r>
                <a:rPr lang="en-US" sz="1800" b="1" spc="5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Try to capture button, choose a community board after the photo, react to a board moment, and explore the Octorber Passport and Vault.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0120" y="8866331"/>
            <a:ext cx="8183880" cy="996431"/>
            <a:chOff x="0" y="0"/>
            <a:chExt cx="10911840" cy="13285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11840" cy="1328574"/>
            </a:xfrm>
            <a:custGeom>
              <a:avLst/>
              <a:gdLst/>
              <a:ahLst/>
              <a:cxnLst/>
              <a:rect l="l" t="t" r="r" b="b"/>
              <a:pathLst>
                <a:path w="10911840" h="1328574">
                  <a:moveTo>
                    <a:pt x="0" y="0"/>
                  </a:moveTo>
                  <a:lnTo>
                    <a:pt x="10911840" y="0"/>
                  </a:lnTo>
                  <a:lnTo>
                    <a:pt x="10911840" y="1328574"/>
                  </a:lnTo>
                  <a:lnTo>
                    <a:pt x="0" y="13285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0482" r="-34078" b="-1386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911840" cy="1385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Pitch-black canvas • Candid dual-camera feel  • Tactile pastel stamp ink  •  Private squad reactions  • Monthly collection loop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0120" y="8500846"/>
            <a:ext cx="7200900" cy="365485"/>
            <a:chOff x="0" y="0"/>
            <a:chExt cx="12326657" cy="6256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26657" cy="625645"/>
            </a:xfrm>
            <a:custGeom>
              <a:avLst/>
              <a:gdLst/>
              <a:ahLst/>
              <a:cxnLst/>
              <a:rect l="l" t="t" r="r" b="b"/>
              <a:pathLst>
                <a:path w="12326657" h="625645">
                  <a:moveTo>
                    <a:pt x="0" y="0"/>
                  </a:moveTo>
                  <a:lnTo>
                    <a:pt x="12326657" y="0"/>
                  </a:lnTo>
                  <a:lnTo>
                    <a:pt x="12326657" y="625645"/>
                  </a:lnTo>
                  <a:lnTo>
                    <a:pt x="0" y="6256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4494" r="-18689" b="-4068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2326657" cy="6446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 PRINCIPLES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6363532"/>
            <a:ext cx="1521430" cy="640111"/>
            <a:chOff x="0" y="0"/>
            <a:chExt cx="400706" cy="16858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0706" cy="168589"/>
            </a:xfrm>
            <a:custGeom>
              <a:avLst/>
              <a:gdLst/>
              <a:ahLst/>
              <a:cxnLst/>
              <a:rect l="l" t="t" r="r" b="b"/>
              <a:pathLst>
                <a:path w="400706" h="168589">
                  <a:moveTo>
                    <a:pt x="84294" y="0"/>
                  </a:moveTo>
                  <a:lnTo>
                    <a:pt x="316411" y="0"/>
                  </a:lnTo>
                  <a:cubicBezTo>
                    <a:pt x="362966" y="0"/>
                    <a:pt x="400706" y="37740"/>
                    <a:pt x="400706" y="84294"/>
                  </a:cubicBezTo>
                  <a:lnTo>
                    <a:pt x="400706" y="84294"/>
                  </a:lnTo>
                  <a:cubicBezTo>
                    <a:pt x="400706" y="130849"/>
                    <a:pt x="362966" y="168589"/>
                    <a:pt x="316411" y="168589"/>
                  </a:cubicBezTo>
                  <a:lnTo>
                    <a:pt x="84294" y="168589"/>
                  </a:lnTo>
                  <a:cubicBezTo>
                    <a:pt x="37740" y="168589"/>
                    <a:pt x="0" y="130849"/>
                    <a:pt x="0" y="84294"/>
                  </a:cubicBezTo>
                  <a:lnTo>
                    <a:pt x="0" y="84294"/>
                  </a:lnTo>
                  <a:cubicBezTo>
                    <a:pt x="0" y="37740"/>
                    <a:pt x="37740" y="0"/>
                    <a:pt x="84294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400706" cy="197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r>
                <a:rPr lang="en-US" sz="10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• Capture First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072267" y="6363532"/>
            <a:ext cx="1488303" cy="602940"/>
            <a:chOff x="0" y="0"/>
            <a:chExt cx="391981" cy="15879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91981" cy="158799"/>
            </a:xfrm>
            <a:custGeom>
              <a:avLst/>
              <a:gdLst/>
              <a:ahLst/>
              <a:cxnLst/>
              <a:rect l="l" t="t" r="r" b="b"/>
              <a:pathLst>
                <a:path w="391981" h="158799">
                  <a:moveTo>
                    <a:pt x="79400" y="0"/>
                  </a:moveTo>
                  <a:lnTo>
                    <a:pt x="312581" y="0"/>
                  </a:lnTo>
                  <a:cubicBezTo>
                    <a:pt x="333639" y="0"/>
                    <a:pt x="353835" y="8365"/>
                    <a:pt x="368725" y="23256"/>
                  </a:cubicBezTo>
                  <a:cubicBezTo>
                    <a:pt x="383616" y="38146"/>
                    <a:pt x="391981" y="58341"/>
                    <a:pt x="391981" y="79400"/>
                  </a:cubicBezTo>
                  <a:lnTo>
                    <a:pt x="391981" y="79400"/>
                  </a:lnTo>
                  <a:cubicBezTo>
                    <a:pt x="391981" y="100458"/>
                    <a:pt x="383616" y="120653"/>
                    <a:pt x="368725" y="135543"/>
                  </a:cubicBezTo>
                  <a:cubicBezTo>
                    <a:pt x="353835" y="150434"/>
                    <a:pt x="333639" y="158799"/>
                    <a:pt x="312581" y="158799"/>
                  </a:cubicBezTo>
                  <a:lnTo>
                    <a:pt x="79400" y="158799"/>
                  </a:lnTo>
                  <a:cubicBezTo>
                    <a:pt x="58341" y="158799"/>
                    <a:pt x="38146" y="150434"/>
                    <a:pt x="23256" y="135543"/>
                  </a:cubicBezTo>
                  <a:cubicBezTo>
                    <a:pt x="8365" y="120653"/>
                    <a:pt x="0" y="100458"/>
                    <a:pt x="0" y="79400"/>
                  </a:cubicBezTo>
                  <a:lnTo>
                    <a:pt x="0" y="79400"/>
                  </a:lnTo>
                  <a:cubicBezTo>
                    <a:pt x="0" y="58341"/>
                    <a:pt x="8365" y="38146"/>
                    <a:pt x="23256" y="23256"/>
                  </a:cubicBezTo>
                  <a:cubicBezTo>
                    <a:pt x="38146" y="8365"/>
                    <a:pt x="58341" y="0"/>
                    <a:pt x="79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391981" cy="187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r>
                <a:rPr lang="en-US" sz="10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•Pick a Board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52060" y="6351142"/>
            <a:ext cx="1488303" cy="615331"/>
            <a:chOff x="0" y="0"/>
            <a:chExt cx="391981" cy="16206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1981" cy="162062"/>
            </a:xfrm>
            <a:custGeom>
              <a:avLst/>
              <a:gdLst/>
              <a:ahLst/>
              <a:cxnLst/>
              <a:rect l="l" t="t" r="r" b="b"/>
              <a:pathLst>
                <a:path w="391981" h="162062">
                  <a:moveTo>
                    <a:pt x="81031" y="0"/>
                  </a:moveTo>
                  <a:lnTo>
                    <a:pt x="310950" y="0"/>
                  </a:lnTo>
                  <a:cubicBezTo>
                    <a:pt x="332441" y="0"/>
                    <a:pt x="353051" y="8537"/>
                    <a:pt x="368247" y="23733"/>
                  </a:cubicBezTo>
                  <a:cubicBezTo>
                    <a:pt x="383444" y="38930"/>
                    <a:pt x="391981" y="59540"/>
                    <a:pt x="391981" y="81031"/>
                  </a:cubicBezTo>
                  <a:lnTo>
                    <a:pt x="391981" y="81031"/>
                  </a:lnTo>
                  <a:cubicBezTo>
                    <a:pt x="391981" y="125783"/>
                    <a:pt x="355702" y="162062"/>
                    <a:pt x="310950" y="162062"/>
                  </a:cubicBezTo>
                  <a:lnTo>
                    <a:pt x="81031" y="162062"/>
                  </a:lnTo>
                  <a:cubicBezTo>
                    <a:pt x="59540" y="162062"/>
                    <a:pt x="38930" y="153525"/>
                    <a:pt x="23733" y="138329"/>
                  </a:cubicBezTo>
                  <a:cubicBezTo>
                    <a:pt x="8537" y="123133"/>
                    <a:pt x="0" y="102522"/>
                    <a:pt x="0" y="81031"/>
                  </a:cubicBezTo>
                  <a:lnTo>
                    <a:pt x="0" y="81031"/>
                  </a:lnTo>
                  <a:cubicBezTo>
                    <a:pt x="0" y="59540"/>
                    <a:pt x="8537" y="38930"/>
                    <a:pt x="23733" y="23733"/>
                  </a:cubicBezTo>
                  <a:cubicBezTo>
                    <a:pt x="38930" y="8537"/>
                    <a:pt x="59540" y="0"/>
                    <a:pt x="81031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391981" cy="190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r>
                <a:rPr lang="en-US" sz="10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•Collect Stamps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64238" y="6351142"/>
            <a:ext cx="1474710" cy="568818"/>
            <a:chOff x="0" y="0"/>
            <a:chExt cx="388401" cy="1498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8401" cy="149812"/>
            </a:xfrm>
            <a:custGeom>
              <a:avLst/>
              <a:gdLst/>
              <a:ahLst/>
              <a:cxnLst/>
              <a:rect l="l" t="t" r="r" b="b"/>
              <a:pathLst>
                <a:path w="388401" h="149812">
                  <a:moveTo>
                    <a:pt x="74906" y="0"/>
                  </a:moveTo>
                  <a:lnTo>
                    <a:pt x="313495" y="0"/>
                  </a:lnTo>
                  <a:cubicBezTo>
                    <a:pt x="354864" y="0"/>
                    <a:pt x="388401" y="33537"/>
                    <a:pt x="388401" y="74906"/>
                  </a:cubicBezTo>
                  <a:lnTo>
                    <a:pt x="388401" y="74906"/>
                  </a:lnTo>
                  <a:cubicBezTo>
                    <a:pt x="388401" y="94772"/>
                    <a:pt x="380509" y="113825"/>
                    <a:pt x="366462" y="127873"/>
                  </a:cubicBezTo>
                  <a:cubicBezTo>
                    <a:pt x="352414" y="141920"/>
                    <a:pt x="333361" y="149812"/>
                    <a:pt x="313495" y="149812"/>
                  </a:cubicBezTo>
                  <a:lnTo>
                    <a:pt x="74906" y="149812"/>
                  </a:lnTo>
                  <a:cubicBezTo>
                    <a:pt x="33537" y="149812"/>
                    <a:pt x="0" y="116276"/>
                    <a:pt x="0" y="74906"/>
                  </a:cubicBezTo>
                  <a:lnTo>
                    <a:pt x="0" y="74906"/>
                  </a:lnTo>
                  <a:cubicBezTo>
                    <a:pt x="0" y="33537"/>
                    <a:pt x="33537" y="0"/>
                    <a:pt x="74906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388401" cy="178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r>
                <a:rPr lang="en-US" sz="10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•Archive Together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076973" y="847874"/>
            <a:ext cx="4182327" cy="8335043"/>
            <a:chOff x="0" y="-79455"/>
            <a:chExt cx="5576435" cy="11113391"/>
          </a:xfrm>
        </p:grpSpPr>
        <p:grpSp>
          <p:nvGrpSpPr>
            <p:cNvPr id="39" name="Group 39"/>
            <p:cNvGrpSpPr>
              <a:grpSpLocks noChangeAspect="1"/>
            </p:cNvGrpSpPr>
            <p:nvPr/>
          </p:nvGrpSpPr>
          <p:grpSpPr>
            <a:xfrm>
              <a:off x="0" y="0"/>
              <a:ext cx="5576435" cy="11033936"/>
              <a:chOff x="0" y="0"/>
              <a:chExt cx="2620010" cy="518414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32110" y="-79455"/>
              <a:ext cx="5089955" cy="10899776"/>
              <a:chOff x="0" y="-47625"/>
              <a:chExt cx="1005423" cy="215304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54" name="Freeform 54"/>
            <p:cNvSpPr/>
            <p:nvPr/>
          </p:nvSpPr>
          <p:spPr>
            <a:xfrm>
              <a:off x="345184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3" y="0"/>
                  </a:lnTo>
                  <a:lnTo>
                    <a:pt x="942673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607468" y="812658"/>
              <a:ext cx="418106" cy="529248"/>
            </a:xfrm>
            <a:custGeom>
              <a:avLst/>
              <a:gdLst/>
              <a:ahLst/>
              <a:cxnLst/>
              <a:rect l="l" t="t" r="r" b="b"/>
              <a:pathLst>
                <a:path w="418106" h="529248">
                  <a:moveTo>
                    <a:pt x="0" y="0"/>
                  </a:moveTo>
                  <a:lnTo>
                    <a:pt x="418106" y="0"/>
                  </a:lnTo>
                  <a:lnTo>
                    <a:pt x="418106" y="529248"/>
                  </a:lnTo>
                  <a:lnTo>
                    <a:pt x="0" y="52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4020713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2" y="0"/>
                  </a:lnTo>
                  <a:lnTo>
                    <a:pt x="942672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4252646" y="795632"/>
              <a:ext cx="478806" cy="563301"/>
            </a:xfrm>
            <a:custGeom>
              <a:avLst/>
              <a:gdLst/>
              <a:ahLst/>
              <a:cxnLst/>
              <a:rect l="l" t="t" r="r" b="b"/>
              <a:pathLst>
                <a:path w="478806" h="563301">
                  <a:moveTo>
                    <a:pt x="0" y="0"/>
                  </a:moveTo>
                  <a:lnTo>
                    <a:pt x="478806" y="0"/>
                  </a:lnTo>
                  <a:lnTo>
                    <a:pt x="478806" y="563301"/>
                  </a:lnTo>
                  <a:lnTo>
                    <a:pt x="0" y="5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841859" y="1872119"/>
              <a:ext cx="1578858" cy="458279"/>
              <a:chOff x="0" y="0"/>
              <a:chExt cx="1892503" cy="54931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892503" cy="549318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549318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549318"/>
                    </a:lnTo>
                    <a:lnTo>
                      <a:pt x="0" y="5493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22997" r="-914656" b="-739273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0"/>
                <a:ext cx="1892503" cy="5493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913191" y="1948109"/>
              <a:ext cx="2318060" cy="382289"/>
              <a:chOff x="0" y="0"/>
              <a:chExt cx="2778550" cy="458232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2778550" cy="458232"/>
              </a:xfrm>
              <a:custGeom>
                <a:avLst/>
                <a:gdLst/>
                <a:ahLst/>
                <a:cxnLst/>
                <a:rect l="l" t="t" r="r" b="b"/>
                <a:pathLst>
                  <a:path w="2778550" h="458232">
                    <a:moveTo>
                      <a:pt x="0" y="0"/>
                    </a:moveTo>
                    <a:lnTo>
                      <a:pt x="2778550" y="0"/>
                    </a:lnTo>
                    <a:lnTo>
                      <a:pt x="2778550" y="458232"/>
                    </a:lnTo>
                    <a:lnTo>
                      <a:pt x="0" y="45823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26957" r="-591094" b="-90610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0"/>
                <a:ext cx="2778550" cy="4582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Friends of Friends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377249" y="9549613"/>
              <a:ext cx="4854002" cy="1062208"/>
              <a:chOff x="0" y="0"/>
              <a:chExt cx="958815" cy="20981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1998789" y="605946"/>
              <a:ext cx="1578858" cy="957431"/>
              <a:chOff x="0" y="0"/>
              <a:chExt cx="1578858" cy="957431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72" name="Freeform 72"/>
            <p:cNvSpPr/>
            <p:nvPr/>
          </p:nvSpPr>
          <p:spPr>
            <a:xfrm>
              <a:off x="713612" y="9888564"/>
              <a:ext cx="256494" cy="238539"/>
            </a:xfrm>
            <a:custGeom>
              <a:avLst/>
              <a:gdLst/>
              <a:ahLst/>
              <a:cxnLst/>
              <a:rect l="l" t="t" r="r" b="b"/>
              <a:pathLst>
                <a:path w="256494" h="238539">
                  <a:moveTo>
                    <a:pt x="0" y="0"/>
                  </a:moveTo>
                  <a:lnTo>
                    <a:pt x="256494" y="0"/>
                  </a:lnTo>
                  <a:lnTo>
                    <a:pt x="256494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1734675" y="9888564"/>
              <a:ext cx="265043" cy="238539"/>
            </a:xfrm>
            <a:custGeom>
              <a:avLst/>
              <a:gdLst/>
              <a:ahLst/>
              <a:cxnLst/>
              <a:rect l="l" t="t" r="r" b="b"/>
              <a:pathLst>
                <a:path w="265043" h="238539">
                  <a:moveTo>
                    <a:pt x="0" y="0"/>
                  </a:moveTo>
                  <a:lnTo>
                    <a:pt x="265043" y="0"/>
                  </a:lnTo>
                  <a:lnTo>
                    <a:pt x="265043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4"/>
            <p:cNvSpPr/>
            <p:nvPr/>
          </p:nvSpPr>
          <p:spPr>
            <a:xfrm>
              <a:off x="3577647" y="9765887"/>
              <a:ext cx="371258" cy="373124"/>
            </a:xfrm>
            <a:custGeom>
              <a:avLst/>
              <a:gdLst/>
              <a:ahLst/>
              <a:cxnLst/>
              <a:rect l="l" t="t" r="r" b="b"/>
              <a:pathLst>
                <a:path w="371258" h="373124">
                  <a:moveTo>
                    <a:pt x="0" y="0"/>
                  </a:moveTo>
                  <a:lnTo>
                    <a:pt x="371258" y="0"/>
                  </a:lnTo>
                  <a:lnTo>
                    <a:pt x="371258" y="373124"/>
                  </a:lnTo>
                  <a:lnTo>
                    <a:pt x="0" y="37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4535455" y="9735621"/>
              <a:ext cx="433657" cy="433657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7" name="Freeform 77"/>
            <p:cNvSpPr/>
            <p:nvPr/>
          </p:nvSpPr>
          <p:spPr>
            <a:xfrm>
              <a:off x="2464456" y="9747998"/>
              <a:ext cx="620166" cy="620166"/>
            </a:xfrm>
            <a:custGeom>
              <a:avLst/>
              <a:gdLst/>
              <a:ahLst/>
              <a:cxnLst/>
              <a:rect l="l" t="t" r="r" b="b"/>
              <a:pathLst>
                <a:path w="620166" h="620166">
                  <a:moveTo>
                    <a:pt x="0" y="0"/>
                  </a:moveTo>
                  <a:lnTo>
                    <a:pt x="620166" y="0"/>
                  </a:lnTo>
                  <a:lnTo>
                    <a:pt x="620166" y="620167"/>
                  </a:lnTo>
                  <a:lnTo>
                    <a:pt x="0" y="620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8"/>
            <p:cNvSpPr/>
            <p:nvPr/>
          </p:nvSpPr>
          <p:spPr>
            <a:xfrm>
              <a:off x="2567835" y="9889618"/>
              <a:ext cx="413408" cy="336928"/>
            </a:xfrm>
            <a:custGeom>
              <a:avLst/>
              <a:gdLst/>
              <a:ahLst/>
              <a:cxnLst/>
              <a:rect l="l" t="t" r="r" b="b"/>
              <a:pathLst>
                <a:path w="413408" h="336928">
                  <a:moveTo>
                    <a:pt x="0" y="0"/>
                  </a:moveTo>
                  <a:lnTo>
                    <a:pt x="413408" y="0"/>
                  </a:lnTo>
                  <a:lnTo>
                    <a:pt x="413408" y="336927"/>
                  </a:lnTo>
                  <a:lnTo>
                    <a:pt x="0" y="336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55305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480643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376722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365730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583567" y="2479427"/>
              <a:ext cx="1382216" cy="533744"/>
              <a:chOff x="0" y="0"/>
              <a:chExt cx="313847" cy="121192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871022" y="2472874"/>
              <a:ext cx="890762" cy="546849"/>
              <a:chOff x="0" y="0"/>
              <a:chExt cx="1559557" cy="957431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0" y="0"/>
                <a:ext cx="1559557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Today</a:t>
                </a: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2097110" y="2472874"/>
              <a:ext cx="1382216" cy="533744"/>
              <a:chOff x="0" y="0"/>
              <a:chExt cx="313847" cy="121192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2385620" y="2472874"/>
              <a:ext cx="809349" cy="546849"/>
              <a:chOff x="0" y="0"/>
              <a:chExt cx="1417019" cy="957431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1417019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7019" h="957431">
                    <a:moveTo>
                      <a:pt x="0" y="0"/>
                    </a:moveTo>
                    <a:lnTo>
                      <a:pt x="1417019" y="0"/>
                    </a:lnTo>
                    <a:lnTo>
                      <a:pt x="1417019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512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0"/>
                <a:ext cx="1417019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Board</a:t>
                </a: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3610652" y="2466321"/>
              <a:ext cx="1382216" cy="533744"/>
              <a:chOff x="0" y="0"/>
              <a:chExt cx="313847" cy="121192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3846006" y="2466321"/>
              <a:ext cx="911509" cy="546849"/>
              <a:chOff x="0" y="0"/>
              <a:chExt cx="1595882" cy="957431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1595882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95882" h="957431">
                    <a:moveTo>
                      <a:pt x="0" y="0"/>
                    </a:moveTo>
                    <a:lnTo>
                      <a:pt x="1595882" y="0"/>
                    </a:lnTo>
                    <a:lnTo>
                      <a:pt x="1595882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03247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0"/>
                <a:ext cx="1595882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Passport</a:t>
                </a:r>
              </a:p>
            </p:txBody>
          </p:sp>
        </p:grp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13DF43AA-1C47-6C45-83FF-D79C7C1526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" t="90" b="1"/>
          <a:stretch>
            <a:fillRect/>
          </a:stretch>
        </p:blipFill>
        <p:spPr>
          <a:xfrm>
            <a:off x="13339174" y="3309063"/>
            <a:ext cx="36576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1032388" y="3557952"/>
            <a:ext cx="4296770" cy="1303020"/>
            <a:chOff x="0" y="0"/>
            <a:chExt cx="5729027" cy="173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29027" cy="1737360"/>
            </a:xfrm>
            <a:custGeom>
              <a:avLst/>
              <a:gdLst/>
              <a:ahLst/>
              <a:cxnLst/>
              <a:rect l="l" t="t" r="r" b="b"/>
              <a:pathLst>
                <a:path w="5729027" h="1737360">
                  <a:moveTo>
                    <a:pt x="0" y="0"/>
                  </a:moveTo>
                  <a:lnTo>
                    <a:pt x="5729027" y="0"/>
                  </a:lnTo>
                  <a:lnTo>
                    <a:pt x="5729027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235177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729027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Today Screen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4297" y="4889547"/>
            <a:ext cx="4296770" cy="3609179"/>
            <a:chOff x="0" y="0"/>
            <a:chExt cx="5729027" cy="48122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29027" cy="4812238"/>
            </a:xfrm>
            <a:custGeom>
              <a:avLst/>
              <a:gdLst/>
              <a:ahLst/>
              <a:cxnLst/>
              <a:rect l="l" t="t" r="r" b="b"/>
              <a:pathLst>
                <a:path w="5729027" h="4812238">
                  <a:moveTo>
                    <a:pt x="0" y="0"/>
                  </a:moveTo>
                  <a:lnTo>
                    <a:pt x="5729027" y="0"/>
                  </a:lnTo>
                  <a:lnTo>
                    <a:pt x="5729027" y="4812238"/>
                  </a:lnTo>
                  <a:lnTo>
                    <a:pt x="0" y="4812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588" r="-155373" b="341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729027" cy="4869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will receive an alert prompt at 12:00 AM their local time.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Specific time to reset for tracking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opens app at their convenience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dependent of Timed posting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of 3 New Views for feature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button for user to opt-in to join Community Boards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Opt-out default if user does not opt-in</a:t>
              </a:r>
            </a:p>
            <a:p>
              <a:pPr algn="l">
                <a:lnSpc>
                  <a:spcPts val="2340"/>
                </a:lnSpc>
              </a:pPr>
              <a:endParaRPr lang="en-US" sz="1800" spc="5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340"/>
                </a:lnSpc>
              </a:pPr>
              <a:endParaRPr lang="en-US" sz="1800" spc="5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77601" y="9382719"/>
            <a:ext cx="3532819" cy="601474"/>
            <a:chOff x="0" y="0"/>
            <a:chExt cx="5623571" cy="9574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23571" cy="957431"/>
            </a:xfrm>
            <a:custGeom>
              <a:avLst/>
              <a:gdLst/>
              <a:ahLst/>
              <a:cxnLst/>
              <a:rect l="l" t="t" r="r" b="b"/>
              <a:pathLst>
                <a:path w="5623571" h="957431">
                  <a:moveTo>
                    <a:pt x="0" y="0"/>
                  </a:moveTo>
                  <a:lnTo>
                    <a:pt x="5623571" y="0"/>
                  </a:lnTo>
                  <a:lnTo>
                    <a:pt x="5623571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241462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623571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Receives Daily Alert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036474" y="9382719"/>
            <a:ext cx="3142809" cy="601474"/>
            <a:chOff x="0" y="0"/>
            <a:chExt cx="5002749" cy="9574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02749" cy="957431"/>
            </a:xfrm>
            <a:custGeom>
              <a:avLst/>
              <a:gdLst/>
              <a:ahLst/>
              <a:cxnLst/>
              <a:rect l="l" t="t" r="r" b="b"/>
              <a:pathLst>
                <a:path w="5002749" h="957431">
                  <a:moveTo>
                    <a:pt x="0" y="0"/>
                  </a:moveTo>
                  <a:lnTo>
                    <a:pt x="5002749" y="0"/>
                  </a:lnTo>
                  <a:lnTo>
                    <a:pt x="5002749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283836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002749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Opens App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5325" y="966953"/>
            <a:ext cx="4182327" cy="8275452"/>
            <a:chOff x="0" y="0"/>
            <a:chExt cx="5576435" cy="110339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0" y="0"/>
              <a:ext cx="5576435" cy="11033936"/>
              <a:chOff x="0" y="0"/>
              <a:chExt cx="2620010" cy="518414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32110" y="161647"/>
              <a:ext cx="5089955" cy="10658674"/>
              <a:chOff x="0" y="0"/>
              <a:chExt cx="1005423" cy="210541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45184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3" y="0"/>
                  </a:lnTo>
                  <a:lnTo>
                    <a:pt x="942673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607468" y="812658"/>
              <a:ext cx="418106" cy="529248"/>
            </a:xfrm>
            <a:custGeom>
              <a:avLst/>
              <a:gdLst/>
              <a:ahLst/>
              <a:cxnLst/>
              <a:rect l="l" t="t" r="r" b="b"/>
              <a:pathLst>
                <a:path w="418106" h="529248">
                  <a:moveTo>
                    <a:pt x="0" y="0"/>
                  </a:moveTo>
                  <a:lnTo>
                    <a:pt x="418106" y="0"/>
                  </a:lnTo>
                  <a:lnTo>
                    <a:pt x="418106" y="529248"/>
                  </a:lnTo>
                  <a:lnTo>
                    <a:pt x="0" y="52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020713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2" y="0"/>
                  </a:lnTo>
                  <a:lnTo>
                    <a:pt x="942672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252646" y="795632"/>
              <a:ext cx="478806" cy="563301"/>
            </a:xfrm>
            <a:custGeom>
              <a:avLst/>
              <a:gdLst/>
              <a:ahLst/>
              <a:cxnLst/>
              <a:rect l="l" t="t" r="r" b="b"/>
              <a:pathLst>
                <a:path w="478806" h="563301">
                  <a:moveTo>
                    <a:pt x="0" y="0"/>
                  </a:moveTo>
                  <a:lnTo>
                    <a:pt x="478806" y="0"/>
                  </a:lnTo>
                  <a:lnTo>
                    <a:pt x="478806" y="563301"/>
                  </a:lnTo>
                  <a:lnTo>
                    <a:pt x="0" y="5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816521" y="1929613"/>
              <a:ext cx="1578858" cy="798756"/>
              <a:chOff x="0" y="0"/>
              <a:chExt cx="1892503" cy="95743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89250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957431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91465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189250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913191" y="1850275"/>
              <a:ext cx="2318060" cy="798756"/>
              <a:chOff x="0" y="0"/>
              <a:chExt cx="2778550" cy="95743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778550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778550" h="957431">
                    <a:moveTo>
                      <a:pt x="0" y="0"/>
                    </a:moveTo>
                    <a:lnTo>
                      <a:pt x="2778550" y="0"/>
                    </a:lnTo>
                    <a:lnTo>
                      <a:pt x="2778550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59109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0"/>
                <a:ext cx="2778550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Friends of Friends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377249" y="9549613"/>
              <a:ext cx="4854002" cy="1062208"/>
              <a:chOff x="0" y="0"/>
              <a:chExt cx="958815" cy="209819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998789" y="605946"/>
              <a:ext cx="1578858" cy="957431"/>
              <a:chOff x="0" y="0"/>
              <a:chExt cx="1578858" cy="957431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53" name="Freeform 53"/>
            <p:cNvSpPr/>
            <p:nvPr/>
          </p:nvSpPr>
          <p:spPr>
            <a:xfrm>
              <a:off x="713612" y="9888564"/>
              <a:ext cx="256494" cy="238539"/>
            </a:xfrm>
            <a:custGeom>
              <a:avLst/>
              <a:gdLst/>
              <a:ahLst/>
              <a:cxnLst/>
              <a:rect l="l" t="t" r="r" b="b"/>
              <a:pathLst>
                <a:path w="256494" h="238539">
                  <a:moveTo>
                    <a:pt x="0" y="0"/>
                  </a:moveTo>
                  <a:lnTo>
                    <a:pt x="256494" y="0"/>
                  </a:lnTo>
                  <a:lnTo>
                    <a:pt x="256494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1734675" y="9888564"/>
              <a:ext cx="265043" cy="238539"/>
            </a:xfrm>
            <a:custGeom>
              <a:avLst/>
              <a:gdLst/>
              <a:ahLst/>
              <a:cxnLst/>
              <a:rect l="l" t="t" r="r" b="b"/>
              <a:pathLst>
                <a:path w="265043" h="238539">
                  <a:moveTo>
                    <a:pt x="0" y="0"/>
                  </a:moveTo>
                  <a:lnTo>
                    <a:pt x="265043" y="0"/>
                  </a:lnTo>
                  <a:lnTo>
                    <a:pt x="265043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3577647" y="9765887"/>
              <a:ext cx="371258" cy="373124"/>
            </a:xfrm>
            <a:custGeom>
              <a:avLst/>
              <a:gdLst/>
              <a:ahLst/>
              <a:cxnLst/>
              <a:rect l="l" t="t" r="r" b="b"/>
              <a:pathLst>
                <a:path w="371258" h="373124">
                  <a:moveTo>
                    <a:pt x="0" y="0"/>
                  </a:moveTo>
                  <a:lnTo>
                    <a:pt x="371258" y="0"/>
                  </a:lnTo>
                  <a:lnTo>
                    <a:pt x="371258" y="373124"/>
                  </a:lnTo>
                  <a:lnTo>
                    <a:pt x="0" y="37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4535455" y="9735621"/>
              <a:ext cx="433657" cy="433657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8"/>
            <p:cNvSpPr/>
            <p:nvPr/>
          </p:nvSpPr>
          <p:spPr>
            <a:xfrm>
              <a:off x="2464456" y="9747998"/>
              <a:ext cx="620166" cy="620166"/>
            </a:xfrm>
            <a:custGeom>
              <a:avLst/>
              <a:gdLst/>
              <a:ahLst/>
              <a:cxnLst/>
              <a:rect l="l" t="t" r="r" b="b"/>
              <a:pathLst>
                <a:path w="620166" h="620166">
                  <a:moveTo>
                    <a:pt x="0" y="0"/>
                  </a:moveTo>
                  <a:lnTo>
                    <a:pt x="620166" y="0"/>
                  </a:lnTo>
                  <a:lnTo>
                    <a:pt x="620166" y="620167"/>
                  </a:lnTo>
                  <a:lnTo>
                    <a:pt x="0" y="620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2567835" y="9889618"/>
              <a:ext cx="413408" cy="336928"/>
            </a:xfrm>
            <a:custGeom>
              <a:avLst/>
              <a:gdLst/>
              <a:ahLst/>
              <a:cxnLst/>
              <a:rect l="l" t="t" r="r" b="b"/>
              <a:pathLst>
                <a:path w="413408" h="336928">
                  <a:moveTo>
                    <a:pt x="0" y="0"/>
                  </a:moveTo>
                  <a:lnTo>
                    <a:pt x="413408" y="0"/>
                  </a:lnTo>
                  <a:lnTo>
                    <a:pt x="413408" y="336927"/>
                  </a:lnTo>
                  <a:lnTo>
                    <a:pt x="0" y="336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5305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80643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376722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365730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202005" y="1977562"/>
              <a:ext cx="5172426" cy="8688818"/>
              <a:chOff x="0" y="0"/>
              <a:chExt cx="601008" cy="1009594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601008" cy="1009594"/>
              </a:xfrm>
              <a:custGeom>
                <a:avLst/>
                <a:gdLst/>
                <a:ahLst/>
                <a:cxnLst/>
                <a:rect l="l" t="t" r="r" b="b"/>
                <a:pathLst>
                  <a:path w="601008" h="1009594">
                    <a:moveTo>
                      <a:pt x="45901" y="0"/>
                    </a:moveTo>
                    <a:lnTo>
                      <a:pt x="555107" y="0"/>
                    </a:lnTo>
                    <a:cubicBezTo>
                      <a:pt x="580458" y="0"/>
                      <a:pt x="601008" y="20551"/>
                      <a:pt x="601008" y="45901"/>
                    </a:cubicBezTo>
                    <a:lnTo>
                      <a:pt x="601008" y="963693"/>
                    </a:lnTo>
                    <a:cubicBezTo>
                      <a:pt x="601008" y="989043"/>
                      <a:pt x="580458" y="1009594"/>
                      <a:pt x="555107" y="1009594"/>
                    </a:cubicBezTo>
                    <a:lnTo>
                      <a:pt x="45901" y="1009594"/>
                    </a:lnTo>
                    <a:cubicBezTo>
                      <a:pt x="20551" y="1009594"/>
                      <a:pt x="0" y="989043"/>
                      <a:pt x="0" y="963693"/>
                    </a:cubicBezTo>
                    <a:lnTo>
                      <a:pt x="0" y="45901"/>
                    </a:lnTo>
                    <a:cubicBezTo>
                      <a:pt x="0" y="20551"/>
                      <a:pt x="20551" y="0"/>
                      <a:pt x="45901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t="-18696" r="-8276" b="-894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12828" y="4435432"/>
              <a:ext cx="3750779" cy="4560478"/>
              <a:chOff x="0" y="0"/>
              <a:chExt cx="740895" cy="90083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740895" cy="900835"/>
              </a:xfrm>
              <a:custGeom>
                <a:avLst/>
                <a:gdLst/>
                <a:ahLst/>
                <a:cxnLst/>
                <a:rect l="l" t="t" r="r" b="b"/>
                <a:pathLst>
                  <a:path w="740895" h="900835">
                    <a:moveTo>
                      <a:pt x="68803" y="0"/>
                    </a:moveTo>
                    <a:lnTo>
                      <a:pt x="672092" y="0"/>
                    </a:lnTo>
                    <a:cubicBezTo>
                      <a:pt x="710091" y="0"/>
                      <a:pt x="740895" y="30804"/>
                      <a:pt x="740895" y="68803"/>
                    </a:cubicBezTo>
                    <a:lnTo>
                      <a:pt x="740895" y="832032"/>
                    </a:lnTo>
                    <a:cubicBezTo>
                      <a:pt x="740895" y="870031"/>
                      <a:pt x="710091" y="900835"/>
                      <a:pt x="672092" y="900835"/>
                    </a:cubicBezTo>
                    <a:lnTo>
                      <a:pt x="68803" y="900835"/>
                    </a:lnTo>
                    <a:cubicBezTo>
                      <a:pt x="30804" y="900835"/>
                      <a:pt x="0" y="870031"/>
                      <a:pt x="0" y="832032"/>
                    </a:cubicBezTo>
                    <a:lnTo>
                      <a:pt x="0" y="68803"/>
                    </a:lnTo>
                    <a:cubicBezTo>
                      <a:pt x="0" y="30804"/>
                      <a:pt x="30804" y="0"/>
                      <a:pt x="68803" y="0"/>
                    </a:cubicBezTo>
                    <a:close/>
                  </a:path>
                </a:pathLst>
              </a:custGeom>
              <a:solidFill>
                <a:srgbClr val="484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47625"/>
                <a:ext cx="740895" cy="9484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⚠️ </a:t>
                </a: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12:00 AM Community Board open!!</a:t>
                </a:r>
              </a:p>
              <a:p>
                <a:pPr algn="ctr">
                  <a:lnSpc>
                    <a:spcPts val="2340"/>
                  </a:lnSpc>
                </a:pPr>
                <a:endPara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endParaRPr>
              </a:p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Capture a moment to get your BeReal Passport.</a:t>
                </a:r>
              </a:p>
              <a:p>
                <a:pPr algn="ctr">
                  <a:lnSpc>
                    <a:spcPts val="2340"/>
                  </a:lnSpc>
                </a:pPr>
                <a:endPara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endParaRPr>
              </a:p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Take a photo → Choose a Community Board → Real Passport Stamp added and posted to community board.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13516715" y="1005774"/>
            <a:ext cx="4182327" cy="8275452"/>
            <a:chOff x="0" y="0"/>
            <a:chExt cx="5576435" cy="11033936"/>
          </a:xfrm>
        </p:grpSpPr>
        <p:grpSp>
          <p:nvGrpSpPr>
            <p:cNvPr id="70" name="Group 70"/>
            <p:cNvGrpSpPr>
              <a:grpSpLocks noChangeAspect="1"/>
            </p:cNvGrpSpPr>
            <p:nvPr/>
          </p:nvGrpSpPr>
          <p:grpSpPr>
            <a:xfrm>
              <a:off x="0" y="0"/>
              <a:ext cx="5576435" cy="11033936"/>
              <a:chOff x="0" y="0"/>
              <a:chExt cx="2620010" cy="518414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73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74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75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32110" y="161647"/>
              <a:ext cx="5089955" cy="10658674"/>
              <a:chOff x="0" y="0"/>
              <a:chExt cx="1005423" cy="2105417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83" name="Freeform 83"/>
            <p:cNvSpPr/>
            <p:nvPr/>
          </p:nvSpPr>
          <p:spPr>
            <a:xfrm>
              <a:off x="345184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3" y="0"/>
                  </a:lnTo>
                  <a:lnTo>
                    <a:pt x="942673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4"/>
            <p:cNvSpPr/>
            <p:nvPr/>
          </p:nvSpPr>
          <p:spPr>
            <a:xfrm>
              <a:off x="607468" y="812658"/>
              <a:ext cx="418106" cy="529248"/>
            </a:xfrm>
            <a:custGeom>
              <a:avLst/>
              <a:gdLst/>
              <a:ahLst/>
              <a:cxnLst/>
              <a:rect l="l" t="t" r="r" b="b"/>
              <a:pathLst>
                <a:path w="418106" h="529248">
                  <a:moveTo>
                    <a:pt x="0" y="0"/>
                  </a:moveTo>
                  <a:lnTo>
                    <a:pt x="418106" y="0"/>
                  </a:lnTo>
                  <a:lnTo>
                    <a:pt x="418106" y="529248"/>
                  </a:lnTo>
                  <a:lnTo>
                    <a:pt x="0" y="52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5"/>
            <p:cNvSpPr/>
            <p:nvPr/>
          </p:nvSpPr>
          <p:spPr>
            <a:xfrm>
              <a:off x="4020713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2" y="0"/>
                  </a:lnTo>
                  <a:lnTo>
                    <a:pt x="942672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6"/>
            <p:cNvSpPr/>
            <p:nvPr/>
          </p:nvSpPr>
          <p:spPr>
            <a:xfrm>
              <a:off x="4252646" y="795632"/>
              <a:ext cx="478806" cy="563301"/>
            </a:xfrm>
            <a:custGeom>
              <a:avLst/>
              <a:gdLst/>
              <a:ahLst/>
              <a:cxnLst/>
              <a:rect l="l" t="t" r="r" b="b"/>
              <a:pathLst>
                <a:path w="478806" h="563301">
                  <a:moveTo>
                    <a:pt x="0" y="0"/>
                  </a:moveTo>
                  <a:lnTo>
                    <a:pt x="478806" y="0"/>
                  </a:lnTo>
                  <a:lnTo>
                    <a:pt x="478806" y="563301"/>
                  </a:lnTo>
                  <a:lnTo>
                    <a:pt x="0" y="5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816521" y="1929613"/>
              <a:ext cx="1578858" cy="798756"/>
              <a:chOff x="0" y="0"/>
              <a:chExt cx="1892503" cy="957431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189250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957431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91465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0" y="0"/>
                <a:ext cx="189250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2913191" y="1850275"/>
              <a:ext cx="2318060" cy="798756"/>
              <a:chOff x="0" y="0"/>
              <a:chExt cx="2778550" cy="957431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2778550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778550" h="957431">
                    <a:moveTo>
                      <a:pt x="0" y="0"/>
                    </a:moveTo>
                    <a:lnTo>
                      <a:pt x="2778550" y="0"/>
                    </a:lnTo>
                    <a:lnTo>
                      <a:pt x="2778550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59109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0" y="0"/>
                <a:ext cx="2778550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Friends of Friends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377249" y="9549613"/>
              <a:ext cx="4854002" cy="1062208"/>
              <a:chOff x="0" y="0"/>
              <a:chExt cx="958815" cy="209819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1998789" y="605946"/>
              <a:ext cx="1578858" cy="957431"/>
              <a:chOff x="0" y="0"/>
              <a:chExt cx="1578858" cy="957431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99" name="Freeform 99"/>
            <p:cNvSpPr/>
            <p:nvPr/>
          </p:nvSpPr>
          <p:spPr>
            <a:xfrm>
              <a:off x="713612" y="9888564"/>
              <a:ext cx="256494" cy="238539"/>
            </a:xfrm>
            <a:custGeom>
              <a:avLst/>
              <a:gdLst/>
              <a:ahLst/>
              <a:cxnLst/>
              <a:rect l="l" t="t" r="r" b="b"/>
              <a:pathLst>
                <a:path w="256494" h="238539">
                  <a:moveTo>
                    <a:pt x="0" y="0"/>
                  </a:moveTo>
                  <a:lnTo>
                    <a:pt x="256494" y="0"/>
                  </a:lnTo>
                  <a:lnTo>
                    <a:pt x="256494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1734675" y="9888564"/>
              <a:ext cx="265043" cy="238539"/>
            </a:xfrm>
            <a:custGeom>
              <a:avLst/>
              <a:gdLst/>
              <a:ahLst/>
              <a:cxnLst/>
              <a:rect l="l" t="t" r="r" b="b"/>
              <a:pathLst>
                <a:path w="265043" h="238539">
                  <a:moveTo>
                    <a:pt x="0" y="0"/>
                  </a:moveTo>
                  <a:lnTo>
                    <a:pt x="265043" y="0"/>
                  </a:lnTo>
                  <a:lnTo>
                    <a:pt x="265043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1"/>
            <p:cNvSpPr/>
            <p:nvPr/>
          </p:nvSpPr>
          <p:spPr>
            <a:xfrm>
              <a:off x="3577647" y="9765887"/>
              <a:ext cx="371258" cy="373124"/>
            </a:xfrm>
            <a:custGeom>
              <a:avLst/>
              <a:gdLst/>
              <a:ahLst/>
              <a:cxnLst/>
              <a:rect l="l" t="t" r="r" b="b"/>
              <a:pathLst>
                <a:path w="371258" h="373124">
                  <a:moveTo>
                    <a:pt x="0" y="0"/>
                  </a:moveTo>
                  <a:lnTo>
                    <a:pt x="371258" y="0"/>
                  </a:lnTo>
                  <a:lnTo>
                    <a:pt x="371258" y="373124"/>
                  </a:lnTo>
                  <a:lnTo>
                    <a:pt x="0" y="37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2" name="Group 102"/>
            <p:cNvGrpSpPr/>
            <p:nvPr/>
          </p:nvGrpSpPr>
          <p:grpSpPr>
            <a:xfrm>
              <a:off x="4535455" y="9735621"/>
              <a:ext cx="433657" cy="433657"/>
              <a:chOff x="0" y="0"/>
              <a:chExt cx="812800" cy="8128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" name="Freeform 104"/>
            <p:cNvSpPr/>
            <p:nvPr/>
          </p:nvSpPr>
          <p:spPr>
            <a:xfrm>
              <a:off x="2464456" y="9747998"/>
              <a:ext cx="620166" cy="620166"/>
            </a:xfrm>
            <a:custGeom>
              <a:avLst/>
              <a:gdLst/>
              <a:ahLst/>
              <a:cxnLst/>
              <a:rect l="l" t="t" r="r" b="b"/>
              <a:pathLst>
                <a:path w="620166" h="620166">
                  <a:moveTo>
                    <a:pt x="0" y="0"/>
                  </a:moveTo>
                  <a:lnTo>
                    <a:pt x="620166" y="0"/>
                  </a:lnTo>
                  <a:lnTo>
                    <a:pt x="620166" y="620167"/>
                  </a:lnTo>
                  <a:lnTo>
                    <a:pt x="0" y="620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2567835" y="9889618"/>
              <a:ext cx="413408" cy="336928"/>
            </a:xfrm>
            <a:custGeom>
              <a:avLst/>
              <a:gdLst/>
              <a:ahLst/>
              <a:cxnLst/>
              <a:rect l="l" t="t" r="r" b="b"/>
              <a:pathLst>
                <a:path w="413408" h="336928">
                  <a:moveTo>
                    <a:pt x="0" y="0"/>
                  </a:moveTo>
                  <a:lnTo>
                    <a:pt x="413408" y="0"/>
                  </a:lnTo>
                  <a:lnTo>
                    <a:pt x="413408" y="336927"/>
                  </a:lnTo>
                  <a:lnTo>
                    <a:pt x="0" y="336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55305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480643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3376722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4365730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110" name="Group 110"/>
            <p:cNvGrpSpPr/>
            <p:nvPr/>
          </p:nvGrpSpPr>
          <p:grpSpPr>
            <a:xfrm>
              <a:off x="294373" y="2726255"/>
              <a:ext cx="1588850" cy="613535"/>
              <a:chOff x="0" y="0"/>
              <a:chExt cx="313847" cy="121192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624801" y="2718723"/>
              <a:ext cx="1023926" cy="628600"/>
              <a:chOff x="0" y="0"/>
              <a:chExt cx="1559557" cy="957431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0" y="0"/>
                <a:ext cx="1559557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Today</a:t>
                </a: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2034182" y="2718723"/>
              <a:ext cx="1588850" cy="613535"/>
              <a:chOff x="0" y="0"/>
              <a:chExt cx="313847" cy="121192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2365823" y="2718723"/>
              <a:ext cx="930342" cy="628600"/>
              <a:chOff x="0" y="0"/>
              <a:chExt cx="1417019" cy="957431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1417019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7019" h="957431">
                    <a:moveTo>
                      <a:pt x="0" y="0"/>
                    </a:moveTo>
                    <a:lnTo>
                      <a:pt x="1417019" y="0"/>
                    </a:lnTo>
                    <a:lnTo>
                      <a:pt x="1417019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512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0" y="0"/>
                <a:ext cx="1417019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Board</a:t>
                </a: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3773990" y="2711190"/>
              <a:ext cx="1588850" cy="613535"/>
              <a:chOff x="0" y="0"/>
              <a:chExt cx="313847" cy="121192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4105632" y="2726255"/>
              <a:ext cx="928093" cy="628600"/>
              <a:chOff x="0" y="0"/>
              <a:chExt cx="1413593" cy="957431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141359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3593" h="957431">
                    <a:moveTo>
                      <a:pt x="0" y="0"/>
                    </a:moveTo>
                    <a:lnTo>
                      <a:pt x="1413593" y="0"/>
                    </a:lnTo>
                    <a:lnTo>
                      <a:pt x="141359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841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0" y="0"/>
                <a:ext cx="141359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Passport</a:t>
                </a:r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878599" y="5122311"/>
              <a:ext cx="3747314" cy="1977322"/>
              <a:chOff x="0" y="0"/>
              <a:chExt cx="1036850" cy="547108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1036850" cy="547108"/>
              </a:xfrm>
              <a:custGeom>
                <a:avLst/>
                <a:gdLst/>
                <a:ahLst/>
                <a:cxnLst/>
                <a:rect l="l" t="t" r="r" b="b"/>
                <a:pathLst>
                  <a:path w="1036850" h="547108">
                    <a:moveTo>
                      <a:pt x="63357" y="0"/>
                    </a:moveTo>
                    <a:lnTo>
                      <a:pt x="973493" y="0"/>
                    </a:lnTo>
                    <a:cubicBezTo>
                      <a:pt x="990296" y="0"/>
                      <a:pt x="1006411" y="6675"/>
                      <a:pt x="1018293" y="18557"/>
                    </a:cubicBezTo>
                    <a:cubicBezTo>
                      <a:pt x="1030175" y="30439"/>
                      <a:pt x="1036850" y="46554"/>
                      <a:pt x="1036850" y="63357"/>
                    </a:cubicBezTo>
                    <a:lnTo>
                      <a:pt x="1036850" y="483751"/>
                    </a:lnTo>
                    <a:cubicBezTo>
                      <a:pt x="1036850" y="500555"/>
                      <a:pt x="1030175" y="516670"/>
                      <a:pt x="1018293" y="528551"/>
                    </a:cubicBezTo>
                    <a:cubicBezTo>
                      <a:pt x="1006411" y="540433"/>
                      <a:pt x="990296" y="547108"/>
                      <a:pt x="973493" y="547108"/>
                    </a:cubicBezTo>
                    <a:lnTo>
                      <a:pt x="63357" y="547108"/>
                    </a:lnTo>
                    <a:cubicBezTo>
                      <a:pt x="46554" y="547108"/>
                      <a:pt x="30439" y="540433"/>
                      <a:pt x="18557" y="528551"/>
                    </a:cubicBezTo>
                    <a:cubicBezTo>
                      <a:pt x="6675" y="516670"/>
                      <a:pt x="0" y="500555"/>
                      <a:pt x="0" y="483751"/>
                    </a:cubicBezTo>
                    <a:lnTo>
                      <a:pt x="0" y="63357"/>
                    </a:lnTo>
                    <a:cubicBezTo>
                      <a:pt x="0" y="46554"/>
                      <a:pt x="6675" y="30439"/>
                      <a:pt x="18557" y="18557"/>
                    </a:cubicBezTo>
                    <a:cubicBezTo>
                      <a:pt x="30439" y="6675"/>
                      <a:pt x="46554" y="0"/>
                      <a:pt x="63357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t="-168697" r="-8276" b="-13763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0" name="Freeform 130"/>
            <p:cNvSpPr/>
            <p:nvPr/>
          </p:nvSpPr>
          <p:spPr>
            <a:xfrm>
              <a:off x="2503843" y="5468832"/>
              <a:ext cx="518818" cy="352797"/>
            </a:xfrm>
            <a:custGeom>
              <a:avLst/>
              <a:gdLst/>
              <a:ahLst/>
              <a:cxnLst/>
              <a:rect l="l" t="t" r="r" b="b"/>
              <a:pathLst>
                <a:path w="518818" h="352797">
                  <a:moveTo>
                    <a:pt x="0" y="0"/>
                  </a:moveTo>
                  <a:lnTo>
                    <a:pt x="518818" y="0"/>
                  </a:lnTo>
                  <a:lnTo>
                    <a:pt x="518818" y="352797"/>
                  </a:lnTo>
                  <a:lnTo>
                    <a:pt x="0" y="352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1"/>
            <p:cNvSpPr/>
            <p:nvPr/>
          </p:nvSpPr>
          <p:spPr>
            <a:xfrm>
              <a:off x="2633656" y="5515634"/>
              <a:ext cx="259193" cy="259193"/>
            </a:xfrm>
            <a:custGeom>
              <a:avLst/>
              <a:gdLst/>
              <a:ahLst/>
              <a:cxnLst/>
              <a:rect l="l" t="t" r="r" b="b"/>
              <a:pathLst>
                <a:path w="259193" h="259193">
                  <a:moveTo>
                    <a:pt x="0" y="0"/>
                  </a:moveTo>
                  <a:lnTo>
                    <a:pt x="259193" y="0"/>
                  </a:lnTo>
                  <a:lnTo>
                    <a:pt x="259193" y="259193"/>
                  </a:lnTo>
                  <a:lnTo>
                    <a:pt x="0" y="259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2" name="Group 132"/>
            <p:cNvGrpSpPr/>
            <p:nvPr/>
          </p:nvGrpSpPr>
          <p:grpSpPr>
            <a:xfrm>
              <a:off x="2079193" y="6296688"/>
              <a:ext cx="1368117" cy="550911"/>
              <a:chOff x="0" y="0"/>
              <a:chExt cx="335694" cy="135177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335694" cy="135177"/>
              </a:xfrm>
              <a:custGeom>
                <a:avLst/>
                <a:gdLst/>
                <a:ahLst/>
                <a:cxnLst/>
                <a:rect l="l" t="t" r="r" b="b"/>
                <a:pathLst>
                  <a:path w="335694" h="135177">
                    <a:moveTo>
                      <a:pt x="67588" y="0"/>
                    </a:moveTo>
                    <a:lnTo>
                      <a:pt x="268106" y="0"/>
                    </a:lnTo>
                    <a:cubicBezTo>
                      <a:pt x="305434" y="0"/>
                      <a:pt x="335694" y="30260"/>
                      <a:pt x="335694" y="67588"/>
                    </a:cubicBezTo>
                    <a:lnTo>
                      <a:pt x="335694" y="67588"/>
                    </a:lnTo>
                    <a:cubicBezTo>
                      <a:pt x="335694" y="104916"/>
                      <a:pt x="305434" y="135177"/>
                      <a:pt x="268106" y="135177"/>
                    </a:cubicBezTo>
                    <a:lnTo>
                      <a:pt x="67588" y="135177"/>
                    </a:lnTo>
                    <a:cubicBezTo>
                      <a:pt x="30260" y="135177"/>
                      <a:pt x="0" y="104916"/>
                      <a:pt x="0" y="67588"/>
                    </a:cubicBezTo>
                    <a:lnTo>
                      <a:pt x="0" y="67588"/>
                    </a:lnTo>
                    <a:cubicBezTo>
                      <a:pt x="0" y="30260"/>
                      <a:pt x="30260" y="0"/>
                      <a:pt x="675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0" y="-19050"/>
                <a:ext cx="335694" cy="154227"/>
              </a:xfrm>
              <a:prstGeom prst="rect">
                <a:avLst/>
              </a:prstGeom>
            </p:spPr>
            <p:txBody>
              <a:bodyPr lIns="40896" tIns="40896" rIns="40896" bIns="40896" rtlCol="0" anchor="ctr"/>
              <a:lstStyle/>
              <a:p>
                <a:pPr algn="ctr">
                  <a:lnSpc>
                    <a:spcPts val="1499"/>
                  </a:lnSpc>
                </a:pPr>
                <a:r>
                  <a:rPr lang="en-US" sz="124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Post A BeReal.</a:t>
                </a:r>
              </a:p>
            </p:txBody>
          </p:sp>
        </p:grpSp>
        <p:sp>
          <p:nvSpPr>
            <p:cNvPr id="135" name="TextBox 135"/>
            <p:cNvSpPr txBox="1"/>
            <p:nvPr/>
          </p:nvSpPr>
          <p:spPr>
            <a:xfrm>
              <a:off x="1477780" y="6024328"/>
              <a:ext cx="2548951" cy="154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1"/>
                </a:lnSpc>
                <a:spcBef>
                  <a:spcPct val="0"/>
                </a:spcBef>
              </a:pPr>
              <a:r>
                <a:rPr lang="en-US" sz="68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 view your friends’ BeReal, share yours with them. </a:t>
              </a:r>
            </a:p>
          </p:txBody>
        </p:sp>
        <p:grpSp>
          <p:nvGrpSpPr>
            <p:cNvPr id="136" name="Group 136"/>
            <p:cNvGrpSpPr/>
            <p:nvPr/>
          </p:nvGrpSpPr>
          <p:grpSpPr>
            <a:xfrm>
              <a:off x="882781" y="7340272"/>
              <a:ext cx="3743132" cy="1975116"/>
              <a:chOff x="0" y="0"/>
              <a:chExt cx="1036850" cy="547108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1036850" cy="547108"/>
              </a:xfrm>
              <a:custGeom>
                <a:avLst/>
                <a:gdLst/>
                <a:ahLst/>
                <a:cxnLst/>
                <a:rect l="l" t="t" r="r" b="b"/>
                <a:pathLst>
                  <a:path w="1036850" h="547108">
                    <a:moveTo>
                      <a:pt x="63428" y="0"/>
                    </a:moveTo>
                    <a:lnTo>
                      <a:pt x="973422" y="0"/>
                    </a:lnTo>
                    <a:cubicBezTo>
                      <a:pt x="1008452" y="0"/>
                      <a:pt x="1036850" y="28398"/>
                      <a:pt x="1036850" y="63428"/>
                    </a:cubicBezTo>
                    <a:lnTo>
                      <a:pt x="1036850" y="483680"/>
                    </a:lnTo>
                    <a:cubicBezTo>
                      <a:pt x="1036850" y="518711"/>
                      <a:pt x="1008452" y="547108"/>
                      <a:pt x="973422" y="547108"/>
                    </a:cubicBezTo>
                    <a:lnTo>
                      <a:pt x="63428" y="547108"/>
                    </a:lnTo>
                    <a:cubicBezTo>
                      <a:pt x="28398" y="547108"/>
                      <a:pt x="0" y="518711"/>
                      <a:pt x="0" y="483680"/>
                    </a:cubicBezTo>
                    <a:lnTo>
                      <a:pt x="0" y="63428"/>
                    </a:lnTo>
                    <a:cubicBezTo>
                      <a:pt x="0" y="28398"/>
                      <a:pt x="28398" y="0"/>
                      <a:pt x="63428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t="-168697" r="-8276" b="-13763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8" name="Freeform 138"/>
            <p:cNvSpPr/>
            <p:nvPr/>
          </p:nvSpPr>
          <p:spPr>
            <a:xfrm>
              <a:off x="2484243" y="7634907"/>
              <a:ext cx="518239" cy="352403"/>
            </a:xfrm>
            <a:custGeom>
              <a:avLst/>
              <a:gdLst/>
              <a:ahLst/>
              <a:cxnLst/>
              <a:rect l="l" t="t" r="r" b="b"/>
              <a:pathLst>
                <a:path w="518239" h="352403">
                  <a:moveTo>
                    <a:pt x="0" y="0"/>
                  </a:moveTo>
                  <a:lnTo>
                    <a:pt x="518239" y="0"/>
                  </a:lnTo>
                  <a:lnTo>
                    <a:pt x="518239" y="352403"/>
                  </a:lnTo>
                  <a:lnTo>
                    <a:pt x="0" y="352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2613911" y="7681657"/>
              <a:ext cx="258903" cy="258903"/>
            </a:xfrm>
            <a:custGeom>
              <a:avLst/>
              <a:gdLst/>
              <a:ahLst/>
              <a:cxnLst/>
              <a:rect l="l" t="t" r="r" b="b"/>
              <a:pathLst>
                <a:path w="258903" h="258903">
                  <a:moveTo>
                    <a:pt x="0" y="0"/>
                  </a:moveTo>
                  <a:lnTo>
                    <a:pt x="258903" y="0"/>
                  </a:lnTo>
                  <a:lnTo>
                    <a:pt x="258903" y="258904"/>
                  </a:lnTo>
                  <a:lnTo>
                    <a:pt x="0" y="258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0" name="Group 140"/>
            <p:cNvGrpSpPr/>
            <p:nvPr/>
          </p:nvGrpSpPr>
          <p:grpSpPr>
            <a:xfrm>
              <a:off x="2060067" y="8469573"/>
              <a:ext cx="1366591" cy="550296"/>
              <a:chOff x="0" y="0"/>
              <a:chExt cx="335694" cy="135177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0" y="0"/>
                <a:ext cx="335694" cy="135177"/>
              </a:xfrm>
              <a:custGeom>
                <a:avLst/>
                <a:gdLst/>
                <a:ahLst/>
                <a:cxnLst/>
                <a:rect l="l" t="t" r="r" b="b"/>
                <a:pathLst>
                  <a:path w="335694" h="135177">
                    <a:moveTo>
                      <a:pt x="67588" y="0"/>
                    </a:moveTo>
                    <a:lnTo>
                      <a:pt x="268106" y="0"/>
                    </a:lnTo>
                    <a:cubicBezTo>
                      <a:pt x="305434" y="0"/>
                      <a:pt x="335694" y="30260"/>
                      <a:pt x="335694" y="67588"/>
                    </a:cubicBezTo>
                    <a:lnTo>
                      <a:pt x="335694" y="67588"/>
                    </a:lnTo>
                    <a:cubicBezTo>
                      <a:pt x="335694" y="104916"/>
                      <a:pt x="305434" y="135177"/>
                      <a:pt x="268106" y="135177"/>
                    </a:cubicBezTo>
                    <a:lnTo>
                      <a:pt x="67588" y="135177"/>
                    </a:lnTo>
                    <a:cubicBezTo>
                      <a:pt x="30260" y="135177"/>
                      <a:pt x="0" y="104916"/>
                      <a:pt x="0" y="67588"/>
                    </a:cubicBezTo>
                    <a:lnTo>
                      <a:pt x="0" y="67588"/>
                    </a:lnTo>
                    <a:cubicBezTo>
                      <a:pt x="0" y="30260"/>
                      <a:pt x="30260" y="0"/>
                      <a:pt x="675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TextBox 142"/>
              <p:cNvSpPr txBox="1"/>
              <p:nvPr/>
            </p:nvSpPr>
            <p:spPr>
              <a:xfrm>
                <a:off x="0" y="-28575"/>
                <a:ext cx="335694" cy="163752"/>
              </a:xfrm>
              <a:prstGeom prst="rect">
                <a:avLst/>
              </a:prstGeom>
            </p:spPr>
            <p:txBody>
              <a:bodyPr lIns="40850" tIns="40850" rIns="40850" bIns="40850" rtlCol="0" anchor="ctr"/>
              <a:lstStyle/>
              <a:p>
                <a:pPr algn="ctr">
                  <a:lnSpc>
                    <a:spcPts val="1500"/>
                  </a:lnSpc>
                </a:pPr>
                <a:r>
                  <a:rPr lang="en-US" sz="125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Post A BeReal.</a:t>
                </a:r>
              </a:p>
            </p:txBody>
          </p:sp>
        </p:grpSp>
        <p:sp>
          <p:nvSpPr>
            <p:cNvPr id="143" name="TextBox 143"/>
            <p:cNvSpPr txBox="1"/>
            <p:nvPr/>
          </p:nvSpPr>
          <p:spPr>
            <a:xfrm>
              <a:off x="1470309" y="8192936"/>
              <a:ext cx="2546107" cy="1540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0"/>
                </a:lnSpc>
                <a:spcBef>
                  <a:spcPct val="0"/>
                </a:spcBef>
              </a:pPr>
              <a:r>
                <a:rPr lang="en-US" sz="68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 view your friends’ BeReal, share yours with them. </a:t>
              </a:r>
            </a:p>
          </p:txBody>
        </p:sp>
        <p:sp>
          <p:nvSpPr>
            <p:cNvPr id="144" name="Freeform 144"/>
            <p:cNvSpPr/>
            <p:nvPr/>
          </p:nvSpPr>
          <p:spPr>
            <a:xfrm>
              <a:off x="4357688" y="521525"/>
              <a:ext cx="536449" cy="561726"/>
            </a:xfrm>
            <a:custGeom>
              <a:avLst/>
              <a:gdLst/>
              <a:ahLst/>
              <a:cxnLst/>
              <a:rect l="l" t="t" r="r" b="b"/>
              <a:pathLst>
                <a:path w="536449" h="561726">
                  <a:moveTo>
                    <a:pt x="0" y="0"/>
                  </a:moveTo>
                  <a:lnTo>
                    <a:pt x="536449" y="0"/>
                  </a:lnTo>
                  <a:lnTo>
                    <a:pt x="536449" y="561727"/>
                  </a:lnTo>
                  <a:lnTo>
                    <a:pt x="0" y="561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45"/>
            <p:cNvSpPr/>
            <p:nvPr/>
          </p:nvSpPr>
          <p:spPr>
            <a:xfrm>
              <a:off x="4519488" y="632381"/>
              <a:ext cx="233080" cy="312859"/>
            </a:xfrm>
            <a:custGeom>
              <a:avLst/>
              <a:gdLst/>
              <a:ahLst/>
              <a:cxnLst/>
              <a:rect l="l" t="t" r="r" b="b"/>
              <a:pathLst>
                <a:path w="233080" h="312859">
                  <a:moveTo>
                    <a:pt x="0" y="0"/>
                  </a:moveTo>
                  <a:lnTo>
                    <a:pt x="233080" y="0"/>
                  </a:lnTo>
                  <a:lnTo>
                    <a:pt x="233080" y="312859"/>
                  </a:lnTo>
                  <a:lnTo>
                    <a:pt x="0" y="312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6" name="Group 146"/>
            <p:cNvGrpSpPr/>
            <p:nvPr/>
          </p:nvGrpSpPr>
          <p:grpSpPr>
            <a:xfrm>
              <a:off x="878599" y="3655800"/>
              <a:ext cx="3669044" cy="1225211"/>
              <a:chOff x="0" y="0"/>
              <a:chExt cx="724749" cy="242017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0" y="0"/>
                <a:ext cx="724750" cy="242017"/>
              </a:xfrm>
              <a:custGeom>
                <a:avLst/>
                <a:gdLst/>
                <a:ahLst/>
                <a:cxnLst/>
                <a:rect l="l" t="t" r="r" b="b"/>
                <a:pathLst>
                  <a:path w="724750" h="242017">
                    <a:moveTo>
                      <a:pt x="25321" y="0"/>
                    </a:moveTo>
                    <a:lnTo>
                      <a:pt x="699429" y="0"/>
                    </a:lnTo>
                    <a:cubicBezTo>
                      <a:pt x="706144" y="0"/>
                      <a:pt x="712585" y="2668"/>
                      <a:pt x="717333" y="7416"/>
                    </a:cubicBezTo>
                    <a:cubicBezTo>
                      <a:pt x="722082" y="12165"/>
                      <a:pt x="724750" y="18605"/>
                      <a:pt x="724750" y="25321"/>
                    </a:cubicBezTo>
                    <a:lnTo>
                      <a:pt x="724750" y="216696"/>
                    </a:lnTo>
                    <a:cubicBezTo>
                      <a:pt x="724750" y="230681"/>
                      <a:pt x="713413" y="242017"/>
                      <a:pt x="699429" y="242017"/>
                    </a:cubicBezTo>
                    <a:lnTo>
                      <a:pt x="25321" y="242017"/>
                    </a:lnTo>
                    <a:cubicBezTo>
                      <a:pt x="11336" y="242017"/>
                      <a:pt x="0" y="230681"/>
                      <a:pt x="0" y="216696"/>
                    </a:cubicBezTo>
                    <a:lnTo>
                      <a:pt x="0" y="25321"/>
                    </a:lnTo>
                    <a:cubicBezTo>
                      <a:pt x="0" y="11336"/>
                      <a:pt x="11336" y="0"/>
                      <a:pt x="2532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0" y="-19050"/>
                <a:ext cx="724749" cy="2610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60"/>
                  </a:lnSpc>
                </a:pPr>
                <a:r>
                  <a:rPr lang="en-US" sz="155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Opt-in to join Community Boards</a:t>
                </a:r>
              </a:p>
            </p:txBody>
          </p:sp>
        </p:grpSp>
      </p:grpSp>
      <p:grpSp>
        <p:nvGrpSpPr>
          <p:cNvPr id="149" name="Group 149"/>
          <p:cNvGrpSpPr/>
          <p:nvPr/>
        </p:nvGrpSpPr>
        <p:grpSpPr>
          <a:xfrm>
            <a:off x="12641324" y="9502353"/>
            <a:ext cx="724412" cy="362206"/>
            <a:chOff x="0" y="0"/>
            <a:chExt cx="812800" cy="40640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2596049" y="4780887"/>
            <a:ext cx="724412" cy="362206"/>
            <a:chOff x="0" y="0"/>
            <a:chExt cx="812800" cy="406400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5201067" y="3557952"/>
            <a:ext cx="2514680" cy="1303020"/>
            <a:chOff x="0" y="0"/>
            <a:chExt cx="3352907" cy="173736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3352907" cy="1737360"/>
            </a:xfrm>
            <a:custGeom>
              <a:avLst/>
              <a:gdLst/>
              <a:ahLst/>
              <a:cxnLst/>
              <a:rect l="l" t="t" r="r" b="b"/>
              <a:pathLst>
                <a:path w="3352907" h="1737360">
                  <a:moveTo>
                    <a:pt x="0" y="0"/>
                  </a:moveTo>
                  <a:lnTo>
                    <a:pt x="3352907" y="0"/>
                  </a:lnTo>
                  <a:lnTo>
                    <a:pt x="3352907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472708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0" y="9525"/>
              <a:ext cx="3352907" cy="1727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53"/>
                </a:lnSpc>
              </a:pPr>
              <a:r>
                <a:rPr lang="en-US" sz="2300" b="1" i="1" dirty="0">
                  <a:solidFill>
                    <a:srgbClr val="FFFFF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(New User) </a:t>
              </a:r>
            </a:p>
          </p:txBody>
        </p:sp>
      </p:grpSp>
      <p:grpSp>
        <p:nvGrpSpPr>
          <p:cNvPr id="158" name="Group 2">
            <a:extLst>
              <a:ext uri="{FF2B5EF4-FFF2-40B4-BE49-F238E27FC236}">
                <a16:creationId xmlns:a16="http://schemas.microsoft.com/office/drawing/2014/main" id="{1B560CDC-9DF5-B310-AED3-06822A610F67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159" name="Freeform 3">
              <a:extLst>
                <a:ext uri="{FF2B5EF4-FFF2-40B4-BE49-F238E27FC236}">
                  <a16:creationId xmlns:a16="http://schemas.microsoft.com/office/drawing/2014/main" id="{D0CF1BCE-38FD-1387-5A58-770C824444AE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TextBox 4">
              <a:extLst>
                <a:ext uri="{FF2B5EF4-FFF2-40B4-BE49-F238E27FC236}">
                  <a16:creationId xmlns:a16="http://schemas.microsoft.com/office/drawing/2014/main" id="{3236EEBB-D662-C0B7-8667-18F89FA425F1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161" name="Group 5">
            <a:extLst>
              <a:ext uri="{FF2B5EF4-FFF2-40B4-BE49-F238E27FC236}">
                <a16:creationId xmlns:a16="http://schemas.microsoft.com/office/drawing/2014/main" id="{E9F9CD19-553B-A7A8-1424-F50028A84A3A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162" name="Freeform 6">
              <a:extLst>
                <a:ext uri="{FF2B5EF4-FFF2-40B4-BE49-F238E27FC236}">
                  <a16:creationId xmlns:a16="http://schemas.microsoft.com/office/drawing/2014/main" id="{6D31148F-CB41-8530-5C34-D1F1B6BF8ABE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TextBox 7">
              <a:extLst>
                <a:ext uri="{FF2B5EF4-FFF2-40B4-BE49-F238E27FC236}">
                  <a16:creationId xmlns:a16="http://schemas.microsoft.com/office/drawing/2014/main" id="{C3C7948E-CF07-083D-2A61-CCE3DC1E7087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164" name="Group 8">
            <a:extLst>
              <a:ext uri="{FF2B5EF4-FFF2-40B4-BE49-F238E27FC236}">
                <a16:creationId xmlns:a16="http://schemas.microsoft.com/office/drawing/2014/main" id="{FC2C4603-F815-09D2-3C68-23E1CD65C531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165" name="Freeform 9">
              <a:extLst>
                <a:ext uri="{FF2B5EF4-FFF2-40B4-BE49-F238E27FC236}">
                  <a16:creationId xmlns:a16="http://schemas.microsoft.com/office/drawing/2014/main" id="{D841DE7D-A52F-5905-6F21-2E9B219F432E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TextBox 10">
              <a:extLst>
                <a:ext uri="{FF2B5EF4-FFF2-40B4-BE49-F238E27FC236}">
                  <a16:creationId xmlns:a16="http://schemas.microsoft.com/office/drawing/2014/main" id="{01F50CAD-54C8-9641-0AEB-E3A76B6A3B46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878351" y="4246905"/>
            <a:ext cx="4023360" cy="2723354"/>
            <a:chOff x="0" y="0"/>
            <a:chExt cx="5364480" cy="36311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64480" cy="3631138"/>
            </a:xfrm>
            <a:custGeom>
              <a:avLst/>
              <a:gdLst/>
              <a:ahLst/>
              <a:cxnLst/>
              <a:rect l="l" t="t" r="r" b="b"/>
              <a:pathLst>
                <a:path w="5364480" h="3631138">
                  <a:moveTo>
                    <a:pt x="0" y="0"/>
                  </a:moveTo>
                  <a:lnTo>
                    <a:pt x="5364480" y="0"/>
                  </a:lnTo>
                  <a:lnTo>
                    <a:pt x="5364480" y="3631138"/>
                  </a:lnTo>
                  <a:lnTo>
                    <a:pt x="0" y="3631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9694" r="-172727" b="126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364480" cy="3688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takes a photo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Choose Post Type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Post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BeReal Passport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COMMUNITY BOARD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Themed Post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Adds BeReal Passport to post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329976" y="544690"/>
            <a:ext cx="4390416" cy="8687192"/>
            <a:chOff x="0" y="0"/>
            <a:chExt cx="5853888" cy="115829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5853888" cy="11582923"/>
              <a:chOff x="0" y="0"/>
              <a:chExt cx="2620010" cy="518414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38683" y="169689"/>
              <a:ext cx="5343203" cy="11188991"/>
              <a:chOff x="0" y="0"/>
              <a:chExt cx="1005423" cy="210541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62359" y="3286144"/>
              <a:ext cx="5129170" cy="6418640"/>
              <a:chOff x="0" y="0"/>
              <a:chExt cx="10591800" cy="1325457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591800" cy="13254572"/>
              </a:xfrm>
              <a:custGeom>
                <a:avLst/>
                <a:gdLst/>
                <a:ahLst/>
                <a:cxnLst/>
                <a:rect l="l" t="t" r="r" b="b"/>
                <a:pathLst>
                  <a:path w="10591800" h="13254572">
                    <a:moveTo>
                      <a:pt x="10591800" y="222020"/>
                    </a:moveTo>
                    <a:lnTo>
                      <a:pt x="10591800" y="13032552"/>
                    </a:lnTo>
                    <a:cubicBezTo>
                      <a:pt x="10591800" y="13155219"/>
                      <a:pt x="10478135" y="13254572"/>
                      <a:pt x="10337800" y="13254572"/>
                    </a:cubicBezTo>
                    <a:lnTo>
                      <a:pt x="254000" y="13254572"/>
                    </a:lnTo>
                    <a:cubicBezTo>
                      <a:pt x="113665" y="13254572"/>
                      <a:pt x="0" y="13155219"/>
                      <a:pt x="0" y="13032552"/>
                    </a:cubicBezTo>
                    <a:lnTo>
                      <a:pt x="0" y="222020"/>
                    </a:lnTo>
                    <a:cubicBezTo>
                      <a:pt x="0" y="99354"/>
                      <a:pt x="113665" y="0"/>
                      <a:pt x="254000" y="0"/>
                    </a:cubicBezTo>
                    <a:lnTo>
                      <a:pt x="10337800" y="0"/>
                    </a:lnTo>
                    <a:cubicBezTo>
                      <a:pt x="10478135" y="0"/>
                      <a:pt x="10591800" y="99354"/>
                      <a:pt x="10591800" y="22202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610" r="-8757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4220761" y="636094"/>
              <a:ext cx="989575" cy="989575"/>
            </a:xfrm>
            <a:custGeom>
              <a:avLst/>
              <a:gdLst/>
              <a:ahLst/>
              <a:cxnLst/>
              <a:rect l="l" t="t" r="r" b="b"/>
              <a:pathLst>
                <a:path w="989575" h="989575">
                  <a:moveTo>
                    <a:pt x="0" y="0"/>
                  </a:moveTo>
                  <a:lnTo>
                    <a:pt x="989575" y="0"/>
                  </a:lnTo>
                  <a:lnTo>
                    <a:pt x="989575" y="989575"/>
                  </a:lnTo>
                  <a:lnTo>
                    <a:pt x="0" y="989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477959" y="3493128"/>
              <a:ext cx="1380283" cy="1380283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098237" y="636094"/>
              <a:ext cx="1657413" cy="1005067"/>
              <a:chOff x="0" y="0"/>
              <a:chExt cx="1578858" cy="95743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36" name="Freeform 36"/>
            <p:cNvSpPr/>
            <p:nvPr/>
          </p:nvSpPr>
          <p:spPr>
            <a:xfrm rot="5400000">
              <a:off x="1607340" y="10391880"/>
              <a:ext cx="247876" cy="313768"/>
            </a:xfrm>
            <a:custGeom>
              <a:avLst/>
              <a:gdLst/>
              <a:ahLst/>
              <a:cxnLst/>
              <a:rect l="l" t="t" r="r" b="b"/>
              <a:pathLst>
                <a:path w="247876" h="313768">
                  <a:moveTo>
                    <a:pt x="0" y="0"/>
                  </a:moveTo>
                  <a:lnTo>
                    <a:pt x="247876" y="0"/>
                  </a:lnTo>
                  <a:lnTo>
                    <a:pt x="247876" y="313768"/>
                  </a:lnTo>
                  <a:lnTo>
                    <a:pt x="0" y="313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3478" y="10352757"/>
              <a:ext cx="713984" cy="349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1"/>
                </a:lnSpc>
                <a:spcBef>
                  <a:spcPct val="0"/>
                </a:spcBef>
              </a:pPr>
              <a:r>
                <a:rPr lang="en-US" sz="159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SEND </a:t>
              </a:r>
            </a:p>
          </p:txBody>
        </p:sp>
        <p:sp>
          <p:nvSpPr>
            <p:cNvPr id="38" name="Freeform 38"/>
            <p:cNvSpPr/>
            <p:nvPr/>
          </p:nvSpPr>
          <p:spPr>
            <a:xfrm rot="5400000">
              <a:off x="4785581" y="10366119"/>
              <a:ext cx="299601" cy="379242"/>
            </a:xfrm>
            <a:custGeom>
              <a:avLst/>
              <a:gdLst/>
              <a:ahLst/>
              <a:cxnLst/>
              <a:rect l="l" t="t" r="r" b="b"/>
              <a:pathLst>
                <a:path w="299601" h="379242">
                  <a:moveTo>
                    <a:pt x="0" y="0"/>
                  </a:moveTo>
                  <a:lnTo>
                    <a:pt x="299601" y="0"/>
                  </a:lnTo>
                  <a:lnTo>
                    <a:pt x="299601" y="379242"/>
                  </a:lnTo>
                  <a:lnTo>
                    <a:pt x="0" y="37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26944" y="10192301"/>
              <a:ext cx="1662547" cy="670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1"/>
                </a:lnSpc>
              </a:pPr>
              <a:r>
                <a:rPr lang="en-US" sz="159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COMMUNITY </a:t>
              </a:r>
            </a:p>
            <a:p>
              <a:pPr algn="ctr">
                <a:lnSpc>
                  <a:spcPts val="1911"/>
                </a:lnSpc>
                <a:spcBef>
                  <a:spcPct val="0"/>
                </a:spcBef>
              </a:pPr>
              <a:r>
                <a:rPr lang="en-US" sz="1593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BOARD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84237" y="8721327"/>
              <a:ext cx="565524" cy="565524"/>
            </a:xfrm>
            <a:custGeom>
              <a:avLst/>
              <a:gdLst/>
              <a:ahLst/>
              <a:cxnLst/>
              <a:rect l="l" t="t" r="r" b="b"/>
              <a:pathLst>
                <a:path w="565524" h="565524">
                  <a:moveTo>
                    <a:pt x="0" y="0"/>
                  </a:moveTo>
                  <a:lnTo>
                    <a:pt x="565524" y="0"/>
                  </a:lnTo>
                  <a:lnTo>
                    <a:pt x="565524" y="565525"/>
                  </a:lnTo>
                  <a:lnTo>
                    <a:pt x="0" y="5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761981" y="8871156"/>
              <a:ext cx="210035" cy="265868"/>
            </a:xfrm>
            <a:custGeom>
              <a:avLst/>
              <a:gdLst/>
              <a:ahLst/>
              <a:cxnLst/>
              <a:rect l="l" t="t" r="r" b="b"/>
              <a:pathLst>
                <a:path w="210035" h="265868">
                  <a:moveTo>
                    <a:pt x="0" y="0"/>
                  </a:moveTo>
                  <a:lnTo>
                    <a:pt x="210035" y="0"/>
                  </a:lnTo>
                  <a:lnTo>
                    <a:pt x="210035" y="265867"/>
                  </a:lnTo>
                  <a:lnTo>
                    <a:pt x="0" y="265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1355820" y="8691402"/>
              <a:ext cx="1752721" cy="625375"/>
              <a:chOff x="0" y="0"/>
              <a:chExt cx="292219" cy="10426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292219" cy="104264"/>
              </a:xfrm>
              <a:custGeom>
                <a:avLst/>
                <a:gdLst/>
                <a:ahLst/>
                <a:cxnLst/>
                <a:rect l="l" t="t" r="r" b="b"/>
                <a:pathLst>
                  <a:path w="292219" h="104264">
                    <a:moveTo>
                      <a:pt x="52132" y="0"/>
                    </a:moveTo>
                    <a:lnTo>
                      <a:pt x="240086" y="0"/>
                    </a:lnTo>
                    <a:cubicBezTo>
                      <a:pt x="253913" y="0"/>
                      <a:pt x="267173" y="5492"/>
                      <a:pt x="276949" y="15269"/>
                    </a:cubicBezTo>
                    <a:cubicBezTo>
                      <a:pt x="286726" y="25046"/>
                      <a:pt x="292219" y="38306"/>
                      <a:pt x="292219" y="52132"/>
                    </a:cubicBezTo>
                    <a:lnTo>
                      <a:pt x="292219" y="52132"/>
                    </a:lnTo>
                    <a:cubicBezTo>
                      <a:pt x="292219" y="80924"/>
                      <a:pt x="268878" y="104264"/>
                      <a:pt x="240086" y="104264"/>
                    </a:cubicBezTo>
                    <a:lnTo>
                      <a:pt x="52132" y="104264"/>
                    </a:lnTo>
                    <a:cubicBezTo>
                      <a:pt x="38306" y="104264"/>
                      <a:pt x="25046" y="98772"/>
                      <a:pt x="15269" y="88995"/>
                    </a:cubicBezTo>
                    <a:cubicBezTo>
                      <a:pt x="5492" y="79219"/>
                      <a:pt x="0" y="65958"/>
                      <a:pt x="0" y="52132"/>
                    </a:cubicBezTo>
                    <a:lnTo>
                      <a:pt x="0" y="52132"/>
                    </a:lnTo>
                    <a:cubicBezTo>
                      <a:pt x="0" y="38306"/>
                      <a:pt x="5492" y="25046"/>
                      <a:pt x="15269" y="15269"/>
                    </a:cubicBezTo>
                    <a:cubicBezTo>
                      <a:pt x="25046" y="5492"/>
                      <a:pt x="38306" y="0"/>
                      <a:pt x="52132" y="0"/>
                    </a:cubicBezTo>
                    <a:close/>
                  </a:path>
                </a:pathLst>
              </a:custGeom>
              <a:solidFill>
                <a:srgbClr val="23222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292219" cy="151889"/>
              </a:xfrm>
              <a:prstGeom prst="rect">
                <a:avLst/>
              </a:prstGeom>
            </p:spPr>
            <p:txBody>
              <a:bodyPr lIns="57334" tIns="57334" rIns="57334" bIns="57334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541790" y="8784463"/>
              <a:ext cx="1350177" cy="391902"/>
              <a:chOff x="0" y="0"/>
              <a:chExt cx="1892503" cy="54931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892503" cy="549318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549318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549318"/>
                    </a:lnTo>
                    <a:lnTo>
                      <a:pt x="0" y="5493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22997" r="-914656" b="-739273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0"/>
                <a:ext cx="1892503" cy="5493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3317830" y="8745662"/>
              <a:ext cx="724288" cy="516856"/>
              <a:chOff x="0" y="0"/>
              <a:chExt cx="146109" cy="10426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46109" cy="104264"/>
              </a:xfrm>
              <a:custGeom>
                <a:avLst/>
                <a:gdLst/>
                <a:ahLst/>
                <a:cxnLst/>
                <a:rect l="l" t="t" r="r" b="b"/>
                <a:pathLst>
                  <a:path w="146109" h="104264">
                    <a:moveTo>
                      <a:pt x="52132" y="0"/>
                    </a:moveTo>
                    <a:lnTo>
                      <a:pt x="93977" y="0"/>
                    </a:lnTo>
                    <a:cubicBezTo>
                      <a:pt x="107803" y="0"/>
                      <a:pt x="121063" y="5492"/>
                      <a:pt x="130840" y="15269"/>
                    </a:cubicBezTo>
                    <a:cubicBezTo>
                      <a:pt x="140617" y="25046"/>
                      <a:pt x="146109" y="38306"/>
                      <a:pt x="146109" y="52132"/>
                    </a:cubicBezTo>
                    <a:lnTo>
                      <a:pt x="146109" y="52132"/>
                    </a:lnTo>
                    <a:cubicBezTo>
                      <a:pt x="146109" y="65958"/>
                      <a:pt x="140617" y="79219"/>
                      <a:pt x="130840" y="88995"/>
                    </a:cubicBezTo>
                    <a:cubicBezTo>
                      <a:pt x="121063" y="98772"/>
                      <a:pt x="107803" y="104264"/>
                      <a:pt x="93977" y="104264"/>
                    </a:cubicBezTo>
                    <a:lnTo>
                      <a:pt x="52132" y="104264"/>
                    </a:lnTo>
                    <a:cubicBezTo>
                      <a:pt x="38306" y="104264"/>
                      <a:pt x="25046" y="98772"/>
                      <a:pt x="15269" y="88995"/>
                    </a:cubicBezTo>
                    <a:cubicBezTo>
                      <a:pt x="5492" y="79219"/>
                      <a:pt x="0" y="65958"/>
                      <a:pt x="0" y="52132"/>
                    </a:cubicBezTo>
                    <a:lnTo>
                      <a:pt x="0" y="52132"/>
                    </a:lnTo>
                    <a:cubicBezTo>
                      <a:pt x="0" y="38306"/>
                      <a:pt x="5492" y="25046"/>
                      <a:pt x="15269" y="15269"/>
                    </a:cubicBezTo>
                    <a:cubicBezTo>
                      <a:pt x="25046" y="5492"/>
                      <a:pt x="38306" y="0"/>
                      <a:pt x="52132" y="0"/>
                    </a:cubicBezTo>
                    <a:close/>
                  </a:path>
                </a:pathLst>
              </a:custGeom>
              <a:solidFill>
                <a:srgbClr val="23222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146109" cy="151889"/>
              </a:xfrm>
              <a:prstGeom prst="rect">
                <a:avLst/>
              </a:prstGeom>
            </p:spPr>
            <p:txBody>
              <a:bodyPr lIns="63294" tIns="63294" rIns="63294" bIns="6329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405319" y="8832042"/>
              <a:ext cx="549311" cy="344096"/>
              <a:chOff x="0" y="0"/>
              <a:chExt cx="561318" cy="35161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61318" cy="351617"/>
              </a:xfrm>
              <a:custGeom>
                <a:avLst/>
                <a:gdLst/>
                <a:ahLst/>
                <a:cxnLst/>
                <a:rect l="l" t="t" r="r" b="b"/>
                <a:pathLst>
                  <a:path w="561318" h="351617">
                    <a:moveTo>
                      <a:pt x="0" y="0"/>
                    </a:moveTo>
                    <a:lnTo>
                      <a:pt x="561318" y="0"/>
                    </a:lnTo>
                    <a:lnTo>
                      <a:pt x="561318" y="351617"/>
                    </a:lnTo>
                    <a:lnTo>
                      <a:pt x="0" y="35161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17058" r="-3320951" b="-121116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9525"/>
                <a:ext cx="561318" cy="34209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ON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4400715" y="8721327"/>
              <a:ext cx="758388" cy="541190"/>
              <a:chOff x="0" y="0"/>
              <a:chExt cx="146109" cy="104264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46109" cy="104264"/>
              </a:xfrm>
              <a:custGeom>
                <a:avLst/>
                <a:gdLst/>
                <a:ahLst/>
                <a:cxnLst/>
                <a:rect l="l" t="t" r="r" b="b"/>
                <a:pathLst>
                  <a:path w="146109" h="104264">
                    <a:moveTo>
                      <a:pt x="52132" y="0"/>
                    </a:moveTo>
                    <a:lnTo>
                      <a:pt x="93977" y="0"/>
                    </a:lnTo>
                    <a:cubicBezTo>
                      <a:pt x="107803" y="0"/>
                      <a:pt x="121063" y="5492"/>
                      <a:pt x="130840" y="15269"/>
                    </a:cubicBezTo>
                    <a:cubicBezTo>
                      <a:pt x="140617" y="25046"/>
                      <a:pt x="146109" y="38306"/>
                      <a:pt x="146109" y="52132"/>
                    </a:cubicBezTo>
                    <a:lnTo>
                      <a:pt x="146109" y="52132"/>
                    </a:lnTo>
                    <a:cubicBezTo>
                      <a:pt x="146109" y="65958"/>
                      <a:pt x="140617" y="79219"/>
                      <a:pt x="130840" y="88995"/>
                    </a:cubicBezTo>
                    <a:cubicBezTo>
                      <a:pt x="121063" y="98772"/>
                      <a:pt x="107803" y="104264"/>
                      <a:pt x="93977" y="104264"/>
                    </a:cubicBezTo>
                    <a:lnTo>
                      <a:pt x="52132" y="104264"/>
                    </a:lnTo>
                    <a:cubicBezTo>
                      <a:pt x="38306" y="104264"/>
                      <a:pt x="25046" y="98772"/>
                      <a:pt x="15269" y="88995"/>
                    </a:cubicBezTo>
                    <a:cubicBezTo>
                      <a:pt x="5492" y="79219"/>
                      <a:pt x="0" y="65958"/>
                      <a:pt x="0" y="52132"/>
                    </a:cubicBezTo>
                    <a:lnTo>
                      <a:pt x="0" y="52132"/>
                    </a:lnTo>
                    <a:cubicBezTo>
                      <a:pt x="0" y="38306"/>
                      <a:pt x="5492" y="25046"/>
                      <a:pt x="15269" y="15269"/>
                    </a:cubicBezTo>
                    <a:cubicBezTo>
                      <a:pt x="25046" y="5492"/>
                      <a:pt x="38306" y="0"/>
                      <a:pt x="52132" y="0"/>
                    </a:cubicBezTo>
                    <a:close/>
                  </a:path>
                </a:pathLst>
              </a:custGeom>
              <a:solidFill>
                <a:srgbClr val="23222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47625"/>
                <a:ext cx="146109" cy="151889"/>
              </a:xfrm>
              <a:prstGeom prst="rect">
                <a:avLst/>
              </a:prstGeom>
            </p:spPr>
            <p:txBody>
              <a:bodyPr lIns="66274" tIns="66274" rIns="66274" bIns="6627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4615940" y="8832209"/>
              <a:ext cx="307458" cy="336020"/>
            </a:xfrm>
            <a:custGeom>
              <a:avLst/>
              <a:gdLst/>
              <a:ahLst/>
              <a:cxnLst/>
              <a:rect l="l" t="t" r="r" b="b"/>
              <a:pathLst>
                <a:path w="307458" h="336020">
                  <a:moveTo>
                    <a:pt x="0" y="0"/>
                  </a:moveTo>
                  <a:lnTo>
                    <a:pt x="307459" y="0"/>
                  </a:lnTo>
                  <a:lnTo>
                    <a:pt x="307459" y="336020"/>
                  </a:lnTo>
                  <a:lnTo>
                    <a:pt x="0" y="336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385258" y="1409823"/>
              <a:ext cx="876439" cy="876439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6112" tIns="46112" rIns="46112" bIns="46112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61" name="Freeform 61"/>
            <p:cNvSpPr/>
            <p:nvPr/>
          </p:nvSpPr>
          <p:spPr>
            <a:xfrm rot="-10800000">
              <a:off x="559496" y="1714077"/>
              <a:ext cx="527963" cy="277181"/>
            </a:xfrm>
            <a:custGeom>
              <a:avLst/>
              <a:gdLst/>
              <a:ahLst/>
              <a:cxnLst/>
              <a:rect l="l" t="t" r="r" b="b"/>
              <a:pathLst>
                <a:path w="527963" h="277181">
                  <a:moveTo>
                    <a:pt x="0" y="0"/>
                  </a:moveTo>
                  <a:lnTo>
                    <a:pt x="527963" y="0"/>
                  </a:lnTo>
                  <a:lnTo>
                    <a:pt x="527963" y="277180"/>
                  </a:lnTo>
                  <a:lnTo>
                    <a:pt x="0" y="27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1360" y="2760216"/>
              <a:ext cx="2033739" cy="273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647"/>
                </a:lnSpc>
                <a:spcBef>
                  <a:spcPct val="0"/>
                </a:spcBef>
              </a:pPr>
              <a:r>
                <a:rPr lang="en-US" sz="1373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a caption...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84068" y="544690"/>
            <a:ext cx="4405413" cy="8716867"/>
            <a:chOff x="0" y="0"/>
            <a:chExt cx="5873884" cy="11622489"/>
          </a:xfrm>
        </p:grpSpPr>
        <p:grpSp>
          <p:nvGrpSpPr>
            <p:cNvPr id="64" name="Group 64"/>
            <p:cNvGrpSpPr>
              <a:grpSpLocks noChangeAspect="1"/>
            </p:cNvGrpSpPr>
            <p:nvPr/>
          </p:nvGrpSpPr>
          <p:grpSpPr>
            <a:xfrm>
              <a:off x="0" y="0"/>
              <a:ext cx="5873884" cy="11622489"/>
              <a:chOff x="0" y="0"/>
              <a:chExt cx="2620010" cy="518414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73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139157" y="170269"/>
              <a:ext cx="5535934" cy="11227212"/>
              <a:chOff x="0" y="0"/>
              <a:chExt cx="1038143" cy="2105417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103814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38143" h="2105417">
                    <a:moveTo>
                      <a:pt x="100169" y="0"/>
                    </a:moveTo>
                    <a:lnTo>
                      <a:pt x="937973" y="0"/>
                    </a:lnTo>
                    <a:cubicBezTo>
                      <a:pt x="993296" y="0"/>
                      <a:pt x="1038143" y="44847"/>
                      <a:pt x="1038143" y="100169"/>
                    </a:cubicBezTo>
                    <a:lnTo>
                      <a:pt x="1038143" y="2005248"/>
                    </a:lnTo>
                    <a:cubicBezTo>
                      <a:pt x="1038143" y="2060570"/>
                      <a:pt x="993296" y="2105417"/>
                      <a:pt x="937973" y="2105417"/>
                    </a:cubicBezTo>
                    <a:lnTo>
                      <a:pt x="100169" y="2105417"/>
                    </a:lnTo>
                    <a:cubicBezTo>
                      <a:pt x="44847" y="2105417"/>
                      <a:pt x="0" y="2060570"/>
                      <a:pt x="0" y="2005248"/>
                    </a:cubicBezTo>
                    <a:lnTo>
                      <a:pt x="0" y="100169"/>
                    </a:lnTo>
                    <a:cubicBezTo>
                      <a:pt x="0" y="44847"/>
                      <a:pt x="44847" y="0"/>
                      <a:pt x="10016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0" y="-47625"/>
                <a:ext cx="103814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2105405" y="638267"/>
              <a:ext cx="1663075" cy="1008501"/>
              <a:chOff x="0" y="0"/>
              <a:chExt cx="1578858" cy="957431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386574" y="1414639"/>
              <a:ext cx="879433" cy="879433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6112" tIns="46112" rIns="46112" bIns="46112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83" name="Freeform 83"/>
            <p:cNvSpPr/>
            <p:nvPr/>
          </p:nvSpPr>
          <p:spPr>
            <a:xfrm rot="-10800000">
              <a:off x="561407" y="1719932"/>
              <a:ext cx="529766" cy="278127"/>
            </a:xfrm>
            <a:custGeom>
              <a:avLst/>
              <a:gdLst/>
              <a:ahLst/>
              <a:cxnLst/>
              <a:rect l="l" t="t" r="r" b="b"/>
              <a:pathLst>
                <a:path w="529766" h="278127">
                  <a:moveTo>
                    <a:pt x="0" y="0"/>
                  </a:moveTo>
                  <a:lnTo>
                    <a:pt x="529767" y="0"/>
                  </a:lnTo>
                  <a:lnTo>
                    <a:pt x="529767" y="278127"/>
                  </a:lnTo>
                  <a:lnTo>
                    <a:pt x="0" y="278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364516" y="3239096"/>
              <a:ext cx="5278764" cy="6443521"/>
              <a:chOff x="0" y="0"/>
              <a:chExt cx="10932106" cy="13344273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10932106" cy="13344272"/>
              </a:xfrm>
              <a:custGeom>
                <a:avLst/>
                <a:gdLst/>
                <a:ahLst/>
                <a:cxnLst/>
                <a:rect l="l" t="t" r="r" b="b"/>
                <a:pathLst>
                  <a:path w="10932106" h="13344272">
                    <a:moveTo>
                      <a:pt x="10932106" y="223522"/>
                    </a:moveTo>
                    <a:lnTo>
                      <a:pt x="10932106" y="13120751"/>
                    </a:lnTo>
                    <a:cubicBezTo>
                      <a:pt x="10932106" y="13244247"/>
                      <a:pt x="10814789" y="13344272"/>
                      <a:pt x="10669946" y="13344272"/>
                    </a:cubicBezTo>
                    <a:lnTo>
                      <a:pt x="262161" y="13344272"/>
                    </a:lnTo>
                    <a:cubicBezTo>
                      <a:pt x="117317" y="13344272"/>
                      <a:pt x="0" y="13244247"/>
                      <a:pt x="0" y="13120751"/>
                    </a:cubicBezTo>
                    <a:lnTo>
                      <a:pt x="0" y="223522"/>
                    </a:lnTo>
                    <a:cubicBezTo>
                      <a:pt x="0" y="100026"/>
                      <a:pt x="117317" y="0"/>
                      <a:pt x="262161" y="0"/>
                    </a:cubicBezTo>
                    <a:lnTo>
                      <a:pt x="10669946" y="0"/>
                    </a:lnTo>
                    <a:cubicBezTo>
                      <a:pt x="10814789" y="0"/>
                      <a:pt x="10932106" y="100026"/>
                      <a:pt x="10932106" y="223522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t="-641" r="-85911" b="-64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6" name="Freeform 86"/>
            <p:cNvSpPr/>
            <p:nvPr/>
          </p:nvSpPr>
          <p:spPr>
            <a:xfrm>
              <a:off x="2719829" y="10592085"/>
              <a:ext cx="568138" cy="568138"/>
            </a:xfrm>
            <a:custGeom>
              <a:avLst/>
              <a:gdLst/>
              <a:ahLst/>
              <a:cxnLst/>
              <a:rect l="l" t="t" r="r" b="b"/>
              <a:pathLst>
                <a:path w="568138" h="568138">
                  <a:moveTo>
                    <a:pt x="0" y="0"/>
                  </a:moveTo>
                  <a:lnTo>
                    <a:pt x="568138" y="0"/>
                  </a:lnTo>
                  <a:lnTo>
                    <a:pt x="568138" y="568138"/>
                  </a:lnTo>
                  <a:lnTo>
                    <a:pt x="0" y="568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7"/>
            <p:cNvSpPr/>
            <p:nvPr/>
          </p:nvSpPr>
          <p:spPr>
            <a:xfrm>
              <a:off x="2549830" y="10422087"/>
              <a:ext cx="908135" cy="908135"/>
            </a:xfrm>
            <a:custGeom>
              <a:avLst/>
              <a:gdLst/>
              <a:ahLst/>
              <a:cxnLst/>
              <a:rect l="l" t="t" r="r" b="b"/>
              <a:pathLst>
                <a:path w="908135" h="908135">
                  <a:moveTo>
                    <a:pt x="0" y="0"/>
                  </a:moveTo>
                  <a:lnTo>
                    <a:pt x="908135" y="0"/>
                  </a:lnTo>
                  <a:lnTo>
                    <a:pt x="908135" y="908135"/>
                  </a:lnTo>
                  <a:lnTo>
                    <a:pt x="0" y="908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8" name="Group 88"/>
            <p:cNvGrpSpPr/>
            <p:nvPr/>
          </p:nvGrpSpPr>
          <p:grpSpPr>
            <a:xfrm>
              <a:off x="1779044" y="9865337"/>
              <a:ext cx="770787" cy="374030"/>
              <a:chOff x="0" y="0"/>
              <a:chExt cx="1132013" cy="549318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1132013" cy="549318"/>
              </a:xfrm>
              <a:custGeom>
                <a:avLst/>
                <a:gdLst/>
                <a:ahLst/>
                <a:cxnLst/>
                <a:rect l="l" t="t" r="r" b="b"/>
                <a:pathLst>
                  <a:path w="1132013" h="549318">
                    <a:moveTo>
                      <a:pt x="0" y="0"/>
                    </a:moveTo>
                    <a:lnTo>
                      <a:pt x="1132013" y="0"/>
                    </a:lnTo>
                    <a:lnTo>
                      <a:pt x="1132013" y="549318"/>
                    </a:lnTo>
                    <a:lnTo>
                      <a:pt x="0" y="5493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22997" r="-1596305" b="-739273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0" y="0"/>
                <a:ext cx="1132013" cy="5493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VIDEO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3336543" y="9865337"/>
              <a:ext cx="867109" cy="374030"/>
              <a:chOff x="0" y="0"/>
              <a:chExt cx="1273477" cy="549318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1273477" cy="549318"/>
              </a:xfrm>
              <a:custGeom>
                <a:avLst/>
                <a:gdLst/>
                <a:ahLst/>
                <a:cxnLst/>
                <a:rect l="l" t="t" r="r" b="b"/>
                <a:pathLst>
                  <a:path w="1273477" h="549318">
                    <a:moveTo>
                      <a:pt x="0" y="0"/>
                    </a:moveTo>
                    <a:lnTo>
                      <a:pt x="1273477" y="0"/>
                    </a:lnTo>
                    <a:lnTo>
                      <a:pt x="1273477" y="549318"/>
                    </a:lnTo>
                    <a:lnTo>
                      <a:pt x="0" y="54931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22997" r="-1407871" b="-739273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0" y="0"/>
                <a:ext cx="1273477" cy="5493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DE59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PHOTO</a:t>
                </a:r>
              </a:p>
            </p:txBody>
          </p:sp>
        </p:grpSp>
        <p:sp>
          <p:nvSpPr>
            <p:cNvPr id="94" name="Freeform 94"/>
            <p:cNvSpPr/>
            <p:nvPr/>
          </p:nvSpPr>
          <p:spPr>
            <a:xfrm>
              <a:off x="517623" y="9112556"/>
              <a:ext cx="275326" cy="440521"/>
            </a:xfrm>
            <a:custGeom>
              <a:avLst/>
              <a:gdLst/>
              <a:ahLst/>
              <a:cxnLst/>
              <a:rect l="l" t="t" r="r" b="b"/>
              <a:pathLst>
                <a:path w="275326" h="440521">
                  <a:moveTo>
                    <a:pt x="0" y="0"/>
                  </a:moveTo>
                  <a:lnTo>
                    <a:pt x="275326" y="0"/>
                  </a:lnTo>
                  <a:lnTo>
                    <a:pt x="275326" y="440521"/>
                  </a:lnTo>
                  <a:lnTo>
                    <a:pt x="0" y="440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5"/>
            <p:cNvSpPr/>
            <p:nvPr/>
          </p:nvSpPr>
          <p:spPr>
            <a:xfrm>
              <a:off x="4868580" y="8993164"/>
              <a:ext cx="573032" cy="449830"/>
            </a:xfrm>
            <a:custGeom>
              <a:avLst/>
              <a:gdLst/>
              <a:ahLst/>
              <a:cxnLst/>
              <a:rect l="l" t="t" r="r" b="b"/>
              <a:pathLst>
                <a:path w="573032" h="449830">
                  <a:moveTo>
                    <a:pt x="0" y="0"/>
                  </a:moveTo>
                  <a:lnTo>
                    <a:pt x="573032" y="0"/>
                  </a:lnTo>
                  <a:lnTo>
                    <a:pt x="573032" y="449830"/>
                  </a:lnTo>
                  <a:lnTo>
                    <a:pt x="0" y="449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60120" y="2943885"/>
            <a:ext cx="4830896" cy="1303020"/>
            <a:chOff x="0" y="0"/>
            <a:chExt cx="6441195" cy="173736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441195" cy="1737360"/>
            </a:xfrm>
            <a:custGeom>
              <a:avLst/>
              <a:gdLst/>
              <a:ahLst/>
              <a:cxnLst/>
              <a:rect l="l" t="t" r="r" b="b"/>
              <a:pathLst>
                <a:path w="6441195" h="1737360">
                  <a:moveTo>
                    <a:pt x="0" y="0"/>
                  </a:moveTo>
                  <a:lnTo>
                    <a:pt x="6441195" y="0"/>
                  </a:lnTo>
                  <a:lnTo>
                    <a:pt x="6441195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198118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38100"/>
              <a:ext cx="6441195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Capture Toggle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620365" y="9432722"/>
            <a:ext cx="3532819" cy="601474"/>
            <a:chOff x="0" y="0"/>
            <a:chExt cx="5623571" cy="957431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5623571" cy="957431"/>
            </a:xfrm>
            <a:custGeom>
              <a:avLst/>
              <a:gdLst/>
              <a:ahLst/>
              <a:cxnLst/>
              <a:rect l="l" t="t" r="r" b="b"/>
              <a:pathLst>
                <a:path w="5623571" h="957431">
                  <a:moveTo>
                    <a:pt x="0" y="0"/>
                  </a:moveTo>
                  <a:lnTo>
                    <a:pt x="5623571" y="0"/>
                  </a:lnTo>
                  <a:lnTo>
                    <a:pt x="5623571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241462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5623571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Takes Photo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3539699" y="9405475"/>
            <a:ext cx="3970969" cy="655967"/>
            <a:chOff x="0" y="0"/>
            <a:chExt cx="6321021" cy="104417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6321021" cy="1044174"/>
            </a:xfrm>
            <a:custGeom>
              <a:avLst/>
              <a:gdLst/>
              <a:ahLst/>
              <a:cxnLst/>
              <a:rect l="l" t="t" r="r" b="b"/>
              <a:pathLst>
                <a:path w="6321021" h="1044174">
                  <a:moveTo>
                    <a:pt x="0" y="0"/>
                  </a:moveTo>
                  <a:lnTo>
                    <a:pt x="6321021" y="0"/>
                  </a:lnTo>
                  <a:lnTo>
                    <a:pt x="6321021" y="1044174"/>
                  </a:lnTo>
                  <a:lnTo>
                    <a:pt x="0" y="10441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137" r="-203786" b="-3415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6321021" cy="1044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Add Caption &amp; Choose Post Type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2589482" y="9552356"/>
            <a:ext cx="724412" cy="362206"/>
            <a:chOff x="0" y="0"/>
            <a:chExt cx="812800" cy="40640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2589482" y="4540918"/>
            <a:ext cx="724412" cy="362206"/>
            <a:chOff x="0" y="0"/>
            <a:chExt cx="812800" cy="4064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111" name="Group 2">
            <a:extLst>
              <a:ext uri="{FF2B5EF4-FFF2-40B4-BE49-F238E27FC236}">
                <a16:creationId xmlns:a16="http://schemas.microsoft.com/office/drawing/2014/main" id="{4C3469F2-F42E-DD71-75A9-4E48F3D60B78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0397255D-80D5-8CDE-AB36-07D5D2D8129E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TextBox 4">
              <a:extLst>
                <a:ext uri="{FF2B5EF4-FFF2-40B4-BE49-F238E27FC236}">
                  <a16:creationId xmlns:a16="http://schemas.microsoft.com/office/drawing/2014/main" id="{7C461C6F-6E6C-1F4F-C98E-C25CA22C9E25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114" name="Group 5">
            <a:extLst>
              <a:ext uri="{FF2B5EF4-FFF2-40B4-BE49-F238E27FC236}">
                <a16:creationId xmlns:a16="http://schemas.microsoft.com/office/drawing/2014/main" id="{545019D9-8EE6-4C70-7BC6-EE24EFF70ACB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4935F20B-49CF-65ED-7330-BD4648AD3F92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TextBox 7">
              <a:extLst>
                <a:ext uri="{FF2B5EF4-FFF2-40B4-BE49-F238E27FC236}">
                  <a16:creationId xmlns:a16="http://schemas.microsoft.com/office/drawing/2014/main" id="{3F7F295C-9BF7-248A-DA65-9F94B7EF3342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117" name="Group 8">
            <a:extLst>
              <a:ext uri="{FF2B5EF4-FFF2-40B4-BE49-F238E27FC236}">
                <a16:creationId xmlns:a16="http://schemas.microsoft.com/office/drawing/2014/main" id="{EF26D0B7-5534-397D-A683-BB1456596333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C1B3C82A-A1A1-CEE3-BDA9-16D17FBA051F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TextBox 10">
              <a:extLst>
                <a:ext uri="{FF2B5EF4-FFF2-40B4-BE49-F238E27FC236}">
                  <a16:creationId xmlns:a16="http://schemas.microsoft.com/office/drawing/2014/main" id="{0F0C9B6D-6D64-24CF-C04F-7DE0B806B9A8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60120" y="2922418"/>
            <a:ext cx="6669128" cy="1303020"/>
            <a:chOff x="0" y="0"/>
            <a:chExt cx="8892171" cy="173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92170" cy="1737360"/>
            </a:xfrm>
            <a:custGeom>
              <a:avLst/>
              <a:gdLst/>
              <a:ahLst/>
              <a:cxnLst/>
              <a:rect l="l" t="t" r="r" b="b"/>
              <a:pathLst>
                <a:path w="8892170" h="1737360">
                  <a:moveTo>
                    <a:pt x="0" y="0"/>
                  </a:moveTo>
                  <a:lnTo>
                    <a:pt x="8892170" y="0"/>
                  </a:lnTo>
                  <a:lnTo>
                    <a:pt x="889217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115947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8892171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Board Select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0119" y="4201193"/>
            <a:ext cx="4976991" cy="2132804"/>
            <a:chOff x="0" y="0"/>
            <a:chExt cx="6635988" cy="28437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35988" cy="2843738"/>
            </a:xfrm>
            <a:custGeom>
              <a:avLst/>
              <a:gdLst/>
              <a:ahLst/>
              <a:cxnLst/>
              <a:rect l="l" t="t" r="r" b="b"/>
              <a:pathLst>
                <a:path w="6635988" h="2843738">
                  <a:moveTo>
                    <a:pt x="0" y="0"/>
                  </a:moveTo>
                  <a:lnTo>
                    <a:pt x="6635988" y="0"/>
                  </a:lnTo>
                  <a:lnTo>
                    <a:pt x="6635988" y="2843738"/>
                  </a:lnTo>
                  <a:lnTo>
                    <a:pt x="0" y="28437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91" r="-120470" b="-115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6635988" cy="2900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Directed from Capture Screen to Board Screen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Chooses A Board 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Confirmation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Highlighted card switch from grey to white with name of selected board.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Icon Changes from  Lock to Unlock  </a:t>
              </a:r>
            </a:p>
          </p:txBody>
        </p:sp>
      </p:grpSp>
      <p:grpSp>
        <p:nvGrpSpPr>
          <p:cNvPr id="389" name="Group 389"/>
          <p:cNvGrpSpPr/>
          <p:nvPr/>
        </p:nvGrpSpPr>
        <p:grpSpPr>
          <a:xfrm>
            <a:off x="9144000" y="9258300"/>
            <a:ext cx="3532819" cy="580191"/>
            <a:chOff x="0" y="0"/>
            <a:chExt cx="5623571" cy="923552"/>
          </a:xfrm>
        </p:grpSpPr>
        <p:sp>
          <p:nvSpPr>
            <p:cNvPr id="390" name="Freeform 390"/>
            <p:cNvSpPr/>
            <p:nvPr/>
          </p:nvSpPr>
          <p:spPr>
            <a:xfrm>
              <a:off x="0" y="0"/>
              <a:ext cx="5623571" cy="923552"/>
            </a:xfrm>
            <a:custGeom>
              <a:avLst/>
              <a:gdLst/>
              <a:ahLst/>
              <a:cxnLst/>
              <a:rect l="l" t="t" r="r" b="b"/>
              <a:pathLst>
                <a:path w="5623571" h="923552">
                  <a:moveTo>
                    <a:pt x="0" y="0"/>
                  </a:moveTo>
                  <a:lnTo>
                    <a:pt x="5623571" y="0"/>
                  </a:lnTo>
                  <a:lnTo>
                    <a:pt x="5623571" y="923552"/>
                  </a:lnTo>
                  <a:lnTo>
                    <a:pt x="0" y="923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072" r="-241462" b="-399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TextBox 391"/>
            <p:cNvSpPr txBox="1"/>
            <p:nvPr/>
          </p:nvSpPr>
          <p:spPr>
            <a:xfrm>
              <a:off x="0" y="0"/>
              <a:ext cx="5623571" cy="923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Chooses A  </a:t>
              </a:r>
            </a:p>
          </p:txBody>
        </p:sp>
      </p:grpSp>
      <p:grpSp>
        <p:nvGrpSpPr>
          <p:cNvPr id="392" name="Group 392"/>
          <p:cNvGrpSpPr/>
          <p:nvPr/>
        </p:nvGrpSpPr>
        <p:grpSpPr>
          <a:xfrm>
            <a:off x="13901906" y="9252925"/>
            <a:ext cx="3970969" cy="655967"/>
            <a:chOff x="0" y="0"/>
            <a:chExt cx="6321021" cy="1044174"/>
          </a:xfrm>
        </p:grpSpPr>
        <p:sp>
          <p:nvSpPr>
            <p:cNvPr id="393" name="Freeform 393"/>
            <p:cNvSpPr/>
            <p:nvPr/>
          </p:nvSpPr>
          <p:spPr>
            <a:xfrm>
              <a:off x="0" y="0"/>
              <a:ext cx="6321021" cy="1044174"/>
            </a:xfrm>
            <a:custGeom>
              <a:avLst/>
              <a:gdLst/>
              <a:ahLst/>
              <a:cxnLst/>
              <a:rect l="l" t="t" r="r" b="b"/>
              <a:pathLst>
                <a:path w="6321021" h="1044174">
                  <a:moveTo>
                    <a:pt x="0" y="0"/>
                  </a:moveTo>
                  <a:lnTo>
                    <a:pt x="6321021" y="0"/>
                  </a:lnTo>
                  <a:lnTo>
                    <a:pt x="6321021" y="1044174"/>
                  </a:lnTo>
                  <a:lnTo>
                    <a:pt x="0" y="10441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137" r="-203786" b="-3415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TextBox 394"/>
            <p:cNvSpPr txBox="1"/>
            <p:nvPr/>
          </p:nvSpPr>
          <p:spPr>
            <a:xfrm>
              <a:off x="0" y="0"/>
              <a:ext cx="6321021" cy="1044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Board Chosen</a:t>
              </a:r>
            </a:p>
          </p:txBody>
        </p:sp>
      </p:grpSp>
      <p:grpSp>
        <p:nvGrpSpPr>
          <p:cNvPr id="395" name="Group 395"/>
          <p:cNvGrpSpPr/>
          <p:nvPr/>
        </p:nvGrpSpPr>
        <p:grpSpPr>
          <a:xfrm>
            <a:off x="12951688" y="9399806"/>
            <a:ext cx="724412" cy="362206"/>
            <a:chOff x="0" y="0"/>
            <a:chExt cx="812800" cy="406400"/>
          </a:xfrm>
        </p:grpSpPr>
        <p:sp>
          <p:nvSpPr>
            <p:cNvPr id="396" name="Freeform 39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TextBox 397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398" name="Group 398"/>
          <p:cNvGrpSpPr/>
          <p:nvPr/>
        </p:nvGrpSpPr>
        <p:grpSpPr>
          <a:xfrm>
            <a:off x="13001573" y="4620208"/>
            <a:ext cx="724412" cy="362206"/>
            <a:chOff x="0" y="0"/>
            <a:chExt cx="812800" cy="406400"/>
          </a:xfrm>
        </p:grpSpPr>
        <p:sp>
          <p:nvSpPr>
            <p:cNvPr id="399" name="Freeform 39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TextBox 40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pic>
        <p:nvPicPr>
          <p:cNvPr id="406" name="Picture 405">
            <a:extLst>
              <a:ext uri="{FF2B5EF4-FFF2-40B4-BE49-F238E27FC236}">
                <a16:creationId xmlns:a16="http://schemas.microsoft.com/office/drawing/2014/main" id="{ECCFC0C2-775D-C44A-4871-A83A09A4E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430" y="628718"/>
            <a:ext cx="4191000" cy="8267700"/>
          </a:xfrm>
          <a:prstGeom prst="rect">
            <a:avLst/>
          </a:prstGeom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6DDE33AF-A328-7D14-7705-CDB18BA77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387" y="628718"/>
            <a:ext cx="4191000" cy="8267700"/>
          </a:xfrm>
          <a:prstGeom prst="rect">
            <a:avLst/>
          </a:prstGeom>
        </p:spPr>
      </p:pic>
      <p:grpSp>
        <p:nvGrpSpPr>
          <p:cNvPr id="17" name="Group 2">
            <a:extLst>
              <a:ext uri="{FF2B5EF4-FFF2-40B4-BE49-F238E27FC236}">
                <a16:creationId xmlns:a16="http://schemas.microsoft.com/office/drawing/2014/main" id="{1C2F9764-78A6-689E-FDF8-6297DF6A3029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809C52AC-17BA-654D-80FF-1225B81ACA6D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46C12387-22BF-7ED4-36C6-27F85CE9FE78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F6C7F2BA-3DC8-484E-3FDA-08DC6A93D8B9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D11CEDFD-0912-B548-ED5D-A6CF8AA9B2B6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D7E767A0-1915-FAD1-F859-D547C54E5288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23" name="Group 8">
            <a:extLst>
              <a:ext uri="{FF2B5EF4-FFF2-40B4-BE49-F238E27FC236}">
                <a16:creationId xmlns:a16="http://schemas.microsoft.com/office/drawing/2014/main" id="{ED688545-9DF4-19E4-2390-924E4DE73A7D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BFF71A0A-C49D-8D06-73D5-6203C5242F68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9298194B-8CC8-11B0-477F-B1B4360C468B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60120" y="3164199"/>
            <a:ext cx="7132320" cy="1303020"/>
            <a:chOff x="0" y="0"/>
            <a:chExt cx="9509760" cy="173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09760" cy="1737360"/>
            </a:xfrm>
            <a:custGeom>
              <a:avLst/>
              <a:gdLst/>
              <a:ahLst/>
              <a:cxnLst/>
              <a:rect l="l" t="t" r="r" b="b"/>
              <a:pathLst>
                <a:path w="9509760" h="1737360">
                  <a:moveTo>
                    <a:pt x="0" y="0"/>
                  </a:moveTo>
                  <a:lnTo>
                    <a:pt x="9509760" y="0"/>
                  </a:lnTo>
                  <a:lnTo>
                    <a:pt x="95097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101923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950976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 Confirm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648194"/>
            <a:ext cx="4023360" cy="4199729"/>
            <a:chOff x="0" y="0"/>
            <a:chExt cx="5364480" cy="55996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64480" cy="5599638"/>
            </a:xfrm>
            <a:custGeom>
              <a:avLst/>
              <a:gdLst/>
              <a:ahLst/>
              <a:cxnLst/>
              <a:rect l="l" t="t" r="r" b="b"/>
              <a:pathLst>
                <a:path w="5364480" h="5599638">
                  <a:moveTo>
                    <a:pt x="0" y="0"/>
                  </a:moveTo>
                  <a:lnTo>
                    <a:pt x="5364480" y="0"/>
                  </a:lnTo>
                  <a:lnTo>
                    <a:pt x="5364480" y="5599638"/>
                  </a:lnTo>
                  <a:lnTo>
                    <a:pt x="0" y="55996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93" r="-172727" b="433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364480" cy="56567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Happy path messages: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Loading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i="1" spc="59" dirty="0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“Stamping your passport..”</a:t>
              </a: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i="1" spc="59" dirty="0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“Stamp earned! Added to CRAMMING board🎉”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something goes wrong, a message will display: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Empty state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i="1" spc="59" dirty="0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“No one’s posted to this board yet - be the first!”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 state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i="1" spc="59" dirty="0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“⚠️ That didn’t go through. Let’s try again.”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93662" y="883035"/>
            <a:ext cx="4182327" cy="8275452"/>
            <a:chOff x="0" y="0"/>
            <a:chExt cx="5576435" cy="11033936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0"/>
              <a:ext cx="5576435" cy="11033936"/>
              <a:chOff x="0" y="0"/>
              <a:chExt cx="2620010" cy="518414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32110" y="161647"/>
              <a:ext cx="5089955" cy="10658674"/>
              <a:chOff x="0" y="0"/>
              <a:chExt cx="1005423" cy="210541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345184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3" y="0"/>
                  </a:lnTo>
                  <a:lnTo>
                    <a:pt x="942673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7468" y="812658"/>
              <a:ext cx="418106" cy="529248"/>
            </a:xfrm>
            <a:custGeom>
              <a:avLst/>
              <a:gdLst/>
              <a:ahLst/>
              <a:cxnLst/>
              <a:rect l="l" t="t" r="r" b="b"/>
              <a:pathLst>
                <a:path w="418106" h="529248">
                  <a:moveTo>
                    <a:pt x="0" y="0"/>
                  </a:moveTo>
                  <a:lnTo>
                    <a:pt x="418106" y="0"/>
                  </a:lnTo>
                  <a:lnTo>
                    <a:pt x="418106" y="529248"/>
                  </a:lnTo>
                  <a:lnTo>
                    <a:pt x="0" y="52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4020713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2" y="0"/>
                  </a:lnTo>
                  <a:lnTo>
                    <a:pt x="942672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4252646" y="795632"/>
              <a:ext cx="478806" cy="563301"/>
            </a:xfrm>
            <a:custGeom>
              <a:avLst/>
              <a:gdLst/>
              <a:ahLst/>
              <a:cxnLst/>
              <a:rect l="l" t="t" r="r" b="b"/>
              <a:pathLst>
                <a:path w="478806" h="563301">
                  <a:moveTo>
                    <a:pt x="0" y="0"/>
                  </a:moveTo>
                  <a:lnTo>
                    <a:pt x="478806" y="0"/>
                  </a:lnTo>
                  <a:lnTo>
                    <a:pt x="478806" y="563301"/>
                  </a:lnTo>
                  <a:lnTo>
                    <a:pt x="0" y="5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2913191" y="1850275"/>
              <a:ext cx="2318060" cy="798756"/>
              <a:chOff x="0" y="0"/>
              <a:chExt cx="2778550" cy="95743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778550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778550" h="957431">
                    <a:moveTo>
                      <a:pt x="0" y="0"/>
                    </a:moveTo>
                    <a:lnTo>
                      <a:pt x="2778550" y="0"/>
                    </a:lnTo>
                    <a:lnTo>
                      <a:pt x="2778550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59109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0"/>
                <a:ext cx="2778550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Friends of Friends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77249" y="9549613"/>
              <a:ext cx="4854002" cy="1062208"/>
              <a:chOff x="0" y="0"/>
              <a:chExt cx="958815" cy="20981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998789" y="605946"/>
              <a:ext cx="1578858" cy="957431"/>
              <a:chOff x="0" y="0"/>
              <a:chExt cx="1578858" cy="95743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713612" y="9888564"/>
              <a:ext cx="256494" cy="238539"/>
            </a:xfrm>
            <a:custGeom>
              <a:avLst/>
              <a:gdLst/>
              <a:ahLst/>
              <a:cxnLst/>
              <a:rect l="l" t="t" r="r" b="b"/>
              <a:pathLst>
                <a:path w="256494" h="238539">
                  <a:moveTo>
                    <a:pt x="0" y="0"/>
                  </a:moveTo>
                  <a:lnTo>
                    <a:pt x="256494" y="0"/>
                  </a:lnTo>
                  <a:lnTo>
                    <a:pt x="256494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734675" y="9888564"/>
              <a:ext cx="265043" cy="238539"/>
            </a:xfrm>
            <a:custGeom>
              <a:avLst/>
              <a:gdLst/>
              <a:ahLst/>
              <a:cxnLst/>
              <a:rect l="l" t="t" r="r" b="b"/>
              <a:pathLst>
                <a:path w="265043" h="238539">
                  <a:moveTo>
                    <a:pt x="0" y="0"/>
                  </a:moveTo>
                  <a:lnTo>
                    <a:pt x="265043" y="0"/>
                  </a:lnTo>
                  <a:lnTo>
                    <a:pt x="265043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3577647" y="9765887"/>
              <a:ext cx="371258" cy="373124"/>
            </a:xfrm>
            <a:custGeom>
              <a:avLst/>
              <a:gdLst/>
              <a:ahLst/>
              <a:cxnLst/>
              <a:rect l="l" t="t" r="r" b="b"/>
              <a:pathLst>
                <a:path w="371258" h="373124">
                  <a:moveTo>
                    <a:pt x="0" y="0"/>
                  </a:moveTo>
                  <a:lnTo>
                    <a:pt x="371258" y="0"/>
                  </a:lnTo>
                  <a:lnTo>
                    <a:pt x="371258" y="373124"/>
                  </a:lnTo>
                  <a:lnTo>
                    <a:pt x="0" y="37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535455" y="9735621"/>
              <a:ext cx="433657" cy="433657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" name="Freeform 49"/>
            <p:cNvSpPr/>
            <p:nvPr/>
          </p:nvSpPr>
          <p:spPr>
            <a:xfrm>
              <a:off x="2464456" y="9747998"/>
              <a:ext cx="620166" cy="620166"/>
            </a:xfrm>
            <a:custGeom>
              <a:avLst/>
              <a:gdLst/>
              <a:ahLst/>
              <a:cxnLst/>
              <a:rect l="l" t="t" r="r" b="b"/>
              <a:pathLst>
                <a:path w="620166" h="620166">
                  <a:moveTo>
                    <a:pt x="0" y="0"/>
                  </a:moveTo>
                  <a:lnTo>
                    <a:pt x="620166" y="0"/>
                  </a:lnTo>
                  <a:lnTo>
                    <a:pt x="620166" y="620167"/>
                  </a:lnTo>
                  <a:lnTo>
                    <a:pt x="0" y="620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2567835" y="9889618"/>
              <a:ext cx="413408" cy="336928"/>
            </a:xfrm>
            <a:custGeom>
              <a:avLst/>
              <a:gdLst/>
              <a:ahLst/>
              <a:cxnLst/>
              <a:rect l="l" t="t" r="r" b="b"/>
              <a:pathLst>
                <a:path w="413408" h="336928">
                  <a:moveTo>
                    <a:pt x="0" y="0"/>
                  </a:moveTo>
                  <a:lnTo>
                    <a:pt x="413408" y="0"/>
                  </a:lnTo>
                  <a:lnTo>
                    <a:pt x="413408" y="336927"/>
                  </a:lnTo>
                  <a:lnTo>
                    <a:pt x="0" y="336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5305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80643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376722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365730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251597" y="2804708"/>
              <a:ext cx="1588850" cy="613535"/>
              <a:chOff x="0" y="0"/>
              <a:chExt cx="313847" cy="12119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23222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6521" y="1929613"/>
              <a:ext cx="1578858" cy="798756"/>
              <a:chOff x="0" y="0"/>
              <a:chExt cx="1892503" cy="957431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89250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957431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91465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0"/>
                <a:ext cx="189250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82024" y="2797176"/>
              <a:ext cx="1023926" cy="628600"/>
              <a:chOff x="0" y="0"/>
              <a:chExt cx="1559557" cy="95743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0"/>
                <a:ext cx="1559557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Today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991405" y="2797176"/>
              <a:ext cx="1588850" cy="613535"/>
              <a:chOff x="0" y="0"/>
              <a:chExt cx="313847" cy="121192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2323047" y="2797176"/>
              <a:ext cx="930342" cy="628600"/>
              <a:chOff x="0" y="0"/>
              <a:chExt cx="1417019" cy="95743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417019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7019" h="957431">
                    <a:moveTo>
                      <a:pt x="0" y="0"/>
                    </a:moveTo>
                    <a:lnTo>
                      <a:pt x="1417019" y="0"/>
                    </a:lnTo>
                    <a:lnTo>
                      <a:pt x="1417019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512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0"/>
                <a:ext cx="1417019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Board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3731214" y="2789644"/>
              <a:ext cx="1588850" cy="613535"/>
              <a:chOff x="0" y="0"/>
              <a:chExt cx="313847" cy="121192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4062855" y="2804708"/>
              <a:ext cx="928093" cy="628600"/>
              <a:chOff x="0" y="0"/>
              <a:chExt cx="1413593" cy="957431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141359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3593" h="957431">
                    <a:moveTo>
                      <a:pt x="0" y="0"/>
                    </a:moveTo>
                    <a:lnTo>
                      <a:pt x="1413593" y="0"/>
                    </a:lnTo>
                    <a:lnTo>
                      <a:pt x="141359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841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0"/>
                <a:ext cx="141359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Passport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333920" y="3527760"/>
              <a:ext cx="2781418" cy="798756"/>
              <a:chOff x="0" y="0"/>
              <a:chExt cx="3333956" cy="957431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3333956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3333956" h="957431">
                    <a:moveTo>
                      <a:pt x="0" y="0"/>
                    </a:moveTo>
                    <a:lnTo>
                      <a:pt x="3333956" y="0"/>
                    </a:lnTo>
                    <a:lnTo>
                      <a:pt x="3333956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47596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0"/>
                <a:ext cx="3333956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813"/>
                  </a:lnSpc>
                </a:pPr>
                <a:r>
                  <a:rPr lang="en-US" sz="17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October 2026 Board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3866747" y="3727448"/>
              <a:ext cx="1259734" cy="399378"/>
              <a:chOff x="0" y="0"/>
              <a:chExt cx="1509985" cy="478716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 FRIENDS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3920" y="4326515"/>
              <a:ext cx="4850948" cy="914564"/>
              <a:chOff x="0" y="0"/>
              <a:chExt cx="958212" cy="18065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958212" cy="180655"/>
              </a:xfrm>
              <a:custGeom>
                <a:avLst/>
                <a:gdLst/>
                <a:ahLst/>
                <a:cxnLst/>
                <a:rect l="l" t="t" r="r" b="b"/>
                <a:pathLst>
                  <a:path w="958212" h="180655">
                    <a:moveTo>
                      <a:pt x="90327" y="0"/>
                    </a:moveTo>
                    <a:lnTo>
                      <a:pt x="867885" y="0"/>
                    </a:lnTo>
                    <a:cubicBezTo>
                      <a:pt x="891841" y="0"/>
                      <a:pt x="914816" y="9517"/>
                      <a:pt x="931756" y="26456"/>
                    </a:cubicBezTo>
                    <a:cubicBezTo>
                      <a:pt x="948695" y="43396"/>
                      <a:pt x="958212" y="66371"/>
                      <a:pt x="958212" y="90327"/>
                    </a:cubicBezTo>
                    <a:lnTo>
                      <a:pt x="958212" y="90327"/>
                    </a:lnTo>
                    <a:cubicBezTo>
                      <a:pt x="958212" y="140214"/>
                      <a:pt x="917771" y="180655"/>
                      <a:pt x="867885" y="180655"/>
                    </a:cubicBezTo>
                    <a:lnTo>
                      <a:pt x="90327" y="180655"/>
                    </a:lnTo>
                    <a:cubicBezTo>
                      <a:pt x="40441" y="180655"/>
                      <a:pt x="0" y="140214"/>
                      <a:pt x="0" y="90327"/>
                    </a:cubicBezTo>
                    <a:lnTo>
                      <a:pt x="0" y="90327"/>
                    </a:lnTo>
                    <a:cubicBezTo>
                      <a:pt x="0" y="40441"/>
                      <a:pt x="40441" y="0"/>
                      <a:pt x="903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28575"/>
                <a:ext cx="958212" cy="2092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0"/>
                  </a:lnSpc>
                </a:pPr>
                <a:endParaRPr/>
              </a:p>
            </p:txBody>
          </p:sp>
        </p:grpSp>
        <p:sp>
          <p:nvSpPr>
            <p:cNvPr id="85" name="TextBox 85"/>
            <p:cNvSpPr txBox="1"/>
            <p:nvPr/>
          </p:nvSpPr>
          <p:spPr>
            <a:xfrm>
              <a:off x="1147586" y="4491697"/>
              <a:ext cx="3281263" cy="52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9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 Board</a:t>
              </a:r>
            </a:p>
          </p:txBody>
        </p:sp>
        <p:grpSp>
          <p:nvGrpSpPr>
            <p:cNvPr id="86" name="Group 86"/>
            <p:cNvGrpSpPr/>
            <p:nvPr/>
          </p:nvGrpSpPr>
          <p:grpSpPr>
            <a:xfrm>
              <a:off x="333920" y="5355379"/>
              <a:ext cx="1553317" cy="1866579"/>
              <a:chOff x="0" y="0"/>
              <a:chExt cx="306828" cy="368707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306828" cy="368707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68707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9088"/>
                    </a:lnTo>
                    <a:cubicBezTo>
                      <a:pt x="306828" y="315152"/>
                      <a:pt x="253273" y="368707"/>
                      <a:pt x="187209" y="368707"/>
                    </a:cubicBezTo>
                    <a:lnTo>
                      <a:pt x="119619" y="368707"/>
                    </a:lnTo>
                    <a:cubicBezTo>
                      <a:pt x="53555" y="368707"/>
                      <a:pt x="0" y="315152"/>
                      <a:pt x="0" y="249088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141414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47625"/>
                <a:ext cx="306828" cy="4163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89" name="Freeform 89"/>
            <p:cNvSpPr/>
            <p:nvPr/>
          </p:nvSpPr>
          <p:spPr>
            <a:xfrm>
              <a:off x="667093" y="5648629"/>
              <a:ext cx="826397" cy="826397"/>
            </a:xfrm>
            <a:custGeom>
              <a:avLst/>
              <a:gdLst/>
              <a:ahLst/>
              <a:cxnLst/>
              <a:rect l="l" t="t" r="r" b="b"/>
              <a:pathLst>
                <a:path w="826397" h="826397">
                  <a:moveTo>
                    <a:pt x="0" y="0"/>
                  </a:moveTo>
                  <a:lnTo>
                    <a:pt x="826397" y="0"/>
                  </a:lnTo>
                  <a:lnTo>
                    <a:pt x="826397" y="826397"/>
                  </a:lnTo>
                  <a:lnTo>
                    <a:pt x="0" y="82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90"/>
            <p:cNvSpPr/>
            <p:nvPr/>
          </p:nvSpPr>
          <p:spPr>
            <a:xfrm>
              <a:off x="833419" y="5818134"/>
              <a:ext cx="515045" cy="275549"/>
            </a:xfrm>
            <a:custGeom>
              <a:avLst/>
              <a:gdLst/>
              <a:ahLst/>
              <a:cxnLst/>
              <a:rect l="l" t="t" r="r" b="b"/>
              <a:pathLst>
                <a:path w="515045" h="275549">
                  <a:moveTo>
                    <a:pt x="0" y="0"/>
                  </a:moveTo>
                  <a:lnTo>
                    <a:pt x="515045" y="0"/>
                  </a:lnTo>
                  <a:lnTo>
                    <a:pt x="515045" y="275549"/>
                  </a:lnTo>
                  <a:lnTo>
                    <a:pt x="0" y="27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66666" y="5674239"/>
              <a:ext cx="648552" cy="290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r>
                <a:rPr lang="en-US" sz="657" b="1" spc="8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92" name="Freeform 92"/>
            <p:cNvSpPr/>
            <p:nvPr/>
          </p:nvSpPr>
          <p:spPr>
            <a:xfrm rot="-3394830" flipV="1">
              <a:off x="717926" y="5989543"/>
              <a:ext cx="127396" cy="40044"/>
            </a:xfrm>
            <a:custGeom>
              <a:avLst/>
              <a:gdLst/>
              <a:ahLst/>
              <a:cxnLst/>
              <a:rect l="l" t="t" r="r" b="b"/>
              <a:pathLst>
                <a:path w="127396" h="40044">
                  <a:moveTo>
                    <a:pt x="0" y="40044"/>
                  </a:moveTo>
                  <a:lnTo>
                    <a:pt x="127397" y="40044"/>
                  </a:lnTo>
                  <a:lnTo>
                    <a:pt x="127397" y="0"/>
                  </a:lnTo>
                  <a:lnTo>
                    <a:pt x="0" y="0"/>
                  </a:lnTo>
                  <a:lnTo>
                    <a:pt x="0" y="4004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3"/>
            <p:cNvSpPr/>
            <p:nvPr/>
          </p:nvSpPr>
          <p:spPr>
            <a:xfrm rot="-6716943">
              <a:off x="1337250" y="5991172"/>
              <a:ext cx="117029" cy="36785"/>
            </a:xfrm>
            <a:custGeom>
              <a:avLst/>
              <a:gdLst/>
              <a:ahLst/>
              <a:cxnLst/>
              <a:rect l="l" t="t" r="r" b="b"/>
              <a:pathLst>
                <a:path w="117029" h="36785">
                  <a:moveTo>
                    <a:pt x="0" y="0"/>
                  </a:moveTo>
                  <a:lnTo>
                    <a:pt x="117028" y="0"/>
                  </a:lnTo>
                  <a:lnTo>
                    <a:pt x="117028" y="36786"/>
                  </a:lnTo>
                  <a:lnTo>
                    <a:pt x="0" y="36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4"/>
            <p:cNvSpPr/>
            <p:nvPr/>
          </p:nvSpPr>
          <p:spPr>
            <a:xfrm rot="2699999">
              <a:off x="816100" y="5899924"/>
              <a:ext cx="534627" cy="534627"/>
            </a:xfrm>
            <a:custGeom>
              <a:avLst/>
              <a:gdLst/>
              <a:ahLst/>
              <a:cxnLst/>
              <a:rect l="l" t="t" r="r" b="b"/>
              <a:pathLst>
                <a:path w="534627" h="534627">
                  <a:moveTo>
                    <a:pt x="0" y="0"/>
                  </a:moveTo>
                  <a:lnTo>
                    <a:pt x="534626" y="0"/>
                  </a:lnTo>
                  <a:lnTo>
                    <a:pt x="534626" y="534626"/>
                  </a:lnTo>
                  <a:lnTo>
                    <a:pt x="0" y="53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62894" y="6340736"/>
              <a:ext cx="234794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96" name="Freeform 96"/>
            <p:cNvSpPr/>
            <p:nvPr/>
          </p:nvSpPr>
          <p:spPr>
            <a:xfrm rot="2699999">
              <a:off x="879758" y="6095442"/>
              <a:ext cx="401067" cy="401067"/>
            </a:xfrm>
            <a:custGeom>
              <a:avLst/>
              <a:gdLst/>
              <a:ahLst/>
              <a:cxnLst/>
              <a:rect l="l" t="t" r="r" b="b"/>
              <a:pathLst>
                <a:path w="401067" h="401067">
                  <a:moveTo>
                    <a:pt x="0" y="0"/>
                  </a:moveTo>
                  <a:lnTo>
                    <a:pt x="401067" y="0"/>
                  </a:lnTo>
                  <a:lnTo>
                    <a:pt x="401067" y="401067"/>
                  </a:lnTo>
                  <a:lnTo>
                    <a:pt x="0" y="401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7"/>
            <p:cNvSpPr/>
            <p:nvPr/>
          </p:nvSpPr>
          <p:spPr>
            <a:xfrm>
              <a:off x="999513" y="5907411"/>
              <a:ext cx="182857" cy="179200"/>
            </a:xfrm>
            <a:custGeom>
              <a:avLst/>
              <a:gdLst/>
              <a:ahLst/>
              <a:cxnLst/>
              <a:rect l="l" t="t" r="r" b="b"/>
              <a:pathLst>
                <a:path w="182857" h="179200">
                  <a:moveTo>
                    <a:pt x="0" y="0"/>
                  </a:moveTo>
                  <a:lnTo>
                    <a:pt x="182857" y="0"/>
                  </a:lnTo>
                  <a:lnTo>
                    <a:pt x="182857" y="179199"/>
                  </a:lnTo>
                  <a:lnTo>
                    <a:pt x="0" y="17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92311" y="6200830"/>
              <a:ext cx="382204" cy="75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"/>
                </a:lnSpc>
                <a:spcBef>
                  <a:spcPct val="0"/>
                </a:spcBef>
              </a:pPr>
              <a:r>
                <a:rPr lang="en-US" sz="33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21719" y="6083924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253403" y="6083924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grpSp>
          <p:nvGrpSpPr>
            <p:cNvPr id="101" name="Group 101"/>
            <p:cNvGrpSpPr/>
            <p:nvPr/>
          </p:nvGrpSpPr>
          <p:grpSpPr>
            <a:xfrm>
              <a:off x="2026938" y="5355379"/>
              <a:ext cx="1553317" cy="1866579"/>
              <a:chOff x="0" y="0"/>
              <a:chExt cx="306828" cy="368707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306828" cy="368707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68707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9088"/>
                    </a:lnTo>
                    <a:cubicBezTo>
                      <a:pt x="306828" y="315152"/>
                      <a:pt x="253273" y="368707"/>
                      <a:pt x="187209" y="368707"/>
                    </a:cubicBezTo>
                    <a:lnTo>
                      <a:pt x="119619" y="368707"/>
                    </a:lnTo>
                    <a:cubicBezTo>
                      <a:pt x="53555" y="368707"/>
                      <a:pt x="0" y="315152"/>
                      <a:pt x="0" y="249088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0" y="-47625"/>
                <a:ext cx="306828" cy="4163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3719955" y="5399587"/>
              <a:ext cx="1553317" cy="1822371"/>
              <a:chOff x="0" y="0"/>
              <a:chExt cx="306828" cy="359975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07" name="Freeform 107"/>
            <p:cNvSpPr/>
            <p:nvPr/>
          </p:nvSpPr>
          <p:spPr>
            <a:xfrm>
              <a:off x="2390398" y="5633907"/>
              <a:ext cx="826397" cy="826397"/>
            </a:xfrm>
            <a:custGeom>
              <a:avLst/>
              <a:gdLst/>
              <a:ahLst/>
              <a:cxnLst/>
              <a:rect l="l" t="t" r="r" b="b"/>
              <a:pathLst>
                <a:path w="826397" h="826397">
                  <a:moveTo>
                    <a:pt x="0" y="0"/>
                  </a:moveTo>
                  <a:lnTo>
                    <a:pt x="826397" y="0"/>
                  </a:lnTo>
                  <a:lnTo>
                    <a:pt x="826397" y="826397"/>
                  </a:lnTo>
                  <a:lnTo>
                    <a:pt x="0" y="82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2556724" y="5803412"/>
              <a:ext cx="515045" cy="275549"/>
            </a:xfrm>
            <a:custGeom>
              <a:avLst/>
              <a:gdLst/>
              <a:ahLst/>
              <a:cxnLst/>
              <a:rect l="l" t="t" r="r" b="b"/>
              <a:pathLst>
                <a:path w="515045" h="275549">
                  <a:moveTo>
                    <a:pt x="0" y="0"/>
                  </a:moveTo>
                  <a:lnTo>
                    <a:pt x="515045" y="0"/>
                  </a:lnTo>
                  <a:lnTo>
                    <a:pt x="515045" y="275549"/>
                  </a:lnTo>
                  <a:lnTo>
                    <a:pt x="0" y="27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2665665" y="5659517"/>
              <a:ext cx="297164" cy="17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r>
                <a:rPr lang="en-US" sz="657" b="1" spc="8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HIKE</a:t>
              </a:r>
            </a:p>
          </p:txBody>
        </p:sp>
        <p:sp>
          <p:nvSpPr>
            <p:cNvPr id="110" name="Freeform 110"/>
            <p:cNvSpPr/>
            <p:nvPr/>
          </p:nvSpPr>
          <p:spPr>
            <a:xfrm rot="-3394830" flipV="1">
              <a:off x="2441231" y="5974821"/>
              <a:ext cx="127396" cy="40044"/>
            </a:xfrm>
            <a:custGeom>
              <a:avLst/>
              <a:gdLst/>
              <a:ahLst/>
              <a:cxnLst/>
              <a:rect l="l" t="t" r="r" b="b"/>
              <a:pathLst>
                <a:path w="127396" h="40044">
                  <a:moveTo>
                    <a:pt x="0" y="40044"/>
                  </a:moveTo>
                  <a:lnTo>
                    <a:pt x="127397" y="40044"/>
                  </a:lnTo>
                  <a:lnTo>
                    <a:pt x="127397" y="0"/>
                  </a:lnTo>
                  <a:lnTo>
                    <a:pt x="0" y="0"/>
                  </a:lnTo>
                  <a:lnTo>
                    <a:pt x="0" y="4004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11"/>
            <p:cNvSpPr/>
            <p:nvPr/>
          </p:nvSpPr>
          <p:spPr>
            <a:xfrm rot="-6716943">
              <a:off x="3060555" y="5976451"/>
              <a:ext cx="117029" cy="36785"/>
            </a:xfrm>
            <a:custGeom>
              <a:avLst/>
              <a:gdLst/>
              <a:ahLst/>
              <a:cxnLst/>
              <a:rect l="l" t="t" r="r" b="b"/>
              <a:pathLst>
                <a:path w="117029" h="36785">
                  <a:moveTo>
                    <a:pt x="0" y="0"/>
                  </a:moveTo>
                  <a:lnTo>
                    <a:pt x="117028" y="0"/>
                  </a:lnTo>
                  <a:lnTo>
                    <a:pt x="117028" y="36785"/>
                  </a:lnTo>
                  <a:lnTo>
                    <a:pt x="0" y="3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12"/>
            <p:cNvSpPr/>
            <p:nvPr/>
          </p:nvSpPr>
          <p:spPr>
            <a:xfrm rot="2699999">
              <a:off x="2539405" y="5885202"/>
              <a:ext cx="534627" cy="534627"/>
            </a:xfrm>
            <a:custGeom>
              <a:avLst/>
              <a:gdLst/>
              <a:ahLst/>
              <a:cxnLst/>
              <a:rect l="l" t="t" r="r" b="b"/>
              <a:pathLst>
                <a:path w="534627" h="534627">
                  <a:moveTo>
                    <a:pt x="0" y="0"/>
                  </a:moveTo>
                  <a:lnTo>
                    <a:pt x="534626" y="0"/>
                  </a:lnTo>
                  <a:lnTo>
                    <a:pt x="534626" y="534626"/>
                  </a:lnTo>
                  <a:lnTo>
                    <a:pt x="0" y="53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2686199" y="6326014"/>
              <a:ext cx="234794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14" name="Freeform 114"/>
            <p:cNvSpPr/>
            <p:nvPr/>
          </p:nvSpPr>
          <p:spPr>
            <a:xfrm rot="2699999">
              <a:off x="2603063" y="6080720"/>
              <a:ext cx="401067" cy="401067"/>
            </a:xfrm>
            <a:custGeom>
              <a:avLst/>
              <a:gdLst/>
              <a:ahLst/>
              <a:cxnLst/>
              <a:rect l="l" t="t" r="r" b="b"/>
              <a:pathLst>
                <a:path w="401067" h="401067">
                  <a:moveTo>
                    <a:pt x="0" y="0"/>
                  </a:moveTo>
                  <a:lnTo>
                    <a:pt x="401067" y="0"/>
                  </a:lnTo>
                  <a:lnTo>
                    <a:pt x="401067" y="401067"/>
                  </a:lnTo>
                  <a:lnTo>
                    <a:pt x="0" y="401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2615616" y="6186108"/>
              <a:ext cx="382204" cy="75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"/>
                </a:lnSpc>
                <a:spcBef>
                  <a:spcPct val="0"/>
                </a:spcBef>
              </a:pPr>
              <a:r>
                <a:rPr lang="en-US" sz="33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2445024" y="6069202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2976708" y="6069202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2673645" y="5910240"/>
              <a:ext cx="259903" cy="159841"/>
            </a:xfrm>
            <a:custGeom>
              <a:avLst/>
              <a:gdLst/>
              <a:ahLst/>
              <a:cxnLst/>
              <a:rect l="l" t="t" r="r" b="b"/>
              <a:pathLst>
                <a:path w="259903" h="159841">
                  <a:moveTo>
                    <a:pt x="0" y="0"/>
                  </a:moveTo>
                  <a:lnTo>
                    <a:pt x="259903" y="0"/>
                  </a:lnTo>
                  <a:lnTo>
                    <a:pt x="259903" y="159841"/>
                  </a:lnTo>
                  <a:lnTo>
                    <a:pt x="0" y="159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" name="Group 119"/>
            <p:cNvGrpSpPr/>
            <p:nvPr/>
          </p:nvGrpSpPr>
          <p:grpSpPr>
            <a:xfrm>
              <a:off x="3750243" y="7425158"/>
              <a:ext cx="1553317" cy="1822371"/>
              <a:chOff x="0" y="0"/>
              <a:chExt cx="306828" cy="359975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2026938" y="7425158"/>
              <a:ext cx="1553317" cy="1822371"/>
              <a:chOff x="0" y="0"/>
              <a:chExt cx="306828" cy="359975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303632" y="7425158"/>
              <a:ext cx="1553317" cy="1822371"/>
              <a:chOff x="0" y="0"/>
              <a:chExt cx="306828" cy="359975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28" name="Freeform 128"/>
            <p:cNvSpPr/>
            <p:nvPr/>
          </p:nvSpPr>
          <p:spPr>
            <a:xfrm>
              <a:off x="4096484" y="5663351"/>
              <a:ext cx="800260" cy="800260"/>
            </a:xfrm>
            <a:custGeom>
              <a:avLst/>
              <a:gdLst/>
              <a:ahLst/>
              <a:cxnLst/>
              <a:rect l="l" t="t" r="r" b="b"/>
              <a:pathLst>
                <a:path w="800260" h="800260">
                  <a:moveTo>
                    <a:pt x="0" y="0"/>
                  </a:moveTo>
                  <a:lnTo>
                    <a:pt x="800260" y="0"/>
                  </a:lnTo>
                  <a:lnTo>
                    <a:pt x="800260" y="800259"/>
                  </a:lnTo>
                  <a:lnTo>
                    <a:pt x="0" y="800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29"/>
            <p:cNvSpPr/>
            <p:nvPr/>
          </p:nvSpPr>
          <p:spPr>
            <a:xfrm>
              <a:off x="4257550" y="5827494"/>
              <a:ext cx="498756" cy="266834"/>
            </a:xfrm>
            <a:custGeom>
              <a:avLst/>
              <a:gdLst/>
              <a:ahLst/>
              <a:cxnLst/>
              <a:rect l="l" t="t" r="r" b="b"/>
              <a:pathLst>
                <a:path w="498756" h="266834">
                  <a:moveTo>
                    <a:pt x="0" y="0"/>
                  </a:moveTo>
                  <a:lnTo>
                    <a:pt x="498755" y="0"/>
                  </a:lnTo>
                  <a:lnTo>
                    <a:pt x="498755" y="266835"/>
                  </a:lnTo>
                  <a:lnTo>
                    <a:pt x="0" y="26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4281988" y="5687548"/>
              <a:ext cx="449879" cy="205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4"/>
                </a:lnSpc>
                <a:spcBef>
                  <a:spcPct val="0"/>
                </a:spcBef>
              </a:pPr>
              <a:r>
                <a:rPr lang="en-US" sz="636" b="1" spc="8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</a:t>
              </a:r>
            </a:p>
          </p:txBody>
        </p:sp>
        <p:sp>
          <p:nvSpPr>
            <p:cNvPr id="131" name="Freeform 131"/>
            <p:cNvSpPr/>
            <p:nvPr/>
          </p:nvSpPr>
          <p:spPr>
            <a:xfrm rot="-3394830" flipV="1">
              <a:off x="4145710" y="5993482"/>
              <a:ext cx="123367" cy="38778"/>
            </a:xfrm>
            <a:custGeom>
              <a:avLst/>
              <a:gdLst/>
              <a:ahLst/>
              <a:cxnLst/>
              <a:rect l="l" t="t" r="r" b="b"/>
              <a:pathLst>
                <a:path w="123367" h="38778">
                  <a:moveTo>
                    <a:pt x="0" y="38778"/>
                  </a:moveTo>
                  <a:lnTo>
                    <a:pt x="123367" y="38778"/>
                  </a:lnTo>
                  <a:lnTo>
                    <a:pt x="123367" y="0"/>
                  </a:lnTo>
                  <a:lnTo>
                    <a:pt x="0" y="0"/>
                  </a:lnTo>
                  <a:lnTo>
                    <a:pt x="0" y="3877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32"/>
            <p:cNvSpPr/>
            <p:nvPr/>
          </p:nvSpPr>
          <p:spPr>
            <a:xfrm rot="-6716943">
              <a:off x="4745445" y="5995060"/>
              <a:ext cx="113327" cy="35622"/>
            </a:xfrm>
            <a:custGeom>
              <a:avLst/>
              <a:gdLst/>
              <a:ahLst/>
              <a:cxnLst/>
              <a:rect l="l" t="t" r="r" b="b"/>
              <a:pathLst>
                <a:path w="113327" h="35622">
                  <a:moveTo>
                    <a:pt x="0" y="0"/>
                  </a:moveTo>
                  <a:lnTo>
                    <a:pt x="113327" y="0"/>
                  </a:lnTo>
                  <a:lnTo>
                    <a:pt x="113327" y="35622"/>
                  </a:lnTo>
                  <a:lnTo>
                    <a:pt x="0" y="35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33"/>
            <p:cNvSpPr/>
            <p:nvPr/>
          </p:nvSpPr>
          <p:spPr>
            <a:xfrm rot="2699999">
              <a:off x="4240778" y="5906698"/>
              <a:ext cx="517718" cy="517718"/>
            </a:xfrm>
            <a:custGeom>
              <a:avLst/>
              <a:gdLst/>
              <a:ahLst/>
              <a:cxnLst/>
              <a:rect l="l" t="t" r="r" b="b"/>
              <a:pathLst>
                <a:path w="517718" h="517718">
                  <a:moveTo>
                    <a:pt x="0" y="0"/>
                  </a:moveTo>
                  <a:lnTo>
                    <a:pt x="517718" y="0"/>
                  </a:lnTo>
                  <a:lnTo>
                    <a:pt x="517718" y="517717"/>
                  </a:lnTo>
                  <a:lnTo>
                    <a:pt x="0" y="517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4382930" y="6333267"/>
              <a:ext cx="22736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35" name="Freeform 135"/>
            <p:cNvSpPr/>
            <p:nvPr/>
          </p:nvSpPr>
          <p:spPr>
            <a:xfrm rot="2699999">
              <a:off x="4302423" y="6096032"/>
              <a:ext cx="388382" cy="388382"/>
            </a:xfrm>
            <a:custGeom>
              <a:avLst/>
              <a:gdLst/>
              <a:ahLst/>
              <a:cxnLst/>
              <a:rect l="l" t="t" r="r" b="b"/>
              <a:pathLst>
                <a:path w="388382" h="388382">
                  <a:moveTo>
                    <a:pt x="0" y="0"/>
                  </a:moveTo>
                  <a:lnTo>
                    <a:pt x="388382" y="0"/>
                  </a:lnTo>
                  <a:lnTo>
                    <a:pt x="388382" y="388382"/>
                  </a:lnTo>
                  <a:lnTo>
                    <a:pt x="0" y="388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4314579" y="6197785"/>
              <a:ext cx="370116" cy="7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"/>
                </a:lnSpc>
                <a:spcBef>
                  <a:spcPct val="0"/>
                </a:spcBef>
              </a:pPr>
              <a:r>
                <a:rPr lang="en-US" sz="32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4149383" y="6084577"/>
              <a:ext cx="17555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4664250" y="6084577"/>
              <a:ext cx="17555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4422402" y="5945438"/>
              <a:ext cx="148424" cy="168663"/>
            </a:xfrm>
            <a:custGeom>
              <a:avLst/>
              <a:gdLst/>
              <a:ahLst/>
              <a:cxnLst/>
              <a:rect l="l" t="t" r="r" b="b"/>
              <a:pathLst>
                <a:path w="148424" h="168663">
                  <a:moveTo>
                    <a:pt x="0" y="0"/>
                  </a:moveTo>
                  <a:lnTo>
                    <a:pt x="148424" y="0"/>
                  </a:lnTo>
                  <a:lnTo>
                    <a:pt x="148424" y="168663"/>
                  </a:lnTo>
                  <a:lnTo>
                    <a:pt x="0" y="16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140"/>
            <p:cNvSpPr/>
            <p:nvPr/>
          </p:nvSpPr>
          <p:spPr>
            <a:xfrm>
              <a:off x="713165" y="7722413"/>
              <a:ext cx="761643" cy="761643"/>
            </a:xfrm>
            <a:custGeom>
              <a:avLst/>
              <a:gdLst/>
              <a:ahLst/>
              <a:cxnLst/>
              <a:rect l="l" t="t" r="r" b="b"/>
              <a:pathLst>
                <a:path w="761643" h="761643">
                  <a:moveTo>
                    <a:pt x="0" y="0"/>
                  </a:moveTo>
                  <a:lnTo>
                    <a:pt x="761644" y="0"/>
                  </a:lnTo>
                  <a:lnTo>
                    <a:pt x="761644" y="761643"/>
                  </a:lnTo>
                  <a:lnTo>
                    <a:pt x="0" y="761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141"/>
            <p:cNvSpPr/>
            <p:nvPr/>
          </p:nvSpPr>
          <p:spPr>
            <a:xfrm>
              <a:off x="866459" y="7878636"/>
              <a:ext cx="474688" cy="253958"/>
            </a:xfrm>
            <a:custGeom>
              <a:avLst/>
              <a:gdLst/>
              <a:ahLst/>
              <a:cxnLst/>
              <a:rect l="l" t="t" r="r" b="b"/>
              <a:pathLst>
                <a:path w="474688" h="253958">
                  <a:moveTo>
                    <a:pt x="0" y="0"/>
                  </a:moveTo>
                  <a:lnTo>
                    <a:pt x="474688" y="0"/>
                  </a:lnTo>
                  <a:lnTo>
                    <a:pt x="474688" y="253958"/>
                  </a:lnTo>
                  <a:lnTo>
                    <a:pt x="0" y="253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42"/>
            <p:cNvSpPr/>
            <p:nvPr/>
          </p:nvSpPr>
          <p:spPr>
            <a:xfrm>
              <a:off x="1003894" y="7942902"/>
              <a:ext cx="211156" cy="229518"/>
            </a:xfrm>
            <a:custGeom>
              <a:avLst/>
              <a:gdLst/>
              <a:ahLst/>
              <a:cxnLst/>
              <a:rect l="l" t="t" r="r" b="b"/>
              <a:pathLst>
                <a:path w="211156" h="229518">
                  <a:moveTo>
                    <a:pt x="0" y="0"/>
                  </a:moveTo>
                  <a:lnTo>
                    <a:pt x="211156" y="0"/>
                  </a:lnTo>
                  <a:lnTo>
                    <a:pt x="211156" y="229517"/>
                  </a:lnTo>
                  <a:lnTo>
                    <a:pt x="0" y="22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38028" y="7744524"/>
              <a:ext cx="531551" cy="233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7"/>
                </a:lnSpc>
                <a:spcBef>
                  <a:spcPct val="0"/>
                </a:spcBef>
              </a:pPr>
              <a:r>
                <a:rPr lang="en-US" sz="605" b="1" spc="8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HAUNTED</a:t>
              </a:r>
            </a:p>
          </p:txBody>
        </p:sp>
        <p:sp>
          <p:nvSpPr>
            <p:cNvPr id="144" name="Freeform 144"/>
            <p:cNvSpPr/>
            <p:nvPr/>
          </p:nvSpPr>
          <p:spPr>
            <a:xfrm rot="-3394830" flipV="1">
              <a:off x="761314" y="7998955"/>
              <a:ext cx="153428" cy="48227"/>
            </a:xfrm>
            <a:custGeom>
              <a:avLst/>
              <a:gdLst/>
              <a:ahLst/>
              <a:cxnLst/>
              <a:rect l="l" t="t" r="r" b="b"/>
              <a:pathLst>
                <a:path w="153428" h="48227">
                  <a:moveTo>
                    <a:pt x="0" y="48227"/>
                  </a:moveTo>
                  <a:lnTo>
                    <a:pt x="153427" y="48227"/>
                  </a:lnTo>
                  <a:lnTo>
                    <a:pt x="153427" y="0"/>
                  </a:lnTo>
                  <a:lnTo>
                    <a:pt x="0" y="0"/>
                  </a:lnTo>
                  <a:lnTo>
                    <a:pt x="0" y="482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45"/>
            <p:cNvSpPr/>
            <p:nvPr/>
          </p:nvSpPr>
          <p:spPr>
            <a:xfrm rot="-6716943">
              <a:off x="1292864" y="7998955"/>
              <a:ext cx="153428" cy="48227"/>
            </a:xfrm>
            <a:custGeom>
              <a:avLst/>
              <a:gdLst/>
              <a:ahLst/>
              <a:cxnLst/>
              <a:rect l="l" t="t" r="r" b="b"/>
              <a:pathLst>
                <a:path w="153428" h="48227">
                  <a:moveTo>
                    <a:pt x="0" y="0"/>
                  </a:moveTo>
                  <a:lnTo>
                    <a:pt x="153428" y="0"/>
                  </a:lnTo>
                  <a:lnTo>
                    <a:pt x="153428" y="48227"/>
                  </a:lnTo>
                  <a:lnTo>
                    <a:pt x="0" y="48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46"/>
            <p:cNvSpPr/>
            <p:nvPr/>
          </p:nvSpPr>
          <p:spPr>
            <a:xfrm rot="2699999">
              <a:off x="850497" y="7963616"/>
              <a:ext cx="492735" cy="492735"/>
            </a:xfrm>
            <a:custGeom>
              <a:avLst/>
              <a:gdLst/>
              <a:ahLst/>
              <a:cxnLst/>
              <a:rect l="l" t="t" r="r" b="b"/>
              <a:pathLst>
                <a:path w="492735" h="492735">
                  <a:moveTo>
                    <a:pt x="0" y="0"/>
                  </a:moveTo>
                  <a:lnTo>
                    <a:pt x="492735" y="0"/>
                  </a:lnTo>
                  <a:lnTo>
                    <a:pt x="492735" y="492736"/>
                  </a:lnTo>
                  <a:lnTo>
                    <a:pt x="0" y="49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985789" y="8359543"/>
              <a:ext cx="216396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 spc="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48" name="Freeform 148"/>
            <p:cNvSpPr/>
            <p:nvPr/>
          </p:nvSpPr>
          <p:spPr>
            <a:xfrm rot="2699999">
              <a:off x="909166" y="8134216"/>
              <a:ext cx="369641" cy="369641"/>
            </a:xfrm>
            <a:custGeom>
              <a:avLst/>
              <a:gdLst/>
              <a:ahLst/>
              <a:cxnLst/>
              <a:rect l="l" t="t" r="r" b="b"/>
              <a:pathLst>
                <a:path w="369641" h="369641">
                  <a:moveTo>
                    <a:pt x="0" y="0"/>
                  </a:moveTo>
                  <a:lnTo>
                    <a:pt x="369641" y="0"/>
                  </a:lnTo>
                  <a:lnTo>
                    <a:pt x="369641" y="369641"/>
                  </a:lnTo>
                  <a:lnTo>
                    <a:pt x="0" y="36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920736" y="8230599"/>
              <a:ext cx="352256" cy="70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"/>
                </a:lnSpc>
                <a:spcBef>
                  <a:spcPct val="0"/>
                </a:spcBef>
              </a:pPr>
              <a:r>
                <a:rPr lang="en-US" sz="30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763512" y="8122854"/>
              <a:ext cx="167087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253534" y="8122854"/>
              <a:ext cx="167087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52" name="Freeform 152"/>
            <p:cNvSpPr/>
            <p:nvPr/>
          </p:nvSpPr>
          <p:spPr>
            <a:xfrm>
              <a:off x="2196535" y="7641058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4" y="0"/>
                  </a:lnTo>
                  <a:lnTo>
                    <a:pt x="155874" y="210640"/>
                  </a:lnTo>
                  <a:lnTo>
                    <a:pt x="0" y="2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53"/>
            <p:cNvSpPr/>
            <p:nvPr/>
          </p:nvSpPr>
          <p:spPr>
            <a:xfrm>
              <a:off x="3923155" y="7617093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3" y="0"/>
                  </a:lnTo>
                  <a:lnTo>
                    <a:pt x="155873" y="210640"/>
                  </a:lnTo>
                  <a:lnTo>
                    <a:pt x="0" y="2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4" name="Group 154"/>
            <p:cNvGrpSpPr/>
            <p:nvPr/>
          </p:nvGrpSpPr>
          <p:grpSpPr>
            <a:xfrm>
              <a:off x="559882" y="8720112"/>
              <a:ext cx="1087841" cy="251116"/>
              <a:chOff x="0" y="0"/>
              <a:chExt cx="1523988" cy="351796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1523988" cy="351796"/>
              </a:xfrm>
              <a:custGeom>
                <a:avLst/>
                <a:gdLst/>
                <a:ahLst/>
                <a:cxnLst/>
                <a:rect l="l" t="t" r="r" b="b"/>
                <a:pathLst>
                  <a:path w="1523988" h="351796">
                    <a:moveTo>
                      <a:pt x="0" y="0"/>
                    </a:moveTo>
                    <a:lnTo>
                      <a:pt x="1523988" y="0"/>
                    </a:lnTo>
                    <a:lnTo>
                      <a:pt x="1523988" y="351796"/>
                    </a:lnTo>
                    <a:lnTo>
                      <a:pt x="0" y="3517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16642" r="-1160009" b="-121049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0"/>
                <a:ext cx="1523988" cy="3517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No Post yet! Be the first..</a:t>
                </a:r>
              </a:p>
            </p:txBody>
          </p:sp>
        </p:grpSp>
        <p:sp>
          <p:nvSpPr>
            <p:cNvPr id="157" name="Freeform 157"/>
            <p:cNvSpPr/>
            <p:nvPr/>
          </p:nvSpPr>
          <p:spPr>
            <a:xfrm>
              <a:off x="2489976" y="7720419"/>
              <a:ext cx="763413" cy="763413"/>
            </a:xfrm>
            <a:custGeom>
              <a:avLst/>
              <a:gdLst/>
              <a:ahLst/>
              <a:cxnLst/>
              <a:rect l="l" t="t" r="r" b="b"/>
              <a:pathLst>
                <a:path w="763413" h="763413">
                  <a:moveTo>
                    <a:pt x="0" y="0"/>
                  </a:moveTo>
                  <a:lnTo>
                    <a:pt x="763413" y="0"/>
                  </a:lnTo>
                  <a:lnTo>
                    <a:pt x="763413" y="763413"/>
                  </a:lnTo>
                  <a:lnTo>
                    <a:pt x="0" y="76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58"/>
            <p:cNvSpPr/>
            <p:nvPr/>
          </p:nvSpPr>
          <p:spPr>
            <a:xfrm>
              <a:off x="2643625" y="7877005"/>
              <a:ext cx="475791" cy="254548"/>
            </a:xfrm>
            <a:custGeom>
              <a:avLst/>
              <a:gdLst/>
              <a:ahLst/>
              <a:cxnLst/>
              <a:rect l="l" t="t" r="r" b="b"/>
              <a:pathLst>
                <a:path w="475791" h="254548">
                  <a:moveTo>
                    <a:pt x="0" y="0"/>
                  </a:moveTo>
                  <a:lnTo>
                    <a:pt x="475792" y="0"/>
                  </a:lnTo>
                  <a:lnTo>
                    <a:pt x="475792" y="254549"/>
                  </a:lnTo>
                  <a:lnTo>
                    <a:pt x="0" y="254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568379" y="7742626"/>
              <a:ext cx="626283" cy="286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8"/>
                </a:lnSpc>
                <a:spcBef>
                  <a:spcPct val="0"/>
                </a:spcBef>
              </a:pPr>
              <a:r>
                <a:rPr lang="en-US" sz="607" b="1" spc="8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LITTLE WINS</a:t>
              </a:r>
            </a:p>
          </p:txBody>
        </p:sp>
        <p:sp>
          <p:nvSpPr>
            <p:cNvPr id="160" name="Freeform 160"/>
            <p:cNvSpPr/>
            <p:nvPr/>
          </p:nvSpPr>
          <p:spPr>
            <a:xfrm rot="2699999">
              <a:off x="2627626" y="7952562"/>
              <a:ext cx="493880" cy="493880"/>
            </a:xfrm>
            <a:custGeom>
              <a:avLst/>
              <a:gdLst/>
              <a:ahLst/>
              <a:cxnLst/>
              <a:rect l="l" t="t" r="r" b="b"/>
              <a:pathLst>
                <a:path w="493880" h="493880">
                  <a:moveTo>
                    <a:pt x="0" y="0"/>
                  </a:moveTo>
                  <a:lnTo>
                    <a:pt x="493880" y="0"/>
                  </a:lnTo>
                  <a:lnTo>
                    <a:pt x="493880" y="493880"/>
                  </a:lnTo>
                  <a:lnTo>
                    <a:pt x="0" y="493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2763233" y="8359052"/>
              <a:ext cx="216899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 spc="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62" name="Freeform 162"/>
            <p:cNvSpPr/>
            <p:nvPr/>
          </p:nvSpPr>
          <p:spPr>
            <a:xfrm rot="2699999">
              <a:off x="2686432" y="8133179"/>
              <a:ext cx="370500" cy="370500"/>
            </a:xfrm>
            <a:custGeom>
              <a:avLst/>
              <a:gdLst/>
              <a:ahLst/>
              <a:cxnLst/>
              <a:rect l="l" t="t" r="r" b="b"/>
              <a:pathLst>
                <a:path w="370500" h="370500">
                  <a:moveTo>
                    <a:pt x="0" y="0"/>
                  </a:moveTo>
                  <a:lnTo>
                    <a:pt x="370500" y="0"/>
                  </a:lnTo>
                  <a:lnTo>
                    <a:pt x="370500" y="370500"/>
                  </a:lnTo>
                  <a:lnTo>
                    <a:pt x="0" y="37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2698029" y="8229808"/>
              <a:ext cx="353074" cy="70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8"/>
                </a:lnSpc>
                <a:spcBef>
                  <a:spcPct val="0"/>
                </a:spcBef>
              </a:pPr>
              <a:r>
                <a:rPr lang="en-US" sz="30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2540439" y="8121812"/>
              <a:ext cx="167475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3031600" y="8121812"/>
              <a:ext cx="167475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66" name="Freeform 166"/>
            <p:cNvSpPr/>
            <p:nvPr/>
          </p:nvSpPr>
          <p:spPr>
            <a:xfrm>
              <a:off x="2767263" y="7993787"/>
              <a:ext cx="208839" cy="156629"/>
            </a:xfrm>
            <a:custGeom>
              <a:avLst/>
              <a:gdLst/>
              <a:ahLst/>
              <a:cxnLst/>
              <a:rect l="l" t="t" r="r" b="b"/>
              <a:pathLst>
                <a:path w="208839" h="156629">
                  <a:moveTo>
                    <a:pt x="0" y="0"/>
                  </a:moveTo>
                  <a:lnTo>
                    <a:pt x="208839" y="0"/>
                  </a:lnTo>
                  <a:lnTo>
                    <a:pt x="208839" y="156628"/>
                  </a:lnTo>
                  <a:lnTo>
                    <a:pt x="0" y="15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167"/>
            <p:cNvSpPr/>
            <p:nvPr/>
          </p:nvSpPr>
          <p:spPr>
            <a:xfrm rot="-4941124">
              <a:off x="2512780" y="8033571"/>
              <a:ext cx="117650" cy="77061"/>
            </a:xfrm>
            <a:custGeom>
              <a:avLst/>
              <a:gdLst/>
              <a:ahLst/>
              <a:cxnLst/>
              <a:rect l="l" t="t" r="r" b="b"/>
              <a:pathLst>
                <a:path w="117650" h="77061">
                  <a:moveTo>
                    <a:pt x="0" y="0"/>
                  </a:moveTo>
                  <a:lnTo>
                    <a:pt x="117650" y="0"/>
                  </a:lnTo>
                  <a:lnTo>
                    <a:pt x="117650" y="77060"/>
                  </a:lnTo>
                  <a:lnTo>
                    <a:pt x="0" y="77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168"/>
            <p:cNvSpPr/>
            <p:nvPr/>
          </p:nvSpPr>
          <p:spPr>
            <a:xfrm rot="5120367" flipH="1">
              <a:off x="3109766" y="8031902"/>
              <a:ext cx="117650" cy="77061"/>
            </a:xfrm>
            <a:custGeom>
              <a:avLst/>
              <a:gdLst/>
              <a:ahLst/>
              <a:cxnLst/>
              <a:rect l="l" t="t" r="r" b="b"/>
              <a:pathLst>
                <a:path w="117650" h="77061">
                  <a:moveTo>
                    <a:pt x="117650" y="0"/>
                  </a:moveTo>
                  <a:lnTo>
                    <a:pt x="0" y="0"/>
                  </a:lnTo>
                  <a:lnTo>
                    <a:pt x="0" y="77061"/>
                  </a:lnTo>
                  <a:lnTo>
                    <a:pt x="117650" y="77061"/>
                  </a:lnTo>
                  <a:lnTo>
                    <a:pt x="11765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169"/>
            <p:cNvSpPr/>
            <p:nvPr/>
          </p:nvSpPr>
          <p:spPr>
            <a:xfrm>
              <a:off x="4184171" y="7766746"/>
              <a:ext cx="682935" cy="682935"/>
            </a:xfrm>
            <a:custGeom>
              <a:avLst/>
              <a:gdLst/>
              <a:ahLst/>
              <a:cxnLst/>
              <a:rect l="l" t="t" r="r" b="b"/>
              <a:pathLst>
                <a:path w="682935" h="682935">
                  <a:moveTo>
                    <a:pt x="0" y="0"/>
                  </a:moveTo>
                  <a:lnTo>
                    <a:pt x="682935" y="0"/>
                  </a:lnTo>
                  <a:lnTo>
                    <a:pt x="682935" y="682935"/>
                  </a:lnTo>
                  <a:lnTo>
                    <a:pt x="0" y="682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70"/>
            <p:cNvSpPr/>
            <p:nvPr/>
          </p:nvSpPr>
          <p:spPr>
            <a:xfrm>
              <a:off x="4321623" y="7906825"/>
              <a:ext cx="425634" cy="227714"/>
            </a:xfrm>
            <a:custGeom>
              <a:avLst/>
              <a:gdLst/>
              <a:ahLst/>
              <a:cxnLst/>
              <a:rect l="l" t="t" r="r" b="b"/>
              <a:pathLst>
                <a:path w="425634" h="227714">
                  <a:moveTo>
                    <a:pt x="0" y="0"/>
                  </a:moveTo>
                  <a:lnTo>
                    <a:pt x="425634" y="0"/>
                  </a:lnTo>
                  <a:lnTo>
                    <a:pt x="425634" y="227714"/>
                  </a:lnTo>
                  <a:lnTo>
                    <a:pt x="0" y="22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4264290" y="7794128"/>
              <a:ext cx="540300" cy="23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52"/>
                </a:lnSpc>
                <a:spcBef>
                  <a:spcPct val="0"/>
                </a:spcBef>
              </a:pPr>
              <a:r>
                <a:rPr lang="en-US" sz="543" b="1" spc="7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GAME TIME</a:t>
              </a:r>
            </a:p>
          </p:txBody>
        </p:sp>
        <p:sp>
          <p:nvSpPr>
            <p:cNvPr id="172" name="Freeform 172"/>
            <p:cNvSpPr/>
            <p:nvPr/>
          </p:nvSpPr>
          <p:spPr>
            <a:xfrm rot="2699999">
              <a:off x="4307311" y="7974416"/>
              <a:ext cx="441816" cy="441816"/>
            </a:xfrm>
            <a:custGeom>
              <a:avLst/>
              <a:gdLst/>
              <a:ahLst/>
              <a:cxnLst/>
              <a:rect l="l" t="t" r="r" b="b"/>
              <a:pathLst>
                <a:path w="441816" h="441816">
                  <a:moveTo>
                    <a:pt x="0" y="0"/>
                  </a:moveTo>
                  <a:lnTo>
                    <a:pt x="441815" y="0"/>
                  </a:lnTo>
                  <a:lnTo>
                    <a:pt x="441815" y="441816"/>
                  </a:lnTo>
                  <a:lnTo>
                    <a:pt x="0" y="441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4428622" y="8337051"/>
              <a:ext cx="194034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 spc="2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74" name="Freeform 174"/>
            <p:cNvSpPr/>
            <p:nvPr/>
          </p:nvSpPr>
          <p:spPr>
            <a:xfrm rot="2699999">
              <a:off x="4359917" y="8135993"/>
              <a:ext cx="331442" cy="331442"/>
            </a:xfrm>
            <a:custGeom>
              <a:avLst/>
              <a:gdLst/>
              <a:ahLst/>
              <a:cxnLst/>
              <a:rect l="l" t="t" r="r" b="b"/>
              <a:pathLst>
                <a:path w="331442" h="331442">
                  <a:moveTo>
                    <a:pt x="0" y="0"/>
                  </a:moveTo>
                  <a:lnTo>
                    <a:pt x="331443" y="0"/>
                  </a:lnTo>
                  <a:lnTo>
                    <a:pt x="331443" y="331442"/>
                  </a:lnTo>
                  <a:lnTo>
                    <a:pt x="0" y="331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4370292" y="8221431"/>
              <a:ext cx="315854" cy="64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"/>
                </a:lnSpc>
                <a:spcBef>
                  <a:spcPct val="0"/>
                </a:spcBef>
              </a:pPr>
              <a:r>
                <a:rPr lang="en-US" sz="2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4229315" y="8124820"/>
              <a:ext cx="149820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4668698" y="8124820"/>
              <a:ext cx="149820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78" name="Freeform 178"/>
            <p:cNvSpPr/>
            <p:nvPr/>
          </p:nvSpPr>
          <p:spPr>
            <a:xfrm rot="-4941124">
              <a:off x="4204571" y="8046885"/>
              <a:ext cx="105247" cy="68937"/>
            </a:xfrm>
            <a:custGeom>
              <a:avLst/>
              <a:gdLst/>
              <a:ahLst/>
              <a:cxnLst/>
              <a:rect l="l" t="t" r="r" b="b"/>
              <a:pathLst>
                <a:path w="105247" h="68937">
                  <a:moveTo>
                    <a:pt x="0" y="0"/>
                  </a:moveTo>
                  <a:lnTo>
                    <a:pt x="105248" y="0"/>
                  </a:lnTo>
                  <a:lnTo>
                    <a:pt x="105248" y="68937"/>
                  </a:lnTo>
                  <a:lnTo>
                    <a:pt x="0" y="68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179"/>
            <p:cNvSpPr/>
            <p:nvPr/>
          </p:nvSpPr>
          <p:spPr>
            <a:xfrm rot="5120367" flipH="1">
              <a:off x="4738624" y="8045393"/>
              <a:ext cx="105247" cy="68937"/>
            </a:xfrm>
            <a:custGeom>
              <a:avLst/>
              <a:gdLst/>
              <a:ahLst/>
              <a:cxnLst/>
              <a:rect l="l" t="t" r="r" b="b"/>
              <a:pathLst>
                <a:path w="105247" h="68937">
                  <a:moveTo>
                    <a:pt x="105247" y="0"/>
                  </a:moveTo>
                  <a:lnTo>
                    <a:pt x="0" y="0"/>
                  </a:lnTo>
                  <a:lnTo>
                    <a:pt x="0" y="68937"/>
                  </a:lnTo>
                  <a:lnTo>
                    <a:pt x="105247" y="68937"/>
                  </a:lnTo>
                  <a:lnTo>
                    <a:pt x="105247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180"/>
            <p:cNvSpPr/>
            <p:nvPr/>
          </p:nvSpPr>
          <p:spPr>
            <a:xfrm rot="-971120">
              <a:off x="4376049" y="8030820"/>
              <a:ext cx="68550" cy="64094"/>
            </a:xfrm>
            <a:custGeom>
              <a:avLst/>
              <a:gdLst/>
              <a:ahLst/>
              <a:cxnLst/>
              <a:rect l="l" t="t" r="r" b="b"/>
              <a:pathLst>
                <a:path w="68550" h="64094">
                  <a:moveTo>
                    <a:pt x="0" y="0"/>
                  </a:moveTo>
                  <a:lnTo>
                    <a:pt x="68549" y="0"/>
                  </a:lnTo>
                  <a:lnTo>
                    <a:pt x="68549" y="64094"/>
                  </a:lnTo>
                  <a:lnTo>
                    <a:pt x="0" y="64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628961" y="8039814"/>
              <a:ext cx="69189" cy="68497"/>
            </a:xfrm>
            <a:custGeom>
              <a:avLst/>
              <a:gdLst/>
              <a:ahLst/>
              <a:cxnLst/>
              <a:rect l="l" t="t" r="r" b="b"/>
              <a:pathLst>
                <a:path w="69189" h="68497">
                  <a:moveTo>
                    <a:pt x="0" y="0"/>
                  </a:moveTo>
                  <a:lnTo>
                    <a:pt x="69189" y="0"/>
                  </a:lnTo>
                  <a:lnTo>
                    <a:pt x="69189" y="68497"/>
                  </a:lnTo>
                  <a:lnTo>
                    <a:pt x="0" y="68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182"/>
            <p:cNvSpPr/>
            <p:nvPr/>
          </p:nvSpPr>
          <p:spPr>
            <a:xfrm>
              <a:off x="4491044" y="7951207"/>
              <a:ext cx="69189" cy="71329"/>
            </a:xfrm>
            <a:custGeom>
              <a:avLst/>
              <a:gdLst/>
              <a:ahLst/>
              <a:cxnLst/>
              <a:rect l="l" t="t" r="r" b="b"/>
              <a:pathLst>
                <a:path w="69189" h="71329">
                  <a:moveTo>
                    <a:pt x="0" y="0"/>
                  </a:moveTo>
                  <a:lnTo>
                    <a:pt x="69189" y="0"/>
                  </a:lnTo>
                  <a:lnTo>
                    <a:pt x="69189" y="71329"/>
                  </a:lnTo>
                  <a:lnTo>
                    <a:pt x="0" y="7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183"/>
            <p:cNvSpPr/>
            <p:nvPr/>
          </p:nvSpPr>
          <p:spPr>
            <a:xfrm>
              <a:off x="4471378" y="8062867"/>
              <a:ext cx="138378" cy="103092"/>
            </a:xfrm>
            <a:custGeom>
              <a:avLst/>
              <a:gdLst/>
              <a:ahLst/>
              <a:cxnLst/>
              <a:rect l="l" t="t" r="r" b="b"/>
              <a:pathLst>
                <a:path w="138378" h="103092">
                  <a:moveTo>
                    <a:pt x="0" y="0"/>
                  </a:moveTo>
                  <a:lnTo>
                    <a:pt x="138378" y="0"/>
                  </a:lnTo>
                  <a:lnTo>
                    <a:pt x="138378" y="103092"/>
                  </a:lnTo>
                  <a:lnTo>
                    <a:pt x="0" y="103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" name="Group 184"/>
            <p:cNvGrpSpPr/>
            <p:nvPr/>
          </p:nvGrpSpPr>
          <p:grpSpPr>
            <a:xfrm>
              <a:off x="2245110" y="8683630"/>
              <a:ext cx="1109525" cy="351756"/>
              <a:chOff x="0" y="0"/>
              <a:chExt cx="1509985" cy="478716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Sponsored Passport unlocks on 10/15/2026</a:t>
                </a: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3984918" y="8703635"/>
              <a:ext cx="1109525" cy="351756"/>
              <a:chOff x="0" y="0"/>
              <a:chExt cx="1509985" cy="478716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Sponsored Passport unlocks on 10/20/2026</a:t>
                </a:r>
              </a:p>
            </p:txBody>
          </p:sp>
        </p:grpSp>
        <p:sp>
          <p:nvSpPr>
            <p:cNvPr id="190" name="Freeform 190"/>
            <p:cNvSpPr/>
            <p:nvPr/>
          </p:nvSpPr>
          <p:spPr>
            <a:xfrm>
              <a:off x="2188684" y="5516968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3" y="0"/>
                  </a:lnTo>
                  <a:lnTo>
                    <a:pt x="155873" y="210639"/>
                  </a:lnTo>
                  <a:lnTo>
                    <a:pt x="0" y="21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191"/>
            <p:cNvSpPr/>
            <p:nvPr/>
          </p:nvSpPr>
          <p:spPr>
            <a:xfrm>
              <a:off x="3897755" y="5558031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3" y="0"/>
                  </a:lnTo>
                  <a:lnTo>
                    <a:pt x="155873" y="210639"/>
                  </a:lnTo>
                  <a:lnTo>
                    <a:pt x="0" y="21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192"/>
            <p:cNvSpPr/>
            <p:nvPr/>
          </p:nvSpPr>
          <p:spPr>
            <a:xfrm>
              <a:off x="477549" y="7641058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3" y="0"/>
                  </a:lnTo>
                  <a:lnTo>
                    <a:pt x="155873" y="210640"/>
                  </a:lnTo>
                  <a:lnTo>
                    <a:pt x="0" y="2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3" name="Group 193"/>
            <p:cNvGrpSpPr/>
            <p:nvPr/>
          </p:nvGrpSpPr>
          <p:grpSpPr>
            <a:xfrm>
              <a:off x="566658" y="6706573"/>
              <a:ext cx="1087841" cy="251116"/>
              <a:chOff x="0" y="0"/>
              <a:chExt cx="1523988" cy="351796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1523988" cy="351796"/>
              </a:xfrm>
              <a:custGeom>
                <a:avLst/>
                <a:gdLst/>
                <a:ahLst/>
                <a:cxnLst/>
                <a:rect l="l" t="t" r="r" b="b"/>
                <a:pathLst>
                  <a:path w="1523988" h="351796">
                    <a:moveTo>
                      <a:pt x="0" y="0"/>
                    </a:moveTo>
                    <a:lnTo>
                      <a:pt x="1523988" y="0"/>
                    </a:lnTo>
                    <a:lnTo>
                      <a:pt x="1523988" y="351796"/>
                    </a:lnTo>
                    <a:lnTo>
                      <a:pt x="0" y="3517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16642" r="-1160009" b="-121049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0" y="0"/>
                <a:ext cx="1523988" cy="3517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No Post yet! Be the first..</a:t>
                </a: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2288880" y="6691851"/>
              <a:ext cx="1087841" cy="251116"/>
              <a:chOff x="0" y="0"/>
              <a:chExt cx="1523988" cy="351796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1523988" cy="351796"/>
              </a:xfrm>
              <a:custGeom>
                <a:avLst/>
                <a:gdLst/>
                <a:ahLst/>
                <a:cxnLst/>
                <a:rect l="l" t="t" r="r" b="b"/>
                <a:pathLst>
                  <a:path w="1523988" h="351796">
                    <a:moveTo>
                      <a:pt x="0" y="0"/>
                    </a:moveTo>
                    <a:lnTo>
                      <a:pt x="1523988" y="0"/>
                    </a:lnTo>
                    <a:lnTo>
                      <a:pt x="1523988" y="351796"/>
                    </a:lnTo>
                    <a:lnTo>
                      <a:pt x="0" y="3517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16642" r="-1160009" b="-121049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0" y="0"/>
                <a:ext cx="1523988" cy="3517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No Post yet! Be the first..</a:t>
                </a: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3984918" y="6653751"/>
              <a:ext cx="1087841" cy="251116"/>
              <a:chOff x="0" y="0"/>
              <a:chExt cx="1523988" cy="351796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1523988" cy="351796"/>
              </a:xfrm>
              <a:custGeom>
                <a:avLst/>
                <a:gdLst/>
                <a:ahLst/>
                <a:cxnLst/>
                <a:rect l="l" t="t" r="r" b="b"/>
                <a:pathLst>
                  <a:path w="1523988" h="351796">
                    <a:moveTo>
                      <a:pt x="0" y="0"/>
                    </a:moveTo>
                    <a:lnTo>
                      <a:pt x="1523988" y="0"/>
                    </a:lnTo>
                    <a:lnTo>
                      <a:pt x="1523988" y="351796"/>
                    </a:lnTo>
                    <a:lnTo>
                      <a:pt x="0" y="3517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16642" r="-1160009" b="-121049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TextBox 201"/>
              <p:cNvSpPr txBox="1"/>
              <p:nvPr/>
            </p:nvSpPr>
            <p:spPr>
              <a:xfrm>
                <a:off x="0" y="0"/>
                <a:ext cx="1523988" cy="3517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No Post yet! Be the first..</a:t>
                </a:r>
              </a:p>
            </p:txBody>
          </p:sp>
        </p:grpSp>
        <p:sp>
          <p:nvSpPr>
            <p:cNvPr id="202" name="Freeform 202"/>
            <p:cNvSpPr/>
            <p:nvPr/>
          </p:nvSpPr>
          <p:spPr>
            <a:xfrm>
              <a:off x="488722" y="5555291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3" y="0"/>
                  </a:lnTo>
                  <a:lnTo>
                    <a:pt x="155873" y="186675"/>
                  </a:lnTo>
                  <a:lnTo>
                    <a:pt x="0" y="18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3" name="Group 203"/>
            <p:cNvGrpSpPr/>
            <p:nvPr/>
          </p:nvGrpSpPr>
          <p:grpSpPr>
            <a:xfrm>
              <a:off x="202005" y="1850275"/>
              <a:ext cx="5172426" cy="8761546"/>
              <a:chOff x="0" y="0"/>
              <a:chExt cx="601008" cy="1018045"/>
            </a:xfrm>
          </p:grpSpPr>
          <p:sp>
            <p:nvSpPr>
              <p:cNvPr id="204" name="Freeform 204"/>
              <p:cNvSpPr/>
              <p:nvPr/>
            </p:nvSpPr>
            <p:spPr>
              <a:xfrm>
                <a:off x="0" y="0"/>
                <a:ext cx="601008" cy="1018045"/>
              </a:xfrm>
              <a:custGeom>
                <a:avLst/>
                <a:gdLst/>
                <a:ahLst/>
                <a:cxnLst/>
                <a:rect l="l" t="t" r="r" b="b"/>
                <a:pathLst>
                  <a:path w="601008" h="1018045">
                    <a:moveTo>
                      <a:pt x="45901" y="0"/>
                    </a:moveTo>
                    <a:lnTo>
                      <a:pt x="555107" y="0"/>
                    </a:lnTo>
                    <a:cubicBezTo>
                      <a:pt x="580458" y="0"/>
                      <a:pt x="601008" y="20551"/>
                      <a:pt x="601008" y="45901"/>
                    </a:cubicBezTo>
                    <a:lnTo>
                      <a:pt x="601008" y="972144"/>
                    </a:lnTo>
                    <a:cubicBezTo>
                      <a:pt x="601008" y="997494"/>
                      <a:pt x="580458" y="1018045"/>
                      <a:pt x="555107" y="1018045"/>
                    </a:cubicBezTo>
                    <a:lnTo>
                      <a:pt x="45901" y="1018045"/>
                    </a:lnTo>
                    <a:cubicBezTo>
                      <a:pt x="20551" y="1018045"/>
                      <a:pt x="0" y="997494"/>
                      <a:pt x="0" y="972144"/>
                    </a:cubicBezTo>
                    <a:lnTo>
                      <a:pt x="0" y="45901"/>
                    </a:lnTo>
                    <a:cubicBezTo>
                      <a:pt x="0" y="20551"/>
                      <a:pt x="20551" y="0"/>
                      <a:pt x="45901" y="0"/>
                    </a:cubicBezTo>
                    <a:close/>
                  </a:path>
                </a:pathLst>
              </a:custGeom>
              <a:blipFill>
                <a:blip r:embed="rId41"/>
                <a:stretch>
                  <a:fillRect t="-16059" r="-6508" b="-84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618190" y="5188308"/>
              <a:ext cx="4060374" cy="1927520"/>
              <a:chOff x="0" y="0"/>
              <a:chExt cx="802049" cy="380745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02049" cy="380745"/>
              </a:xfrm>
              <a:custGeom>
                <a:avLst/>
                <a:gdLst/>
                <a:ahLst/>
                <a:cxnLst/>
                <a:rect l="l" t="t" r="r" b="b"/>
                <a:pathLst>
                  <a:path w="802049" h="380745">
                    <a:moveTo>
                      <a:pt x="63557" y="0"/>
                    </a:moveTo>
                    <a:lnTo>
                      <a:pt x="738492" y="0"/>
                    </a:lnTo>
                    <a:cubicBezTo>
                      <a:pt x="755349" y="0"/>
                      <a:pt x="771515" y="6696"/>
                      <a:pt x="783434" y="18615"/>
                    </a:cubicBezTo>
                    <a:cubicBezTo>
                      <a:pt x="795353" y="30535"/>
                      <a:pt x="802049" y="46700"/>
                      <a:pt x="802049" y="63557"/>
                    </a:cubicBezTo>
                    <a:lnTo>
                      <a:pt x="802049" y="317188"/>
                    </a:lnTo>
                    <a:cubicBezTo>
                      <a:pt x="802049" y="334044"/>
                      <a:pt x="795353" y="350210"/>
                      <a:pt x="783434" y="362129"/>
                    </a:cubicBezTo>
                    <a:cubicBezTo>
                      <a:pt x="771515" y="374048"/>
                      <a:pt x="755349" y="380745"/>
                      <a:pt x="738492" y="380745"/>
                    </a:cubicBezTo>
                    <a:lnTo>
                      <a:pt x="63557" y="380745"/>
                    </a:lnTo>
                    <a:cubicBezTo>
                      <a:pt x="46700" y="380745"/>
                      <a:pt x="30535" y="374048"/>
                      <a:pt x="18615" y="362129"/>
                    </a:cubicBezTo>
                    <a:cubicBezTo>
                      <a:pt x="6696" y="350210"/>
                      <a:pt x="0" y="334044"/>
                      <a:pt x="0" y="317188"/>
                    </a:cubicBezTo>
                    <a:lnTo>
                      <a:pt x="0" y="63557"/>
                    </a:lnTo>
                    <a:cubicBezTo>
                      <a:pt x="0" y="46700"/>
                      <a:pt x="6696" y="30535"/>
                      <a:pt x="18615" y="18615"/>
                    </a:cubicBezTo>
                    <a:cubicBezTo>
                      <a:pt x="30535" y="6696"/>
                      <a:pt x="46700" y="0"/>
                      <a:pt x="63557" y="0"/>
                    </a:cubicBezTo>
                    <a:close/>
                  </a:path>
                </a:pathLst>
              </a:custGeom>
              <a:solidFill>
                <a:srgbClr val="484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TextBox 207"/>
              <p:cNvSpPr txBox="1"/>
              <p:nvPr/>
            </p:nvSpPr>
            <p:spPr>
              <a:xfrm>
                <a:off x="0" y="-47625"/>
                <a:ext cx="802049" cy="4283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Stamping your passport..</a:t>
                </a:r>
              </a:p>
            </p:txBody>
          </p:sp>
        </p:grpSp>
        <p:sp>
          <p:nvSpPr>
            <p:cNvPr id="208" name="Freeform 208"/>
            <p:cNvSpPr/>
            <p:nvPr/>
          </p:nvSpPr>
          <p:spPr>
            <a:xfrm>
              <a:off x="2401211" y="5480963"/>
              <a:ext cx="494332" cy="494332"/>
            </a:xfrm>
            <a:custGeom>
              <a:avLst/>
              <a:gdLst/>
              <a:ahLst/>
              <a:cxnLst/>
              <a:rect l="l" t="t" r="r" b="b"/>
              <a:pathLst>
                <a:path w="494332" h="494332">
                  <a:moveTo>
                    <a:pt x="0" y="0"/>
                  </a:moveTo>
                  <a:lnTo>
                    <a:pt x="494332" y="0"/>
                  </a:lnTo>
                  <a:lnTo>
                    <a:pt x="494332" y="494331"/>
                  </a:lnTo>
                  <a:lnTo>
                    <a:pt x="0" y="49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" name="Group 209"/>
          <p:cNvGrpSpPr>
            <a:grpSpLocks noChangeAspect="1"/>
          </p:cNvGrpSpPr>
          <p:nvPr/>
        </p:nvGrpSpPr>
        <p:grpSpPr>
          <a:xfrm>
            <a:off x="13455523" y="883035"/>
            <a:ext cx="4182327" cy="8275452"/>
            <a:chOff x="0" y="0"/>
            <a:chExt cx="2620010" cy="5184140"/>
          </a:xfrm>
        </p:grpSpPr>
        <p:sp>
          <p:nvSpPr>
            <p:cNvPr id="210" name="Freeform 21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211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45588" t="-3203" r="-245531" b="-30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21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213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21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21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21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 21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21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9" name="Group 219"/>
          <p:cNvGrpSpPr/>
          <p:nvPr/>
        </p:nvGrpSpPr>
        <p:grpSpPr>
          <a:xfrm>
            <a:off x="13554605" y="1004270"/>
            <a:ext cx="3817466" cy="7994006"/>
            <a:chOff x="0" y="0"/>
            <a:chExt cx="1005423" cy="2105417"/>
          </a:xfrm>
        </p:grpSpPr>
        <p:sp>
          <p:nvSpPr>
            <p:cNvPr id="220" name="Freeform 220"/>
            <p:cNvSpPr/>
            <p:nvPr/>
          </p:nvSpPr>
          <p:spPr>
            <a:xfrm>
              <a:off x="0" y="0"/>
              <a:ext cx="1005423" cy="2105417"/>
            </a:xfrm>
            <a:custGeom>
              <a:avLst/>
              <a:gdLst/>
              <a:ahLst/>
              <a:cxnLst/>
              <a:rect l="l" t="t" r="r" b="b"/>
              <a:pathLst>
                <a:path w="1005423" h="2105417">
                  <a:moveTo>
                    <a:pt x="103429" y="0"/>
                  </a:moveTo>
                  <a:lnTo>
                    <a:pt x="901994" y="0"/>
                  </a:lnTo>
                  <a:cubicBezTo>
                    <a:pt x="959116" y="0"/>
                    <a:pt x="1005423" y="46307"/>
                    <a:pt x="1005423" y="103429"/>
                  </a:cubicBezTo>
                  <a:lnTo>
                    <a:pt x="1005423" y="2001988"/>
                  </a:lnTo>
                  <a:cubicBezTo>
                    <a:pt x="1005423" y="2059110"/>
                    <a:pt x="959116" y="2105417"/>
                    <a:pt x="901994" y="2105417"/>
                  </a:cubicBezTo>
                  <a:lnTo>
                    <a:pt x="103429" y="2105417"/>
                  </a:lnTo>
                  <a:cubicBezTo>
                    <a:pt x="46307" y="2105417"/>
                    <a:pt x="0" y="2059110"/>
                    <a:pt x="0" y="2001988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1414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Box 221"/>
            <p:cNvSpPr txBox="1"/>
            <p:nvPr/>
          </p:nvSpPr>
          <p:spPr>
            <a:xfrm>
              <a:off x="0" y="-47625"/>
              <a:ext cx="1005423" cy="2153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222" name="Freeform 222"/>
          <p:cNvSpPr/>
          <p:nvPr/>
        </p:nvSpPr>
        <p:spPr>
          <a:xfrm>
            <a:off x="13714411" y="1337495"/>
            <a:ext cx="707005" cy="707005"/>
          </a:xfrm>
          <a:custGeom>
            <a:avLst/>
            <a:gdLst/>
            <a:ahLst/>
            <a:cxnLst/>
            <a:rect l="l" t="t" r="r" b="b"/>
            <a:pathLst>
              <a:path w="707005" h="707005">
                <a:moveTo>
                  <a:pt x="0" y="0"/>
                </a:moveTo>
                <a:lnTo>
                  <a:pt x="707005" y="0"/>
                </a:lnTo>
                <a:lnTo>
                  <a:pt x="707005" y="707004"/>
                </a:lnTo>
                <a:lnTo>
                  <a:pt x="0" y="70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3" name="Freeform 223"/>
          <p:cNvSpPr/>
          <p:nvPr/>
        </p:nvSpPr>
        <p:spPr>
          <a:xfrm>
            <a:off x="13911124" y="1492529"/>
            <a:ext cx="313580" cy="396936"/>
          </a:xfrm>
          <a:custGeom>
            <a:avLst/>
            <a:gdLst/>
            <a:ahLst/>
            <a:cxnLst/>
            <a:rect l="l" t="t" r="r" b="b"/>
            <a:pathLst>
              <a:path w="313580" h="396936">
                <a:moveTo>
                  <a:pt x="0" y="0"/>
                </a:moveTo>
                <a:lnTo>
                  <a:pt x="313579" y="0"/>
                </a:lnTo>
                <a:lnTo>
                  <a:pt x="313579" y="396936"/>
                </a:lnTo>
                <a:lnTo>
                  <a:pt x="0" y="396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4" name="Freeform 224"/>
          <p:cNvSpPr/>
          <p:nvPr/>
        </p:nvSpPr>
        <p:spPr>
          <a:xfrm>
            <a:off x="16471057" y="1337495"/>
            <a:ext cx="707005" cy="707005"/>
          </a:xfrm>
          <a:custGeom>
            <a:avLst/>
            <a:gdLst/>
            <a:ahLst/>
            <a:cxnLst/>
            <a:rect l="l" t="t" r="r" b="b"/>
            <a:pathLst>
              <a:path w="707005" h="707005">
                <a:moveTo>
                  <a:pt x="0" y="0"/>
                </a:moveTo>
                <a:lnTo>
                  <a:pt x="707005" y="0"/>
                </a:lnTo>
                <a:lnTo>
                  <a:pt x="707005" y="707004"/>
                </a:lnTo>
                <a:lnTo>
                  <a:pt x="0" y="70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5" name="Freeform 225"/>
          <p:cNvSpPr/>
          <p:nvPr/>
        </p:nvSpPr>
        <p:spPr>
          <a:xfrm>
            <a:off x="16645007" y="1479759"/>
            <a:ext cx="359104" cy="422476"/>
          </a:xfrm>
          <a:custGeom>
            <a:avLst/>
            <a:gdLst/>
            <a:ahLst/>
            <a:cxnLst/>
            <a:rect l="l" t="t" r="r" b="b"/>
            <a:pathLst>
              <a:path w="359104" h="422476">
                <a:moveTo>
                  <a:pt x="0" y="0"/>
                </a:moveTo>
                <a:lnTo>
                  <a:pt x="359105" y="0"/>
                </a:lnTo>
                <a:lnTo>
                  <a:pt x="359105" y="422476"/>
                </a:lnTo>
                <a:lnTo>
                  <a:pt x="0" y="422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6" name="Group 226"/>
          <p:cNvGrpSpPr/>
          <p:nvPr/>
        </p:nvGrpSpPr>
        <p:grpSpPr>
          <a:xfrm>
            <a:off x="15640416" y="2270742"/>
            <a:ext cx="1738545" cy="599067"/>
            <a:chOff x="0" y="0"/>
            <a:chExt cx="2778550" cy="957431"/>
          </a:xfrm>
        </p:grpSpPr>
        <p:sp>
          <p:nvSpPr>
            <p:cNvPr id="227" name="Freeform 227"/>
            <p:cNvSpPr/>
            <p:nvPr/>
          </p:nvSpPr>
          <p:spPr>
            <a:xfrm>
              <a:off x="0" y="0"/>
              <a:ext cx="2778550" cy="957431"/>
            </a:xfrm>
            <a:custGeom>
              <a:avLst/>
              <a:gdLst/>
              <a:ahLst/>
              <a:cxnLst/>
              <a:rect l="l" t="t" r="r" b="b"/>
              <a:pathLst>
                <a:path w="2778550" h="957431">
                  <a:moveTo>
                    <a:pt x="0" y="0"/>
                  </a:moveTo>
                  <a:lnTo>
                    <a:pt x="2778550" y="0"/>
                  </a:lnTo>
                  <a:lnTo>
                    <a:pt x="277855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591094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TextBox 228"/>
            <p:cNvSpPr txBox="1"/>
            <p:nvPr/>
          </p:nvSpPr>
          <p:spPr>
            <a:xfrm>
              <a:off x="0" y="0"/>
              <a:ext cx="2778550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80"/>
                </a:lnSpc>
              </a:pPr>
              <a:r>
                <a:rPr lang="en-US" sz="1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Friends of Friends</a:t>
              </a:r>
            </a:p>
          </p:txBody>
        </p:sp>
      </p:grpSp>
      <p:grpSp>
        <p:nvGrpSpPr>
          <p:cNvPr id="229" name="Group 229"/>
          <p:cNvGrpSpPr/>
          <p:nvPr/>
        </p:nvGrpSpPr>
        <p:grpSpPr>
          <a:xfrm>
            <a:off x="13738459" y="8045245"/>
            <a:ext cx="3640501" cy="796656"/>
            <a:chOff x="0" y="0"/>
            <a:chExt cx="958815" cy="209819"/>
          </a:xfrm>
        </p:grpSpPr>
        <p:sp>
          <p:nvSpPr>
            <p:cNvPr id="230" name="Freeform 230"/>
            <p:cNvSpPr/>
            <p:nvPr/>
          </p:nvSpPr>
          <p:spPr>
            <a:xfrm>
              <a:off x="0" y="0"/>
              <a:ext cx="958815" cy="209819"/>
            </a:xfrm>
            <a:custGeom>
              <a:avLst/>
              <a:gdLst/>
              <a:ahLst/>
              <a:cxnLst/>
              <a:rect l="l" t="t" r="r" b="b"/>
              <a:pathLst>
                <a:path w="958815" h="209819">
                  <a:moveTo>
                    <a:pt x="104909" y="0"/>
                  </a:moveTo>
                  <a:lnTo>
                    <a:pt x="853906" y="0"/>
                  </a:lnTo>
                  <a:cubicBezTo>
                    <a:pt x="881730" y="0"/>
                    <a:pt x="908414" y="11053"/>
                    <a:pt x="928088" y="30727"/>
                  </a:cubicBezTo>
                  <a:cubicBezTo>
                    <a:pt x="947762" y="50402"/>
                    <a:pt x="958815" y="77086"/>
                    <a:pt x="958815" y="104909"/>
                  </a:cubicBezTo>
                  <a:lnTo>
                    <a:pt x="958815" y="104909"/>
                  </a:lnTo>
                  <a:cubicBezTo>
                    <a:pt x="958815" y="132733"/>
                    <a:pt x="947762" y="159417"/>
                    <a:pt x="928088" y="179092"/>
                  </a:cubicBezTo>
                  <a:cubicBezTo>
                    <a:pt x="908414" y="198766"/>
                    <a:pt x="881730" y="209819"/>
                    <a:pt x="853906" y="209819"/>
                  </a:cubicBezTo>
                  <a:lnTo>
                    <a:pt x="104909" y="209819"/>
                  </a:lnTo>
                  <a:cubicBezTo>
                    <a:pt x="77086" y="209819"/>
                    <a:pt x="50402" y="198766"/>
                    <a:pt x="30727" y="179092"/>
                  </a:cubicBezTo>
                  <a:cubicBezTo>
                    <a:pt x="11053" y="159417"/>
                    <a:pt x="0" y="132733"/>
                    <a:pt x="0" y="104909"/>
                  </a:cubicBezTo>
                  <a:lnTo>
                    <a:pt x="0" y="104909"/>
                  </a:lnTo>
                  <a:cubicBezTo>
                    <a:pt x="0" y="77086"/>
                    <a:pt x="11053" y="50402"/>
                    <a:pt x="30727" y="30727"/>
                  </a:cubicBezTo>
                  <a:cubicBezTo>
                    <a:pt x="50402" y="11053"/>
                    <a:pt x="77086" y="0"/>
                    <a:pt x="104909" y="0"/>
                  </a:cubicBezTo>
                  <a:close/>
                </a:path>
              </a:pathLst>
            </a:custGeom>
            <a:solidFill>
              <a:srgbClr val="2B2B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TextBox 231"/>
            <p:cNvSpPr txBox="1"/>
            <p:nvPr/>
          </p:nvSpPr>
          <p:spPr>
            <a:xfrm>
              <a:off x="0" y="-47625"/>
              <a:ext cx="958815" cy="257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232" name="Group 232"/>
          <p:cNvGrpSpPr/>
          <p:nvPr/>
        </p:nvGrpSpPr>
        <p:grpSpPr>
          <a:xfrm>
            <a:off x="14954614" y="1337495"/>
            <a:ext cx="1184143" cy="718073"/>
            <a:chOff x="0" y="0"/>
            <a:chExt cx="1578858" cy="957431"/>
          </a:xfrm>
        </p:grpSpPr>
        <p:sp>
          <p:nvSpPr>
            <p:cNvPr id="233" name="Freeform 233"/>
            <p:cNvSpPr/>
            <p:nvPr/>
          </p:nvSpPr>
          <p:spPr>
            <a:xfrm>
              <a:off x="0" y="0"/>
              <a:ext cx="1578858" cy="957431"/>
            </a:xfrm>
            <a:custGeom>
              <a:avLst/>
              <a:gdLst/>
              <a:ahLst/>
              <a:cxnLst/>
              <a:rect l="l" t="t" r="r" b="b"/>
              <a:pathLst>
                <a:path w="1578858" h="957431">
                  <a:moveTo>
                    <a:pt x="0" y="0"/>
                  </a:moveTo>
                  <a:lnTo>
                    <a:pt x="1578858" y="0"/>
                  </a:lnTo>
                  <a:lnTo>
                    <a:pt x="1578858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1116220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TextBox 234"/>
            <p:cNvSpPr txBox="1"/>
            <p:nvPr/>
          </p:nvSpPr>
          <p:spPr>
            <a:xfrm>
              <a:off x="0" y="19050"/>
              <a:ext cx="1578858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4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sp>
        <p:nvSpPr>
          <p:cNvPr id="235" name="Freeform 235"/>
          <p:cNvSpPr/>
          <p:nvPr/>
        </p:nvSpPr>
        <p:spPr>
          <a:xfrm>
            <a:off x="13990732" y="8299458"/>
            <a:ext cx="192370" cy="178904"/>
          </a:xfrm>
          <a:custGeom>
            <a:avLst/>
            <a:gdLst/>
            <a:ahLst/>
            <a:cxnLst/>
            <a:rect l="l" t="t" r="r" b="b"/>
            <a:pathLst>
              <a:path w="192370" h="178904">
                <a:moveTo>
                  <a:pt x="0" y="0"/>
                </a:moveTo>
                <a:lnTo>
                  <a:pt x="192370" y="0"/>
                </a:lnTo>
                <a:lnTo>
                  <a:pt x="192370" y="178905"/>
                </a:lnTo>
                <a:lnTo>
                  <a:pt x="0" y="178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6" name="Freeform 236"/>
          <p:cNvSpPr/>
          <p:nvPr/>
        </p:nvSpPr>
        <p:spPr>
          <a:xfrm>
            <a:off x="14756529" y="8299458"/>
            <a:ext cx="198783" cy="178904"/>
          </a:xfrm>
          <a:custGeom>
            <a:avLst/>
            <a:gdLst/>
            <a:ahLst/>
            <a:cxnLst/>
            <a:rect l="l" t="t" r="r" b="b"/>
            <a:pathLst>
              <a:path w="198783" h="178904">
                <a:moveTo>
                  <a:pt x="0" y="0"/>
                </a:moveTo>
                <a:lnTo>
                  <a:pt x="198783" y="0"/>
                </a:lnTo>
                <a:lnTo>
                  <a:pt x="198783" y="178905"/>
                </a:lnTo>
                <a:lnTo>
                  <a:pt x="0" y="178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7" name="Freeform 237"/>
          <p:cNvSpPr/>
          <p:nvPr/>
        </p:nvSpPr>
        <p:spPr>
          <a:xfrm>
            <a:off x="16138758" y="8207451"/>
            <a:ext cx="278444" cy="279843"/>
          </a:xfrm>
          <a:custGeom>
            <a:avLst/>
            <a:gdLst/>
            <a:ahLst/>
            <a:cxnLst/>
            <a:rect l="l" t="t" r="r" b="b"/>
            <a:pathLst>
              <a:path w="278444" h="279843">
                <a:moveTo>
                  <a:pt x="0" y="0"/>
                </a:moveTo>
                <a:lnTo>
                  <a:pt x="278443" y="0"/>
                </a:lnTo>
                <a:lnTo>
                  <a:pt x="278443" y="279843"/>
                </a:lnTo>
                <a:lnTo>
                  <a:pt x="0" y="2798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8" name="Group 238"/>
          <p:cNvGrpSpPr/>
          <p:nvPr/>
        </p:nvGrpSpPr>
        <p:grpSpPr>
          <a:xfrm>
            <a:off x="16857114" y="8184751"/>
            <a:ext cx="325243" cy="325243"/>
            <a:chOff x="0" y="0"/>
            <a:chExt cx="812800" cy="812800"/>
          </a:xfrm>
        </p:grpSpPr>
        <p:sp>
          <p:nvSpPr>
            <p:cNvPr id="239" name="Freeform 2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55679" t="-15600" b="-54426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0" name="Freeform 240"/>
          <p:cNvSpPr/>
          <p:nvPr/>
        </p:nvSpPr>
        <p:spPr>
          <a:xfrm>
            <a:off x="15303864" y="8194034"/>
            <a:ext cx="465125" cy="465125"/>
          </a:xfrm>
          <a:custGeom>
            <a:avLst/>
            <a:gdLst/>
            <a:ahLst/>
            <a:cxnLst/>
            <a:rect l="l" t="t" r="r" b="b"/>
            <a:pathLst>
              <a:path w="465125" h="465125">
                <a:moveTo>
                  <a:pt x="0" y="0"/>
                </a:moveTo>
                <a:lnTo>
                  <a:pt x="465125" y="0"/>
                </a:lnTo>
                <a:lnTo>
                  <a:pt x="465125" y="465125"/>
                </a:lnTo>
                <a:lnTo>
                  <a:pt x="0" y="465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1" name="Freeform 241"/>
          <p:cNvSpPr/>
          <p:nvPr/>
        </p:nvSpPr>
        <p:spPr>
          <a:xfrm>
            <a:off x="15381399" y="8300249"/>
            <a:ext cx="310056" cy="252696"/>
          </a:xfrm>
          <a:custGeom>
            <a:avLst/>
            <a:gdLst/>
            <a:ahLst/>
            <a:cxnLst/>
            <a:rect l="l" t="t" r="r" b="b"/>
            <a:pathLst>
              <a:path w="310056" h="252696">
                <a:moveTo>
                  <a:pt x="0" y="0"/>
                </a:moveTo>
                <a:lnTo>
                  <a:pt x="310056" y="0"/>
                </a:lnTo>
                <a:lnTo>
                  <a:pt x="310056" y="252695"/>
                </a:lnTo>
                <a:lnTo>
                  <a:pt x="0" y="252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2" name="TextBox 242"/>
          <p:cNvSpPr txBox="1"/>
          <p:nvPr/>
        </p:nvSpPr>
        <p:spPr>
          <a:xfrm>
            <a:off x="13797002" y="8577136"/>
            <a:ext cx="579831" cy="14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  <a:spcBef>
                <a:spcPct val="0"/>
              </a:spcBef>
            </a:pPr>
            <a:r>
              <a:rPr lang="en-US" sz="8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14566005" y="8577136"/>
            <a:ext cx="579831" cy="14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  <a:spcBef>
                <a:spcPct val="0"/>
              </a:spcBef>
            </a:pPr>
            <a:r>
              <a:rPr lang="en-US" sz="8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15988064" y="8577136"/>
            <a:ext cx="579831" cy="14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  <a:spcBef>
                <a:spcPct val="0"/>
              </a:spcBef>
            </a:pPr>
            <a:r>
              <a:rPr lang="en-US" sz="8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Memories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16729820" y="8577136"/>
            <a:ext cx="579831" cy="14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  <a:spcBef>
                <a:spcPct val="0"/>
              </a:spcBef>
            </a:pPr>
            <a:r>
              <a:rPr lang="en-US" sz="8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</a:t>
            </a:r>
          </a:p>
        </p:txBody>
      </p:sp>
      <p:grpSp>
        <p:nvGrpSpPr>
          <p:cNvPr id="246" name="Group 246"/>
          <p:cNvGrpSpPr/>
          <p:nvPr/>
        </p:nvGrpSpPr>
        <p:grpSpPr>
          <a:xfrm>
            <a:off x="13644220" y="2986567"/>
            <a:ext cx="1191637" cy="460152"/>
            <a:chOff x="0" y="0"/>
            <a:chExt cx="313847" cy="121192"/>
          </a:xfrm>
        </p:grpSpPr>
        <p:sp>
          <p:nvSpPr>
            <p:cNvPr id="247" name="Freeform 247"/>
            <p:cNvSpPr/>
            <p:nvPr/>
          </p:nvSpPr>
          <p:spPr>
            <a:xfrm>
              <a:off x="0" y="0"/>
              <a:ext cx="313847" cy="121192"/>
            </a:xfrm>
            <a:custGeom>
              <a:avLst/>
              <a:gdLst/>
              <a:ahLst/>
              <a:cxnLst/>
              <a:rect l="l" t="t" r="r" b="b"/>
              <a:pathLst>
                <a:path w="313847" h="121192">
                  <a:moveTo>
                    <a:pt x="60596" y="0"/>
                  </a:moveTo>
                  <a:lnTo>
                    <a:pt x="253251" y="0"/>
                  </a:lnTo>
                  <a:cubicBezTo>
                    <a:pt x="286717" y="0"/>
                    <a:pt x="313847" y="27130"/>
                    <a:pt x="313847" y="60596"/>
                  </a:cubicBezTo>
                  <a:lnTo>
                    <a:pt x="313847" y="60596"/>
                  </a:lnTo>
                  <a:cubicBezTo>
                    <a:pt x="313847" y="76667"/>
                    <a:pt x="307463" y="92080"/>
                    <a:pt x="296099" y="103444"/>
                  </a:cubicBezTo>
                  <a:cubicBezTo>
                    <a:pt x="284735" y="114808"/>
                    <a:pt x="269322" y="121192"/>
                    <a:pt x="253251" y="121192"/>
                  </a:cubicBezTo>
                  <a:lnTo>
                    <a:pt x="60596" y="121192"/>
                  </a:lnTo>
                  <a:cubicBezTo>
                    <a:pt x="44525" y="121192"/>
                    <a:pt x="29112" y="114808"/>
                    <a:pt x="17748" y="103444"/>
                  </a:cubicBezTo>
                  <a:cubicBezTo>
                    <a:pt x="6384" y="92080"/>
                    <a:pt x="0" y="76667"/>
                    <a:pt x="0" y="60596"/>
                  </a:cubicBezTo>
                  <a:lnTo>
                    <a:pt x="0" y="60596"/>
                  </a:lnTo>
                  <a:cubicBezTo>
                    <a:pt x="0" y="44525"/>
                    <a:pt x="6384" y="29112"/>
                    <a:pt x="17748" y="17748"/>
                  </a:cubicBezTo>
                  <a:cubicBezTo>
                    <a:pt x="29112" y="6384"/>
                    <a:pt x="44525" y="0"/>
                    <a:pt x="60596" y="0"/>
                  </a:cubicBezTo>
                  <a:close/>
                </a:path>
              </a:pathLst>
            </a:custGeom>
            <a:solidFill>
              <a:srgbClr val="23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TextBox 248"/>
            <p:cNvSpPr txBox="1"/>
            <p:nvPr/>
          </p:nvSpPr>
          <p:spPr>
            <a:xfrm>
              <a:off x="0" y="-47625"/>
              <a:ext cx="313847" cy="168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249" name="Group 249"/>
          <p:cNvGrpSpPr/>
          <p:nvPr/>
        </p:nvGrpSpPr>
        <p:grpSpPr>
          <a:xfrm>
            <a:off x="14067913" y="2330245"/>
            <a:ext cx="1184143" cy="599067"/>
            <a:chOff x="0" y="0"/>
            <a:chExt cx="1892503" cy="957431"/>
          </a:xfrm>
        </p:grpSpPr>
        <p:sp>
          <p:nvSpPr>
            <p:cNvPr id="250" name="Freeform 250"/>
            <p:cNvSpPr/>
            <p:nvPr/>
          </p:nvSpPr>
          <p:spPr>
            <a:xfrm>
              <a:off x="0" y="0"/>
              <a:ext cx="1892503" cy="957431"/>
            </a:xfrm>
            <a:custGeom>
              <a:avLst/>
              <a:gdLst/>
              <a:ahLst/>
              <a:cxnLst/>
              <a:rect l="l" t="t" r="r" b="b"/>
              <a:pathLst>
                <a:path w="1892503" h="957431">
                  <a:moveTo>
                    <a:pt x="0" y="0"/>
                  </a:moveTo>
                  <a:lnTo>
                    <a:pt x="1892503" y="0"/>
                  </a:lnTo>
                  <a:lnTo>
                    <a:pt x="1892503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914656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TextBox 251"/>
            <p:cNvSpPr txBox="1"/>
            <p:nvPr/>
          </p:nvSpPr>
          <p:spPr>
            <a:xfrm>
              <a:off x="0" y="0"/>
              <a:ext cx="1892503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80"/>
                </a:lnSpc>
              </a:pPr>
              <a:r>
                <a:rPr lang="en-US" sz="1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My Friends</a:t>
              </a:r>
            </a:p>
          </p:txBody>
        </p:sp>
      </p:grpSp>
      <p:grpSp>
        <p:nvGrpSpPr>
          <p:cNvPr id="252" name="Group 252"/>
          <p:cNvGrpSpPr/>
          <p:nvPr/>
        </p:nvGrpSpPr>
        <p:grpSpPr>
          <a:xfrm>
            <a:off x="13892041" y="2980917"/>
            <a:ext cx="767944" cy="471450"/>
            <a:chOff x="0" y="0"/>
            <a:chExt cx="1559557" cy="957431"/>
          </a:xfrm>
        </p:grpSpPr>
        <p:sp>
          <p:nvSpPr>
            <p:cNvPr id="253" name="Freeform 253"/>
            <p:cNvSpPr/>
            <p:nvPr/>
          </p:nvSpPr>
          <p:spPr>
            <a:xfrm>
              <a:off x="0" y="0"/>
              <a:ext cx="1559557" cy="957431"/>
            </a:xfrm>
            <a:custGeom>
              <a:avLst/>
              <a:gdLst/>
              <a:ahLst/>
              <a:cxnLst/>
              <a:rect l="l" t="t" r="r" b="b"/>
              <a:pathLst>
                <a:path w="1559557" h="957431">
                  <a:moveTo>
                    <a:pt x="0" y="0"/>
                  </a:moveTo>
                  <a:lnTo>
                    <a:pt x="1559557" y="0"/>
                  </a:lnTo>
                  <a:lnTo>
                    <a:pt x="1559557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1131272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TextBox 254"/>
            <p:cNvSpPr txBox="1"/>
            <p:nvPr/>
          </p:nvSpPr>
          <p:spPr>
            <a:xfrm>
              <a:off x="0" y="0"/>
              <a:ext cx="1559557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80"/>
                </a:lnSpc>
              </a:pPr>
              <a:r>
                <a:rPr lang="en-US" sz="1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Today</a:t>
              </a:r>
            </a:p>
          </p:txBody>
        </p:sp>
      </p:grpSp>
      <p:grpSp>
        <p:nvGrpSpPr>
          <p:cNvPr id="255" name="Group 255"/>
          <p:cNvGrpSpPr/>
          <p:nvPr/>
        </p:nvGrpSpPr>
        <p:grpSpPr>
          <a:xfrm>
            <a:off x="14949077" y="2980917"/>
            <a:ext cx="1191637" cy="460152"/>
            <a:chOff x="0" y="0"/>
            <a:chExt cx="313847" cy="121192"/>
          </a:xfrm>
        </p:grpSpPr>
        <p:sp>
          <p:nvSpPr>
            <p:cNvPr id="256" name="Freeform 256"/>
            <p:cNvSpPr/>
            <p:nvPr/>
          </p:nvSpPr>
          <p:spPr>
            <a:xfrm>
              <a:off x="0" y="0"/>
              <a:ext cx="313847" cy="121192"/>
            </a:xfrm>
            <a:custGeom>
              <a:avLst/>
              <a:gdLst/>
              <a:ahLst/>
              <a:cxnLst/>
              <a:rect l="l" t="t" r="r" b="b"/>
              <a:pathLst>
                <a:path w="313847" h="121192">
                  <a:moveTo>
                    <a:pt x="60596" y="0"/>
                  </a:moveTo>
                  <a:lnTo>
                    <a:pt x="253251" y="0"/>
                  </a:lnTo>
                  <a:cubicBezTo>
                    <a:pt x="286717" y="0"/>
                    <a:pt x="313847" y="27130"/>
                    <a:pt x="313847" y="60596"/>
                  </a:cubicBezTo>
                  <a:lnTo>
                    <a:pt x="313847" y="60596"/>
                  </a:lnTo>
                  <a:cubicBezTo>
                    <a:pt x="313847" y="76667"/>
                    <a:pt x="307463" y="92080"/>
                    <a:pt x="296099" y="103444"/>
                  </a:cubicBezTo>
                  <a:cubicBezTo>
                    <a:pt x="284735" y="114808"/>
                    <a:pt x="269322" y="121192"/>
                    <a:pt x="253251" y="121192"/>
                  </a:cubicBezTo>
                  <a:lnTo>
                    <a:pt x="60596" y="121192"/>
                  </a:lnTo>
                  <a:cubicBezTo>
                    <a:pt x="44525" y="121192"/>
                    <a:pt x="29112" y="114808"/>
                    <a:pt x="17748" y="103444"/>
                  </a:cubicBezTo>
                  <a:cubicBezTo>
                    <a:pt x="6384" y="92080"/>
                    <a:pt x="0" y="76667"/>
                    <a:pt x="0" y="60596"/>
                  </a:cubicBezTo>
                  <a:lnTo>
                    <a:pt x="0" y="60596"/>
                  </a:lnTo>
                  <a:cubicBezTo>
                    <a:pt x="0" y="44525"/>
                    <a:pt x="6384" y="29112"/>
                    <a:pt x="17748" y="17748"/>
                  </a:cubicBezTo>
                  <a:cubicBezTo>
                    <a:pt x="29112" y="6384"/>
                    <a:pt x="44525" y="0"/>
                    <a:pt x="605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TextBox 257"/>
            <p:cNvSpPr txBox="1"/>
            <p:nvPr/>
          </p:nvSpPr>
          <p:spPr>
            <a:xfrm>
              <a:off x="0" y="-47625"/>
              <a:ext cx="313847" cy="168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258" name="Group 258"/>
          <p:cNvGrpSpPr/>
          <p:nvPr/>
        </p:nvGrpSpPr>
        <p:grpSpPr>
          <a:xfrm>
            <a:off x="15197808" y="2980917"/>
            <a:ext cx="697757" cy="471450"/>
            <a:chOff x="0" y="0"/>
            <a:chExt cx="1417019" cy="957431"/>
          </a:xfrm>
        </p:grpSpPr>
        <p:sp>
          <p:nvSpPr>
            <p:cNvPr id="259" name="Freeform 259"/>
            <p:cNvSpPr/>
            <p:nvPr/>
          </p:nvSpPr>
          <p:spPr>
            <a:xfrm>
              <a:off x="0" y="0"/>
              <a:ext cx="1417019" cy="957431"/>
            </a:xfrm>
            <a:custGeom>
              <a:avLst/>
              <a:gdLst/>
              <a:ahLst/>
              <a:cxnLst/>
              <a:rect l="l" t="t" r="r" b="b"/>
              <a:pathLst>
                <a:path w="1417019" h="957431">
                  <a:moveTo>
                    <a:pt x="0" y="0"/>
                  </a:moveTo>
                  <a:lnTo>
                    <a:pt x="1417019" y="0"/>
                  </a:lnTo>
                  <a:lnTo>
                    <a:pt x="1417019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1255126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TextBox 260"/>
            <p:cNvSpPr txBox="1"/>
            <p:nvPr/>
          </p:nvSpPr>
          <p:spPr>
            <a:xfrm>
              <a:off x="0" y="0"/>
              <a:ext cx="1417019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80"/>
                </a:lnSpc>
              </a:pPr>
              <a:r>
                <a:rPr lang="en-US" sz="12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Board</a:t>
              </a:r>
            </a:p>
          </p:txBody>
        </p:sp>
      </p:grpSp>
      <p:grpSp>
        <p:nvGrpSpPr>
          <p:cNvPr id="261" name="Group 261"/>
          <p:cNvGrpSpPr/>
          <p:nvPr/>
        </p:nvGrpSpPr>
        <p:grpSpPr>
          <a:xfrm>
            <a:off x="16253933" y="2975268"/>
            <a:ext cx="1191637" cy="460152"/>
            <a:chOff x="0" y="0"/>
            <a:chExt cx="313847" cy="121192"/>
          </a:xfrm>
        </p:grpSpPr>
        <p:sp>
          <p:nvSpPr>
            <p:cNvPr id="262" name="Freeform 262"/>
            <p:cNvSpPr/>
            <p:nvPr/>
          </p:nvSpPr>
          <p:spPr>
            <a:xfrm>
              <a:off x="0" y="0"/>
              <a:ext cx="313847" cy="121192"/>
            </a:xfrm>
            <a:custGeom>
              <a:avLst/>
              <a:gdLst/>
              <a:ahLst/>
              <a:cxnLst/>
              <a:rect l="l" t="t" r="r" b="b"/>
              <a:pathLst>
                <a:path w="313847" h="121192">
                  <a:moveTo>
                    <a:pt x="60596" y="0"/>
                  </a:moveTo>
                  <a:lnTo>
                    <a:pt x="253251" y="0"/>
                  </a:lnTo>
                  <a:cubicBezTo>
                    <a:pt x="286717" y="0"/>
                    <a:pt x="313847" y="27130"/>
                    <a:pt x="313847" y="60596"/>
                  </a:cubicBezTo>
                  <a:lnTo>
                    <a:pt x="313847" y="60596"/>
                  </a:lnTo>
                  <a:cubicBezTo>
                    <a:pt x="313847" y="76667"/>
                    <a:pt x="307463" y="92080"/>
                    <a:pt x="296099" y="103444"/>
                  </a:cubicBezTo>
                  <a:cubicBezTo>
                    <a:pt x="284735" y="114808"/>
                    <a:pt x="269322" y="121192"/>
                    <a:pt x="253251" y="121192"/>
                  </a:cubicBezTo>
                  <a:lnTo>
                    <a:pt x="60596" y="121192"/>
                  </a:lnTo>
                  <a:cubicBezTo>
                    <a:pt x="44525" y="121192"/>
                    <a:pt x="29112" y="114808"/>
                    <a:pt x="17748" y="103444"/>
                  </a:cubicBezTo>
                  <a:cubicBezTo>
                    <a:pt x="6384" y="92080"/>
                    <a:pt x="0" y="76667"/>
                    <a:pt x="0" y="60596"/>
                  </a:cubicBezTo>
                  <a:lnTo>
                    <a:pt x="0" y="60596"/>
                  </a:lnTo>
                  <a:cubicBezTo>
                    <a:pt x="0" y="44525"/>
                    <a:pt x="6384" y="29112"/>
                    <a:pt x="17748" y="17748"/>
                  </a:cubicBezTo>
                  <a:cubicBezTo>
                    <a:pt x="29112" y="6384"/>
                    <a:pt x="44525" y="0"/>
                    <a:pt x="60596" y="0"/>
                  </a:cubicBezTo>
                  <a:close/>
                </a:path>
              </a:pathLst>
            </a:custGeom>
            <a:solidFill>
              <a:srgbClr val="3635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TextBox 263"/>
            <p:cNvSpPr txBox="1"/>
            <p:nvPr/>
          </p:nvSpPr>
          <p:spPr>
            <a:xfrm>
              <a:off x="0" y="-47625"/>
              <a:ext cx="313847" cy="168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264" name="Group 264"/>
          <p:cNvGrpSpPr/>
          <p:nvPr/>
        </p:nvGrpSpPr>
        <p:grpSpPr>
          <a:xfrm>
            <a:off x="16502664" y="2986567"/>
            <a:ext cx="696070" cy="471450"/>
            <a:chOff x="0" y="0"/>
            <a:chExt cx="1413593" cy="957431"/>
          </a:xfrm>
        </p:grpSpPr>
        <p:sp>
          <p:nvSpPr>
            <p:cNvPr id="265" name="Freeform 265"/>
            <p:cNvSpPr/>
            <p:nvPr/>
          </p:nvSpPr>
          <p:spPr>
            <a:xfrm>
              <a:off x="0" y="0"/>
              <a:ext cx="1413593" cy="957431"/>
            </a:xfrm>
            <a:custGeom>
              <a:avLst/>
              <a:gdLst/>
              <a:ahLst/>
              <a:cxnLst/>
              <a:rect l="l" t="t" r="r" b="b"/>
              <a:pathLst>
                <a:path w="1413593" h="957431">
                  <a:moveTo>
                    <a:pt x="0" y="0"/>
                  </a:moveTo>
                  <a:lnTo>
                    <a:pt x="1413593" y="0"/>
                  </a:lnTo>
                  <a:lnTo>
                    <a:pt x="1413593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1258411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TextBox 266"/>
            <p:cNvSpPr txBox="1"/>
            <p:nvPr/>
          </p:nvSpPr>
          <p:spPr>
            <a:xfrm>
              <a:off x="0" y="0"/>
              <a:ext cx="1413593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80"/>
                </a:lnSpc>
              </a:pPr>
              <a:r>
                <a:rPr lang="en-US" sz="1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Passport</a:t>
              </a:r>
            </a:p>
          </p:txBody>
        </p:sp>
      </p:grpSp>
      <p:grpSp>
        <p:nvGrpSpPr>
          <p:cNvPr id="267" name="Group 267"/>
          <p:cNvGrpSpPr/>
          <p:nvPr/>
        </p:nvGrpSpPr>
        <p:grpSpPr>
          <a:xfrm>
            <a:off x="13705963" y="3528855"/>
            <a:ext cx="2086063" cy="599067"/>
            <a:chOff x="0" y="0"/>
            <a:chExt cx="3333956" cy="957431"/>
          </a:xfrm>
        </p:grpSpPr>
        <p:sp>
          <p:nvSpPr>
            <p:cNvPr id="268" name="Freeform 268"/>
            <p:cNvSpPr/>
            <p:nvPr/>
          </p:nvSpPr>
          <p:spPr>
            <a:xfrm>
              <a:off x="0" y="0"/>
              <a:ext cx="3333956" cy="957431"/>
            </a:xfrm>
            <a:custGeom>
              <a:avLst/>
              <a:gdLst/>
              <a:ahLst/>
              <a:cxnLst/>
              <a:rect l="l" t="t" r="r" b="b"/>
              <a:pathLst>
                <a:path w="3333956" h="957431">
                  <a:moveTo>
                    <a:pt x="0" y="0"/>
                  </a:moveTo>
                  <a:lnTo>
                    <a:pt x="3333956" y="0"/>
                  </a:lnTo>
                  <a:lnTo>
                    <a:pt x="3333956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475964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TextBox 269"/>
            <p:cNvSpPr txBox="1"/>
            <p:nvPr/>
          </p:nvSpPr>
          <p:spPr>
            <a:xfrm>
              <a:off x="0" y="0"/>
              <a:ext cx="3333956" cy="957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13"/>
                </a:lnSpc>
              </a:pPr>
              <a:r>
                <a:rPr lang="en-US" sz="17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October 2026 Board</a:t>
              </a:r>
            </a:p>
          </p:txBody>
        </p:sp>
      </p:grpSp>
      <p:grpSp>
        <p:nvGrpSpPr>
          <p:cNvPr id="270" name="Group 270"/>
          <p:cNvGrpSpPr/>
          <p:nvPr/>
        </p:nvGrpSpPr>
        <p:grpSpPr>
          <a:xfrm>
            <a:off x="16355583" y="3678622"/>
            <a:ext cx="944801" cy="299533"/>
            <a:chOff x="0" y="0"/>
            <a:chExt cx="1509985" cy="478716"/>
          </a:xfrm>
        </p:grpSpPr>
        <p:sp>
          <p:nvSpPr>
            <p:cNvPr id="271" name="Freeform 271"/>
            <p:cNvSpPr/>
            <p:nvPr/>
          </p:nvSpPr>
          <p:spPr>
            <a:xfrm>
              <a:off x="0" y="0"/>
              <a:ext cx="1509985" cy="478716"/>
            </a:xfrm>
            <a:custGeom>
              <a:avLst/>
              <a:gdLst/>
              <a:ahLst/>
              <a:cxnLst/>
              <a:rect l="l" t="t" r="r" b="b"/>
              <a:pathLst>
                <a:path w="1509985" h="478716">
                  <a:moveTo>
                    <a:pt x="0" y="0"/>
                  </a:moveTo>
                  <a:lnTo>
                    <a:pt x="1509985" y="0"/>
                  </a:lnTo>
                  <a:lnTo>
                    <a:pt x="1509985" y="478716"/>
                  </a:lnTo>
                  <a:lnTo>
                    <a:pt x="0" y="4787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0129" r="-1171694" b="-8630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TextBox 272"/>
            <p:cNvSpPr txBox="1"/>
            <p:nvPr/>
          </p:nvSpPr>
          <p:spPr>
            <a:xfrm>
              <a:off x="0" y="0"/>
              <a:ext cx="1509985" cy="478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80"/>
                </a:lnSpc>
              </a:pPr>
              <a:r>
                <a:rPr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 FRIENDS</a:t>
              </a:r>
            </a:p>
          </p:txBody>
        </p:sp>
      </p:grpSp>
      <p:grpSp>
        <p:nvGrpSpPr>
          <p:cNvPr id="273" name="Group 273"/>
          <p:cNvGrpSpPr/>
          <p:nvPr/>
        </p:nvGrpSpPr>
        <p:grpSpPr>
          <a:xfrm>
            <a:off x="13705963" y="4127922"/>
            <a:ext cx="3638211" cy="685923"/>
            <a:chOff x="0" y="0"/>
            <a:chExt cx="958212" cy="180655"/>
          </a:xfrm>
        </p:grpSpPr>
        <p:sp>
          <p:nvSpPr>
            <p:cNvPr id="274" name="Freeform 274"/>
            <p:cNvSpPr/>
            <p:nvPr/>
          </p:nvSpPr>
          <p:spPr>
            <a:xfrm>
              <a:off x="0" y="0"/>
              <a:ext cx="958212" cy="180655"/>
            </a:xfrm>
            <a:custGeom>
              <a:avLst/>
              <a:gdLst/>
              <a:ahLst/>
              <a:cxnLst/>
              <a:rect l="l" t="t" r="r" b="b"/>
              <a:pathLst>
                <a:path w="958212" h="180655">
                  <a:moveTo>
                    <a:pt x="90327" y="0"/>
                  </a:moveTo>
                  <a:lnTo>
                    <a:pt x="867885" y="0"/>
                  </a:lnTo>
                  <a:cubicBezTo>
                    <a:pt x="891841" y="0"/>
                    <a:pt x="914816" y="9517"/>
                    <a:pt x="931756" y="26456"/>
                  </a:cubicBezTo>
                  <a:cubicBezTo>
                    <a:pt x="948695" y="43396"/>
                    <a:pt x="958212" y="66371"/>
                    <a:pt x="958212" y="90327"/>
                  </a:cubicBezTo>
                  <a:lnTo>
                    <a:pt x="958212" y="90327"/>
                  </a:lnTo>
                  <a:cubicBezTo>
                    <a:pt x="958212" y="140214"/>
                    <a:pt x="917771" y="180655"/>
                    <a:pt x="867885" y="180655"/>
                  </a:cubicBezTo>
                  <a:lnTo>
                    <a:pt x="90327" y="180655"/>
                  </a:lnTo>
                  <a:cubicBezTo>
                    <a:pt x="40441" y="180655"/>
                    <a:pt x="0" y="140214"/>
                    <a:pt x="0" y="90327"/>
                  </a:cubicBezTo>
                  <a:lnTo>
                    <a:pt x="0" y="90327"/>
                  </a:lnTo>
                  <a:cubicBezTo>
                    <a:pt x="0" y="40441"/>
                    <a:pt x="40441" y="0"/>
                    <a:pt x="903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TextBox 275"/>
            <p:cNvSpPr txBox="1"/>
            <p:nvPr/>
          </p:nvSpPr>
          <p:spPr>
            <a:xfrm>
              <a:off x="0" y="-28575"/>
              <a:ext cx="958212" cy="209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endParaRPr/>
            </a:p>
          </p:txBody>
        </p:sp>
      </p:grpSp>
      <p:sp>
        <p:nvSpPr>
          <p:cNvPr id="276" name="TextBox 276"/>
          <p:cNvSpPr txBox="1"/>
          <p:nvPr/>
        </p:nvSpPr>
        <p:spPr>
          <a:xfrm>
            <a:off x="14316212" y="4237521"/>
            <a:ext cx="246094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sz="234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CRAMMING Board</a:t>
            </a:r>
          </a:p>
        </p:txBody>
      </p:sp>
      <p:grpSp>
        <p:nvGrpSpPr>
          <p:cNvPr id="277" name="Group 277"/>
          <p:cNvGrpSpPr/>
          <p:nvPr/>
        </p:nvGrpSpPr>
        <p:grpSpPr>
          <a:xfrm>
            <a:off x="13705963" y="4899570"/>
            <a:ext cx="1164988" cy="1399934"/>
            <a:chOff x="0" y="0"/>
            <a:chExt cx="306828" cy="368707"/>
          </a:xfrm>
        </p:grpSpPr>
        <p:sp>
          <p:nvSpPr>
            <p:cNvPr id="278" name="Freeform 278"/>
            <p:cNvSpPr/>
            <p:nvPr/>
          </p:nvSpPr>
          <p:spPr>
            <a:xfrm>
              <a:off x="0" y="0"/>
              <a:ext cx="306828" cy="368707"/>
            </a:xfrm>
            <a:custGeom>
              <a:avLst/>
              <a:gdLst/>
              <a:ahLst/>
              <a:cxnLst/>
              <a:rect l="l" t="t" r="r" b="b"/>
              <a:pathLst>
                <a:path w="306828" h="368707">
                  <a:moveTo>
                    <a:pt x="119619" y="0"/>
                  </a:moveTo>
                  <a:lnTo>
                    <a:pt x="187209" y="0"/>
                  </a:lnTo>
                  <a:cubicBezTo>
                    <a:pt x="253273" y="0"/>
                    <a:pt x="306828" y="53555"/>
                    <a:pt x="306828" y="119619"/>
                  </a:cubicBezTo>
                  <a:lnTo>
                    <a:pt x="306828" y="249088"/>
                  </a:lnTo>
                  <a:cubicBezTo>
                    <a:pt x="306828" y="315152"/>
                    <a:pt x="253273" y="368707"/>
                    <a:pt x="187209" y="368707"/>
                  </a:cubicBezTo>
                  <a:lnTo>
                    <a:pt x="119619" y="368707"/>
                  </a:lnTo>
                  <a:cubicBezTo>
                    <a:pt x="53555" y="368707"/>
                    <a:pt x="0" y="315152"/>
                    <a:pt x="0" y="249088"/>
                  </a:cubicBezTo>
                  <a:lnTo>
                    <a:pt x="0" y="119619"/>
                  </a:lnTo>
                  <a:cubicBezTo>
                    <a:pt x="0" y="53555"/>
                    <a:pt x="53555" y="0"/>
                    <a:pt x="119619" y="0"/>
                  </a:cubicBezTo>
                  <a:close/>
                </a:path>
              </a:pathLst>
            </a:custGeom>
            <a:solidFill>
              <a:srgbClr val="14141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TextBox 279"/>
            <p:cNvSpPr txBox="1"/>
            <p:nvPr/>
          </p:nvSpPr>
          <p:spPr>
            <a:xfrm>
              <a:off x="0" y="-47625"/>
              <a:ext cx="306828" cy="416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280" name="Freeform 280"/>
          <p:cNvSpPr/>
          <p:nvPr/>
        </p:nvSpPr>
        <p:spPr>
          <a:xfrm>
            <a:off x="13955842" y="5119507"/>
            <a:ext cx="619798" cy="619798"/>
          </a:xfrm>
          <a:custGeom>
            <a:avLst/>
            <a:gdLst/>
            <a:ahLst/>
            <a:cxnLst/>
            <a:rect l="l" t="t" r="r" b="b"/>
            <a:pathLst>
              <a:path w="619798" h="619798">
                <a:moveTo>
                  <a:pt x="0" y="0"/>
                </a:moveTo>
                <a:lnTo>
                  <a:pt x="619798" y="0"/>
                </a:lnTo>
                <a:lnTo>
                  <a:pt x="619798" y="619798"/>
                </a:lnTo>
                <a:lnTo>
                  <a:pt x="0" y="619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1" name="Freeform 281"/>
          <p:cNvSpPr/>
          <p:nvPr/>
        </p:nvSpPr>
        <p:spPr>
          <a:xfrm>
            <a:off x="14080587" y="5246636"/>
            <a:ext cx="386284" cy="206662"/>
          </a:xfrm>
          <a:custGeom>
            <a:avLst/>
            <a:gdLst/>
            <a:ahLst/>
            <a:cxnLst/>
            <a:rect l="l" t="t" r="r" b="b"/>
            <a:pathLst>
              <a:path w="386284" h="206662">
                <a:moveTo>
                  <a:pt x="0" y="0"/>
                </a:moveTo>
                <a:lnTo>
                  <a:pt x="386284" y="0"/>
                </a:lnTo>
                <a:lnTo>
                  <a:pt x="386284" y="206662"/>
                </a:lnTo>
                <a:lnTo>
                  <a:pt x="0" y="206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2" name="TextBox 282"/>
          <p:cNvSpPr txBox="1"/>
          <p:nvPr/>
        </p:nvSpPr>
        <p:spPr>
          <a:xfrm>
            <a:off x="14030522" y="5133952"/>
            <a:ext cx="486414" cy="22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"/>
              </a:lnSpc>
              <a:spcBef>
                <a:spcPct val="0"/>
              </a:spcBef>
            </a:pPr>
            <a:r>
              <a:rPr lang="en-US" sz="657" b="1" spc="8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CRAMMING</a:t>
            </a:r>
          </a:p>
        </p:txBody>
      </p:sp>
      <p:sp>
        <p:nvSpPr>
          <p:cNvPr id="283" name="Freeform 283"/>
          <p:cNvSpPr/>
          <p:nvPr/>
        </p:nvSpPr>
        <p:spPr>
          <a:xfrm rot="-3394830" flipV="1">
            <a:off x="13993967" y="5375193"/>
            <a:ext cx="95547" cy="30033"/>
          </a:xfrm>
          <a:custGeom>
            <a:avLst/>
            <a:gdLst/>
            <a:ahLst/>
            <a:cxnLst/>
            <a:rect l="l" t="t" r="r" b="b"/>
            <a:pathLst>
              <a:path w="95547" h="30033">
                <a:moveTo>
                  <a:pt x="0" y="30033"/>
                </a:moveTo>
                <a:lnTo>
                  <a:pt x="95548" y="30033"/>
                </a:lnTo>
                <a:lnTo>
                  <a:pt x="95548" y="0"/>
                </a:lnTo>
                <a:lnTo>
                  <a:pt x="0" y="0"/>
                </a:lnTo>
                <a:lnTo>
                  <a:pt x="0" y="3003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4" name="Freeform 284"/>
          <p:cNvSpPr/>
          <p:nvPr/>
        </p:nvSpPr>
        <p:spPr>
          <a:xfrm rot="-6716943">
            <a:off x="14458460" y="5376415"/>
            <a:ext cx="87771" cy="27589"/>
          </a:xfrm>
          <a:custGeom>
            <a:avLst/>
            <a:gdLst/>
            <a:ahLst/>
            <a:cxnLst/>
            <a:rect l="l" t="t" r="r" b="b"/>
            <a:pathLst>
              <a:path w="87771" h="27589">
                <a:moveTo>
                  <a:pt x="0" y="0"/>
                </a:moveTo>
                <a:lnTo>
                  <a:pt x="87771" y="0"/>
                </a:lnTo>
                <a:lnTo>
                  <a:pt x="87771" y="27589"/>
                </a:lnTo>
                <a:lnTo>
                  <a:pt x="0" y="27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5" name="Freeform 285"/>
          <p:cNvSpPr/>
          <p:nvPr/>
        </p:nvSpPr>
        <p:spPr>
          <a:xfrm rot="2699999">
            <a:off x="14067598" y="5307978"/>
            <a:ext cx="400970" cy="400970"/>
          </a:xfrm>
          <a:custGeom>
            <a:avLst/>
            <a:gdLst/>
            <a:ahLst/>
            <a:cxnLst/>
            <a:rect l="l" t="t" r="r" b="b"/>
            <a:pathLst>
              <a:path w="400970" h="400970">
                <a:moveTo>
                  <a:pt x="0" y="0"/>
                </a:moveTo>
                <a:lnTo>
                  <a:pt x="400969" y="0"/>
                </a:lnTo>
                <a:lnTo>
                  <a:pt x="400969" y="400970"/>
                </a:lnTo>
                <a:lnTo>
                  <a:pt x="0" y="400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6" name="TextBox 286"/>
          <p:cNvSpPr txBox="1"/>
          <p:nvPr/>
        </p:nvSpPr>
        <p:spPr>
          <a:xfrm>
            <a:off x="14177693" y="5636206"/>
            <a:ext cx="176095" cy="4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"/>
              </a:lnSpc>
              <a:spcBef>
                <a:spcPct val="0"/>
              </a:spcBef>
            </a:pPr>
            <a:r>
              <a:rPr lang="en-US" sz="205" b="1" spc="2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October2026</a:t>
            </a:r>
          </a:p>
        </p:txBody>
      </p:sp>
      <p:sp>
        <p:nvSpPr>
          <p:cNvPr id="287" name="Freeform 287"/>
          <p:cNvSpPr/>
          <p:nvPr/>
        </p:nvSpPr>
        <p:spPr>
          <a:xfrm rot="2699999">
            <a:off x="14115341" y="5454617"/>
            <a:ext cx="300800" cy="300800"/>
          </a:xfrm>
          <a:custGeom>
            <a:avLst/>
            <a:gdLst/>
            <a:ahLst/>
            <a:cxnLst/>
            <a:rect l="l" t="t" r="r" b="b"/>
            <a:pathLst>
              <a:path w="300800" h="300800">
                <a:moveTo>
                  <a:pt x="0" y="0"/>
                </a:moveTo>
                <a:lnTo>
                  <a:pt x="300800" y="0"/>
                </a:lnTo>
                <a:lnTo>
                  <a:pt x="300800" y="300800"/>
                </a:lnTo>
                <a:lnTo>
                  <a:pt x="0" y="300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8" name="Freeform 288"/>
          <p:cNvSpPr/>
          <p:nvPr/>
        </p:nvSpPr>
        <p:spPr>
          <a:xfrm>
            <a:off x="14205158" y="5313593"/>
            <a:ext cx="137143" cy="134400"/>
          </a:xfrm>
          <a:custGeom>
            <a:avLst/>
            <a:gdLst/>
            <a:ahLst/>
            <a:cxnLst/>
            <a:rect l="l" t="t" r="r" b="b"/>
            <a:pathLst>
              <a:path w="137143" h="134400">
                <a:moveTo>
                  <a:pt x="0" y="0"/>
                </a:moveTo>
                <a:lnTo>
                  <a:pt x="137142" y="0"/>
                </a:lnTo>
                <a:lnTo>
                  <a:pt x="137142" y="134400"/>
                </a:lnTo>
                <a:lnTo>
                  <a:pt x="0" y="134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9" name="TextBox 289"/>
          <p:cNvSpPr txBox="1"/>
          <p:nvPr/>
        </p:nvSpPr>
        <p:spPr>
          <a:xfrm>
            <a:off x="14124756" y="5531276"/>
            <a:ext cx="286653" cy="5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"/>
              </a:lnSpc>
              <a:spcBef>
                <a:spcPct val="0"/>
              </a:spcBef>
            </a:pPr>
            <a:r>
              <a:rPr lang="en-US" sz="33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REAL PASSPORT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13996812" y="5443597"/>
            <a:ext cx="135969" cy="4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"/>
              </a:lnSpc>
              <a:spcBef>
                <a:spcPct val="0"/>
              </a:spcBef>
            </a:pPr>
            <a:r>
              <a:rPr lang="en-US" sz="205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BeReal.</a:t>
            </a:r>
          </a:p>
        </p:txBody>
      </p:sp>
      <p:sp>
        <p:nvSpPr>
          <p:cNvPr id="291" name="TextBox 291"/>
          <p:cNvSpPr txBox="1"/>
          <p:nvPr/>
        </p:nvSpPr>
        <p:spPr>
          <a:xfrm>
            <a:off x="14395575" y="5443597"/>
            <a:ext cx="135969" cy="4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"/>
              </a:lnSpc>
              <a:spcBef>
                <a:spcPct val="0"/>
              </a:spcBef>
            </a:pPr>
            <a:r>
              <a:rPr lang="en-US" sz="205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Unfiltered</a:t>
            </a:r>
          </a:p>
        </p:txBody>
      </p:sp>
      <p:grpSp>
        <p:nvGrpSpPr>
          <p:cNvPr id="292" name="Group 292"/>
          <p:cNvGrpSpPr/>
          <p:nvPr/>
        </p:nvGrpSpPr>
        <p:grpSpPr>
          <a:xfrm>
            <a:off x="14975726" y="4899570"/>
            <a:ext cx="1164988" cy="1399934"/>
            <a:chOff x="0" y="0"/>
            <a:chExt cx="306828" cy="368707"/>
          </a:xfrm>
        </p:grpSpPr>
        <p:sp>
          <p:nvSpPr>
            <p:cNvPr id="293" name="Freeform 293"/>
            <p:cNvSpPr/>
            <p:nvPr/>
          </p:nvSpPr>
          <p:spPr>
            <a:xfrm>
              <a:off x="0" y="0"/>
              <a:ext cx="306828" cy="368707"/>
            </a:xfrm>
            <a:custGeom>
              <a:avLst/>
              <a:gdLst/>
              <a:ahLst/>
              <a:cxnLst/>
              <a:rect l="l" t="t" r="r" b="b"/>
              <a:pathLst>
                <a:path w="306828" h="368707">
                  <a:moveTo>
                    <a:pt x="119619" y="0"/>
                  </a:moveTo>
                  <a:lnTo>
                    <a:pt x="187209" y="0"/>
                  </a:lnTo>
                  <a:cubicBezTo>
                    <a:pt x="253273" y="0"/>
                    <a:pt x="306828" y="53555"/>
                    <a:pt x="306828" y="119619"/>
                  </a:cubicBezTo>
                  <a:lnTo>
                    <a:pt x="306828" y="249088"/>
                  </a:lnTo>
                  <a:cubicBezTo>
                    <a:pt x="306828" y="315152"/>
                    <a:pt x="253273" y="368707"/>
                    <a:pt x="187209" y="368707"/>
                  </a:cubicBezTo>
                  <a:lnTo>
                    <a:pt x="119619" y="368707"/>
                  </a:lnTo>
                  <a:cubicBezTo>
                    <a:pt x="53555" y="368707"/>
                    <a:pt x="0" y="315152"/>
                    <a:pt x="0" y="249088"/>
                  </a:cubicBezTo>
                  <a:lnTo>
                    <a:pt x="0" y="119619"/>
                  </a:lnTo>
                  <a:cubicBezTo>
                    <a:pt x="0" y="53555"/>
                    <a:pt x="53555" y="0"/>
                    <a:pt x="119619" y="0"/>
                  </a:cubicBezTo>
                  <a:close/>
                </a:path>
              </a:pathLst>
            </a:custGeom>
            <a:solidFill>
              <a:srgbClr val="48474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TextBox 294"/>
            <p:cNvSpPr txBox="1"/>
            <p:nvPr/>
          </p:nvSpPr>
          <p:spPr>
            <a:xfrm>
              <a:off x="0" y="-47625"/>
              <a:ext cx="306828" cy="416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295" name="Group 295"/>
          <p:cNvGrpSpPr/>
          <p:nvPr/>
        </p:nvGrpSpPr>
        <p:grpSpPr>
          <a:xfrm>
            <a:off x="16245489" y="4932726"/>
            <a:ext cx="1164988" cy="1366778"/>
            <a:chOff x="0" y="0"/>
            <a:chExt cx="306828" cy="359975"/>
          </a:xfrm>
        </p:grpSpPr>
        <p:sp>
          <p:nvSpPr>
            <p:cNvPr id="296" name="Freeform 296"/>
            <p:cNvSpPr/>
            <p:nvPr/>
          </p:nvSpPr>
          <p:spPr>
            <a:xfrm>
              <a:off x="0" y="0"/>
              <a:ext cx="306828" cy="359975"/>
            </a:xfrm>
            <a:custGeom>
              <a:avLst/>
              <a:gdLst/>
              <a:ahLst/>
              <a:cxnLst/>
              <a:rect l="l" t="t" r="r" b="b"/>
              <a:pathLst>
                <a:path w="306828" h="359975">
                  <a:moveTo>
                    <a:pt x="119619" y="0"/>
                  </a:moveTo>
                  <a:lnTo>
                    <a:pt x="187209" y="0"/>
                  </a:lnTo>
                  <a:cubicBezTo>
                    <a:pt x="253273" y="0"/>
                    <a:pt x="306828" y="53555"/>
                    <a:pt x="306828" y="119619"/>
                  </a:cubicBezTo>
                  <a:lnTo>
                    <a:pt x="306828" y="240356"/>
                  </a:lnTo>
                  <a:cubicBezTo>
                    <a:pt x="306828" y="306419"/>
                    <a:pt x="253273" y="359975"/>
                    <a:pt x="187209" y="359975"/>
                  </a:cubicBezTo>
                  <a:lnTo>
                    <a:pt x="119619" y="359975"/>
                  </a:lnTo>
                  <a:cubicBezTo>
                    <a:pt x="53555" y="359975"/>
                    <a:pt x="0" y="306419"/>
                    <a:pt x="0" y="240356"/>
                  </a:cubicBezTo>
                  <a:lnTo>
                    <a:pt x="0" y="119619"/>
                  </a:lnTo>
                  <a:cubicBezTo>
                    <a:pt x="0" y="53555"/>
                    <a:pt x="53555" y="0"/>
                    <a:pt x="119619" y="0"/>
                  </a:cubicBezTo>
                  <a:close/>
                </a:path>
              </a:pathLst>
            </a:custGeom>
            <a:solidFill>
              <a:srgbClr val="48474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TextBox 297"/>
            <p:cNvSpPr txBox="1"/>
            <p:nvPr/>
          </p:nvSpPr>
          <p:spPr>
            <a:xfrm>
              <a:off x="0" y="-47625"/>
              <a:ext cx="306828" cy="40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298" name="Freeform 298"/>
          <p:cNvSpPr/>
          <p:nvPr/>
        </p:nvSpPr>
        <p:spPr>
          <a:xfrm>
            <a:off x="15248321" y="5108466"/>
            <a:ext cx="619798" cy="619798"/>
          </a:xfrm>
          <a:custGeom>
            <a:avLst/>
            <a:gdLst/>
            <a:ahLst/>
            <a:cxnLst/>
            <a:rect l="l" t="t" r="r" b="b"/>
            <a:pathLst>
              <a:path w="619798" h="619798">
                <a:moveTo>
                  <a:pt x="0" y="0"/>
                </a:moveTo>
                <a:lnTo>
                  <a:pt x="619798" y="0"/>
                </a:lnTo>
                <a:lnTo>
                  <a:pt x="619798" y="619797"/>
                </a:lnTo>
                <a:lnTo>
                  <a:pt x="0" y="619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9" name="Freeform 299"/>
          <p:cNvSpPr/>
          <p:nvPr/>
        </p:nvSpPr>
        <p:spPr>
          <a:xfrm>
            <a:off x="15373066" y="5235594"/>
            <a:ext cx="386284" cy="206662"/>
          </a:xfrm>
          <a:custGeom>
            <a:avLst/>
            <a:gdLst/>
            <a:ahLst/>
            <a:cxnLst/>
            <a:rect l="l" t="t" r="r" b="b"/>
            <a:pathLst>
              <a:path w="386284" h="206662">
                <a:moveTo>
                  <a:pt x="0" y="0"/>
                </a:moveTo>
                <a:lnTo>
                  <a:pt x="386284" y="0"/>
                </a:lnTo>
                <a:lnTo>
                  <a:pt x="386284" y="206662"/>
                </a:lnTo>
                <a:lnTo>
                  <a:pt x="0" y="206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0" name="TextBox 300"/>
          <p:cNvSpPr txBox="1"/>
          <p:nvPr/>
        </p:nvSpPr>
        <p:spPr>
          <a:xfrm>
            <a:off x="15454771" y="5122911"/>
            <a:ext cx="222873" cy="13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"/>
              </a:lnSpc>
              <a:spcBef>
                <a:spcPct val="0"/>
              </a:spcBef>
            </a:pPr>
            <a:r>
              <a:rPr lang="en-US" sz="657" b="1" spc="8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HIKE</a:t>
            </a:r>
          </a:p>
        </p:txBody>
      </p:sp>
      <p:sp>
        <p:nvSpPr>
          <p:cNvPr id="301" name="Freeform 301"/>
          <p:cNvSpPr/>
          <p:nvPr/>
        </p:nvSpPr>
        <p:spPr>
          <a:xfrm rot="-3394830" flipV="1">
            <a:off x="15286446" y="5364151"/>
            <a:ext cx="95547" cy="30033"/>
          </a:xfrm>
          <a:custGeom>
            <a:avLst/>
            <a:gdLst/>
            <a:ahLst/>
            <a:cxnLst/>
            <a:rect l="l" t="t" r="r" b="b"/>
            <a:pathLst>
              <a:path w="95547" h="30033">
                <a:moveTo>
                  <a:pt x="0" y="30034"/>
                </a:moveTo>
                <a:lnTo>
                  <a:pt x="95548" y="30034"/>
                </a:lnTo>
                <a:lnTo>
                  <a:pt x="95548" y="0"/>
                </a:lnTo>
                <a:lnTo>
                  <a:pt x="0" y="0"/>
                </a:lnTo>
                <a:lnTo>
                  <a:pt x="0" y="300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2" name="Freeform 302"/>
          <p:cNvSpPr/>
          <p:nvPr/>
        </p:nvSpPr>
        <p:spPr>
          <a:xfrm rot="-6716943">
            <a:off x="15750939" y="5365373"/>
            <a:ext cx="87771" cy="27589"/>
          </a:xfrm>
          <a:custGeom>
            <a:avLst/>
            <a:gdLst/>
            <a:ahLst/>
            <a:cxnLst/>
            <a:rect l="l" t="t" r="r" b="b"/>
            <a:pathLst>
              <a:path w="87771" h="27589">
                <a:moveTo>
                  <a:pt x="0" y="0"/>
                </a:moveTo>
                <a:lnTo>
                  <a:pt x="87771" y="0"/>
                </a:lnTo>
                <a:lnTo>
                  <a:pt x="87771" y="27589"/>
                </a:lnTo>
                <a:lnTo>
                  <a:pt x="0" y="27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3" name="Freeform 303"/>
          <p:cNvSpPr/>
          <p:nvPr/>
        </p:nvSpPr>
        <p:spPr>
          <a:xfrm rot="2699999">
            <a:off x="15360076" y="5296937"/>
            <a:ext cx="400970" cy="400970"/>
          </a:xfrm>
          <a:custGeom>
            <a:avLst/>
            <a:gdLst/>
            <a:ahLst/>
            <a:cxnLst/>
            <a:rect l="l" t="t" r="r" b="b"/>
            <a:pathLst>
              <a:path w="400970" h="400970">
                <a:moveTo>
                  <a:pt x="0" y="0"/>
                </a:moveTo>
                <a:lnTo>
                  <a:pt x="400970" y="0"/>
                </a:lnTo>
                <a:lnTo>
                  <a:pt x="400970" y="400970"/>
                </a:lnTo>
                <a:lnTo>
                  <a:pt x="0" y="400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4" name="TextBox 304"/>
          <p:cNvSpPr txBox="1"/>
          <p:nvPr/>
        </p:nvSpPr>
        <p:spPr>
          <a:xfrm>
            <a:off x="15470172" y="5625165"/>
            <a:ext cx="176095" cy="4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"/>
              </a:lnSpc>
              <a:spcBef>
                <a:spcPct val="0"/>
              </a:spcBef>
            </a:pPr>
            <a:r>
              <a:rPr lang="en-US" sz="205" b="1" spc="2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October2026</a:t>
            </a:r>
          </a:p>
        </p:txBody>
      </p:sp>
      <p:sp>
        <p:nvSpPr>
          <p:cNvPr id="305" name="Freeform 305"/>
          <p:cNvSpPr/>
          <p:nvPr/>
        </p:nvSpPr>
        <p:spPr>
          <a:xfrm rot="2699999">
            <a:off x="15407820" y="5443576"/>
            <a:ext cx="300800" cy="300800"/>
          </a:xfrm>
          <a:custGeom>
            <a:avLst/>
            <a:gdLst/>
            <a:ahLst/>
            <a:cxnLst/>
            <a:rect l="l" t="t" r="r" b="b"/>
            <a:pathLst>
              <a:path w="300800" h="300800">
                <a:moveTo>
                  <a:pt x="0" y="0"/>
                </a:moveTo>
                <a:lnTo>
                  <a:pt x="300800" y="0"/>
                </a:lnTo>
                <a:lnTo>
                  <a:pt x="300800" y="300800"/>
                </a:lnTo>
                <a:lnTo>
                  <a:pt x="0" y="300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6" name="TextBox 306"/>
          <p:cNvSpPr txBox="1"/>
          <p:nvPr/>
        </p:nvSpPr>
        <p:spPr>
          <a:xfrm>
            <a:off x="15417235" y="5520235"/>
            <a:ext cx="286653" cy="5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"/>
              </a:lnSpc>
              <a:spcBef>
                <a:spcPct val="0"/>
              </a:spcBef>
            </a:pPr>
            <a:r>
              <a:rPr lang="en-US" sz="33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REAL PASSPORT</a:t>
            </a:r>
          </a:p>
        </p:txBody>
      </p:sp>
      <p:sp>
        <p:nvSpPr>
          <p:cNvPr id="307" name="TextBox 307"/>
          <p:cNvSpPr txBox="1"/>
          <p:nvPr/>
        </p:nvSpPr>
        <p:spPr>
          <a:xfrm>
            <a:off x="15289291" y="5432556"/>
            <a:ext cx="135969" cy="4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"/>
              </a:lnSpc>
              <a:spcBef>
                <a:spcPct val="0"/>
              </a:spcBef>
            </a:pPr>
            <a:r>
              <a:rPr lang="en-US" sz="205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BeReal.</a:t>
            </a:r>
          </a:p>
        </p:txBody>
      </p:sp>
      <p:sp>
        <p:nvSpPr>
          <p:cNvPr id="308" name="TextBox 308"/>
          <p:cNvSpPr txBox="1"/>
          <p:nvPr/>
        </p:nvSpPr>
        <p:spPr>
          <a:xfrm>
            <a:off x="15688054" y="5432556"/>
            <a:ext cx="135969" cy="4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"/>
              </a:lnSpc>
              <a:spcBef>
                <a:spcPct val="0"/>
              </a:spcBef>
            </a:pPr>
            <a:r>
              <a:rPr lang="en-US" sz="205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Unfiltered</a:t>
            </a:r>
          </a:p>
        </p:txBody>
      </p:sp>
      <p:sp>
        <p:nvSpPr>
          <p:cNvPr id="309" name="Freeform 309"/>
          <p:cNvSpPr/>
          <p:nvPr/>
        </p:nvSpPr>
        <p:spPr>
          <a:xfrm>
            <a:off x="15460756" y="5315715"/>
            <a:ext cx="194927" cy="119880"/>
          </a:xfrm>
          <a:custGeom>
            <a:avLst/>
            <a:gdLst/>
            <a:ahLst/>
            <a:cxnLst/>
            <a:rect l="l" t="t" r="r" b="b"/>
            <a:pathLst>
              <a:path w="194927" h="119880">
                <a:moveTo>
                  <a:pt x="0" y="0"/>
                </a:moveTo>
                <a:lnTo>
                  <a:pt x="194928" y="0"/>
                </a:lnTo>
                <a:lnTo>
                  <a:pt x="194928" y="119881"/>
                </a:lnTo>
                <a:lnTo>
                  <a:pt x="0" y="119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0" name="Group 310"/>
          <p:cNvGrpSpPr/>
          <p:nvPr/>
        </p:nvGrpSpPr>
        <p:grpSpPr>
          <a:xfrm>
            <a:off x="16268205" y="6451904"/>
            <a:ext cx="1164988" cy="1366778"/>
            <a:chOff x="0" y="0"/>
            <a:chExt cx="306828" cy="359975"/>
          </a:xfrm>
        </p:grpSpPr>
        <p:sp>
          <p:nvSpPr>
            <p:cNvPr id="311" name="Freeform 311"/>
            <p:cNvSpPr/>
            <p:nvPr/>
          </p:nvSpPr>
          <p:spPr>
            <a:xfrm>
              <a:off x="0" y="0"/>
              <a:ext cx="306828" cy="359975"/>
            </a:xfrm>
            <a:custGeom>
              <a:avLst/>
              <a:gdLst/>
              <a:ahLst/>
              <a:cxnLst/>
              <a:rect l="l" t="t" r="r" b="b"/>
              <a:pathLst>
                <a:path w="306828" h="359975">
                  <a:moveTo>
                    <a:pt x="119619" y="0"/>
                  </a:moveTo>
                  <a:lnTo>
                    <a:pt x="187209" y="0"/>
                  </a:lnTo>
                  <a:cubicBezTo>
                    <a:pt x="253273" y="0"/>
                    <a:pt x="306828" y="53555"/>
                    <a:pt x="306828" y="119619"/>
                  </a:cubicBezTo>
                  <a:lnTo>
                    <a:pt x="306828" y="240356"/>
                  </a:lnTo>
                  <a:cubicBezTo>
                    <a:pt x="306828" y="306419"/>
                    <a:pt x="253273" y="359975"/>
                    <a:pt x="187209" y="359975"/>
                  </a:cubicBezTo>
                  <a:lnTo>
                    <a:pt x="119619" y="359975"/>
                  </a:lnTo>
                  <a:cubicBezTo>
                    <a:pt x="53555" y="359975"/>
                    <a:pt x="0" y="306419"/>
                    <a:pt x="0" y="240356"/>
                  </a:cubicBezTo>
                  <a:lnTo>
                    <a:pt x="0" y="119619"/>
                  </a:lnTo>
                  <a:cubicBezTo>
                    <a:pt x="0" y="53555"/>
                    <a:pt x="53555" y="0"/>
                    <a:pt x="119619" y="0"/>
                  </a:cubicBezTo>
                  <a:close/>
                </a:path>
              </a:pathLst>
            </a:custGeom>
            <a:solidFill>
              <a:srgbClr val="48474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TextBox 312"/>
            <p:cNvSpPr txBox="1"/>
            <p:nvPr/>
          </p:nvSpPr>
          <p:spPr>
            <a:xfrm>
              <a:off x="0" y="-47625"/>
              <a:ext cx="306828" cy="40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313" name="Group 313"/>
          <p:cNvGrpSpPr/>
          <p:nvPr/>
        </p:nvGrpSpPr>
        <p:grpSpPr>
          <a:xfrm>
            <a:off x="14975726" y="6451904"/>
            <a:ext cx="1164988" cy="1366778"/>
            <a:chOff x="0" y="0"/>
            <a:chExt cx="306828" cy="359975"/>
          </a:xfrm>
        </p:grpSpPr>
        <p:sp>
          <p:nvSpPr>
            <p:cNvPr id="314" name="Freeform 314"/>
            <p:cNvSpPr/>
            <p:nvPr/>
          </p:nvSpPr>
          <p:spPr>
            <a:xfrm>
              <a:off x="0" y="0"/>
              <a:ext cx="306828" cy="359975"/>
            </a:xfrm>
            <a:custGeom>
              <a:avLst/>
              <a:gdLst/>
              <a:ahLst/>
              <a:cxnLst/>
              <a:rect l="l" t="t" r="r" b="b"/>
              <a:pathLst>
                <a:path w="306828" h="359975">
                  <a:moveTo>
                    <a:pt x="119619" y="0"/>
                  </a:moveTo>
                  <a:lnTo>
                    <a:pt x="187209" y="0"/>
                  </a:lnTo>
                  <a:cubicBezTo>
                    <a:pt x="253273" y="0"/>
                    <a:pt x="306828" y="53555"/>
                    <a:pt x="306828" y="119619"/>
                  </a:cubicBezTo>
                  <a:lnTo>
                    <a:pt x="306828" y="240356"/>
                  </a:lnTo>
                  <a:cubicBezTo>
                    <a:pt x="306828" y="306419"/>
                    <a:pt x="253273" y="359975"/>
                    <a:pt x="187209" y="359975"/>
                  </a:cubicBezTo>
                  <a:lnTo>
                    <a:pt x="119619" y="359975"/>
                  </a:lnTo>
                  <a:cubicBezTo>
                    <a:pt x="53555" y="359975"/>
                    <a:pt x="0" y="306419"/>
                    <a:pt x="0" y="240356"/>
                  </a:cubicBezTo>
                  <a:lnTo>
                    <a:pt x="0" y="119619"/>
                  </a:lnTo>
                  <a:cubicBezTo>
                    <a:pt x="0" y="53555"/>
                    <a:pt x="53555" y="0"/>
                    <a:pt x="119619" y="0"/>
                  </a:cubicBezTo>
                  <a:close/>
                </a:path>
              </a:pathLst>
            </a:custGeom>
            <a:solidFill>
              <a:srgbClr val="48474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TextBox 315"/>
            <p:cNvSpPr txBox="1"/>
            <p:nvPr/>
          </p:nvSpPr>
          <p:spPr>
            <a:xfrm>
              <a:off x="0" y="-47625"/>
              <a:ext cx="306828" cy="40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316" name="Group 316"/>
          <p:cNvGrpSpPr/>
          <p:nvPr/>
        </p:nvGrpSpPr>
        <p:grpSpPr>
          <a:xfrm>
            <a:off x="13683247" y="6451904"/>
            <a:ext cx="1164988" cy="1366778"/>
            <a:chOff x="0" y="0"/>
            <a:chExt cx="306828" cy="359975"/>
          </a:xfrm>
        </p:grpSpPr>
        <p:sp>
          <p:nvSpPr>
            <p:cNvPr id="317" name="Freeform 317"/>
            <p:cNvSpPr/>
            <p:nvPr/>
          </p:nvSpPr>
          <p:spPr>
            <a:xfrm>
              <a:off x="0" y="0"/>
              <a:ext cx="306828" cy="359975"/>
            </a:xfrm>
            <a:custGeom>
              <a:avLst/>
              <a:gdLst/>
              <a:ahLst/>
              <a:cxnLst/>
              <a:rect l="l" t="t" r="r" b="b"/>
              <a:pathLst>
                <a:path w="306828" h="359975">
                  <a:moveTo>
                    <a:pt x="119619" y="0"/>
                  </a:moveTo>
                  <a:lnTo>
                    <a:pt x="187209" y="0"/>
                  </a:lnTo>
                  <a:cubicBezTo>
                    <a:pt x="253273" y="0"/>
                    <a:pt x="306828" y="53555"/>
                    <a:pt x="306828" y="119619"/>
                  </a:cubicBezTo>
                  <a:lnTo>
                    <a:pt x="306828" y="240356"/>
                  </a:lnTo>
                  <a:cubicBezTo>
                    <a:pt x="306828" y="306419"/>
                    <a:pt x="253273" y="359975"/>
                    <a:pt x="187209" y="359975"/>
                  </a:cubicBezTo>
                  <a:lnTo>
                    <a:pt x="119619" y="359975"/>
                  </a:lnTo>
                  <a:cubicBezTo>
                    <a:pt x="53555" y="359975"/>
                    <a:pt x="0" y="306419"/>
                    <a:pt x="0" y="240356"/>
                  </a:cubicBezTo>
                  <a:lnTo>
                    <a:pt x="0" y="119619"/>
                  </a:lnTo>
                  <a:cubicBezTo>
                    <a:pt x="0" y="53555"/>
                    <a:pt x="53555" y="0"/>
                    <a:pt x="119619" y="0"/>
                  </a:cubicBezTo>
                  <a:close/>
                </a:path>
              </a:pathLst>
            </a:custGeom>
            <a:solidFill>
              <a:srgbClr val="48474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TextBox 318"/>
            <p:cNvSpPr txBox="1"/>
            <p:nvPr/>
          </p:nvSpPr>
          <p:spPr>
            <a:xfrm>
              <a:off x="0" y="-47625"/>
              <a:ext cx="306828" cy="40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319" name="Freeform 319"/>
          <p:cNvSpPr/>
          <p:nvPr/>
        </p:nvSpPr>
        <p:spPr>
          <a:xfrm>
            <a:off x="16527886" y="5130548"/>
            <a:ext cx="600195" cy="600195"/>
          </a:xfrm>
          <a:custGeom>
            <a:avLst/>
            <a:gdLst/>
            <a:ahLst/>
            <a:cxnLst/>
            <a:rect l="l" t="t" r="r" b="b"/>
            <a:pathLst>
              <a:path w="600195" h="600195">
                <a:moveTo>
                  <a:pt x="0" y="0"/>
                </a:moveTo>
                <a:lnTo>
                  <a:pt x="600194" y="0"/>
                </a:lnTo>
                <a:lnTo>
                  <a:pt x="600194" y="600195"/>
                </a:lnTo>
                <a:lnTo>
                  <a:pt x="0" y="600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0" name="Freeform 320"/>
          <p:cNvSpPr/>
          <p:nvPr/>
        </p:nvSpPr>
        <p:spPr>
          <a:xfrm>
            <a:off x="16648685" y="5253656"/>
            <a:ext cx="374067" cy="200126"/>
          </a:xfrm>
          <a:custGeom>
            <a:avLst/>
            <a:gdLst/>
            <a:ahLst/>
            <a:cxnLst/>
            <a:rect l="l" t="t" r="r" b="b"/>
            <a:pathLst>
              <a:path w="374067" h="200126">
                <a:moveTo>
                  <a:pt x="0" y="0"/>
                </a:moveTo>
                <a:lnTo>
                  <a:pt x="374067" y="0"/>
                </a:lnTo>
                <a:lnTo>
                  <a:pt x="374067" y="200126"/>
                </a:lnTo>
                <a:lnTo>
                  <a:pt x="0" y="20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1" name="TextBox 321"/>
          <p:cNvSpPr txBox="1"/>
          <p:nvPr/>
        </p:nvSpPr>
        <p:spPr>
          <a:xfrm>
            <a:off x="16667014" y="5143934"/>
            <a:ext cx="337409" cy="1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"/>
              </a:lnSpc>
              <a:spcBef>
                <a:spcPct val="0"/>
              </a:spcBef>
            </a:pPr>
            <a:r>
              <a:rPr lang="en-US" sz="636" b="1" spc="8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COFFEE</a:t>
            </a:r>
          </a:p>
        </p:txBody>
      </p:sp>
      <p:sp>
        <p:nvSpPr>
          <p:cNvPr id="322" name="Freeform 322"/>
          <p:cNvSpPr/>
          <p:nvPr/>
        </p:nvSpPr>
        <p:spPr>
          <a:xfrm rot="-3394830" flipV="1">
            <a:off x="16564805" y="5378147"/>
            <a:ext cx="92525" cy="29083"/>
          </a:xfrm>
          <a:custGeom>
            <a:avLst/>
            <a:gdLst/>
            <a:ahLst/>
            <a:cxnLst/>
            <a:rect l="l" t="t" r="r" b="b"/>
            <a:pathLst>
              <a:path w="92525" h="29083">
                <a:moveTo>
                  <a:pt x="0" y="29084"/>
                </a:moveTo>
                <a:lnTo>
                  <a:pt x="92525" y="29084"/>
                </a:lnTo>
                <a:lnTo>
                  <a:pt x="92525" y="0"/>
                </a:lnTo>
                <a:lnTo>
                  <a:pt x="0" y="0"/>
                </a:lnTo>
                <a:lnTo>
                  <a:pt x="0" y="290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3" name="Freeform 323"/>
          <p:cNvSpPr/>
          <p:nvPr/>
        </p:nvSpPr>
        <p:spPr>
          <a:xfrm rot="-6716943">
            <a:off x="17014607" y="5379331"/>
            <a:ext cx="84995" cy="26717"/>
          </a:xfrm>
          <a:custGeom>
            <a:avLst/>
            <a:gdLst/>
            <a:ahLst/>
            <a:cxnLst/>
            <a:rect l="l" t="t" r="r" b="b"/>
            <a:pathLst>
              <a:path w="84995" h="26717">
                <a:moveTo>
                  <a:pt x="0" y="0"/>
                </a:moveTo>
                <a:lnTo>
                  <a:pt x="84995" y="0"/>
                </a:lnTo>
                <a:lnTo>
                  <a:pt x="84995" y="26716"/>
                </a:lnTo>
                <a:lnTo>
                  <a:pt x="0" y="26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4" name="Freeform 324"/>
          <p:cNvSpPr/>
          <p:nvPr/>
        </p:nvSpPr>
        <p:spPr>
          <a:xfrm rot="2699999">
            <a:off x="16636106" y="5313059"/>
            <a:ext cx="388288" cy="388288"/>
          </a:xfrm>
          <a:custGeom>
            <a:avLst/>
            <a:gdLst/>
            <a:ahLst/>
            <a:cxnLst/>
            <a:rect l="l" t="t" r="r" b="b"/>
            <a:pathLst>
              <a:path w="388288" h="388288">
                <a:moveTo>
                  <a:pt x="0" y="0"/>
                </a:moveTo>
                <a:lnTo>
                  <a:pt x="388288" y="0"/>
                </a:lnTo>
                <a:lnTo>
                  <a:pt x="388288" y="388288"/>
                </a:lnTo>
                <a:lnTo>
                  <a:pt x="0" y="38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5" name="TextBox 325"/>
          <p:cNvSpPr txBox="1"/>
          <p:nvPr/>
        </p:nvSpPr>
        <p:spPr>
          <a:xfrm>
            <a:off x="16742720" y="5630604"/>
            <a:ext cx="170526" cy="3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"/>
              </a:lnSpc>
              <a:spcBef>
                <a:spcPct val="0"/>
              </a:spcBef>
            </a:pPr>
            <a:r>
              <a:rPr lang="en-US" sz="198" b="1" spc="2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October2026</a:t>
            </a:r>
          </a:p>
        </p:txBody>
      </p:sp>
      <p:sp>
        <p:nvSpPr>
          <p:cNvPr id="326" name="Freeform 326"/>
          <p:cNvSpPr/>
          <p:nvPr/>
        </p:nvSpPr>
        <p:spPr>
          <a:xfrm rot="2699999">
            <a:off x="16682340" y="5455059"/>
            <a:ext cx="291287" cy="291287"/>
          </a:xfrm>
          <a:custGeom>
            <a:avLst/>
            <a:gdLst/>
            <a:ahLst/>
            <a:cxnLst/>
            <a:rect l="l" t="t" r="r" b="b"/>
            <a:pathLst>
              <a:path w="291287" h="291287">
                <a:moveTo>
                  <a:pt x="0" y="0"/>
                </a:moveTo>
                <a:lnTo>
                  <a:pt x="291286" y="0"/>
                </a:lnTo>
                <a:lnTo>
                  <a:pt x="291286" y="291287"/>
                </a:lnTo>
                <a:lnTo>
                  <a:pt x="0" y="291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7" name="TextBox 327"/>
          <p:cNvSpPr txBox="1"/>
          <p:nvPr/>
        </p:nvSpPr>
        <p:spPr>
          <a:xfrm>
            <a:off x="16691457" y="5528993"/>
            <a:ext cx="277587" cy="5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"/>
              </a:lnSpc>
              <a:spcBef>
                <a:spcPct val="0"/>
              </a:spcBef>
            </a:pPr>
            <a:r>
              <a:rPr lang="en-US" sz="32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REAL PASSPORT</a:t>
            </a:r>
          </a:p>
        </p:txBody>
      </p:sp>
      <p:sp>
        <p:nvSpPr>
          <p:cNvPr id="328" name="TextBox 328"/>
          <p:cNvSpPr txBox="1"/>
          <p:nvPr/>
        </p:nvSpPr>
        <p:spPr>
          <a:xfrm>
            <a:off x="16567560" y="5444087"/>
            <a:ext cx="131669" cy="3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"/>
              </a:lnSpc>
              <a:spcBef>
                <a:spcPct val="0"/>
              </a:spcBef>
            </a:pPr>
            <a:r>
              <a:rPr lang="en-US" sz="198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BeReal.</a:t>
            </a:r>
          </a:p>
        </p:txBody>
      </p:sp>
      <p:sp>
        <p:nvSpPr>
          <p:cNvPr id="329" name="TextBox 329"/>
          <p:cNvSpPr txBox="1"/>
          <p:nvPr/>
        </p:nvSpPr>
        <p:spPr>
          <a:xfrm>
            <a:off x="16953710" y="5444087"/>
            <a:ext cx="131669" cy="3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"/>
              </a:lnSpc>
              <a:spcBef>
                <a:spcPct val="0"/>
              </a:spcBef>
            </a:pPr>
            <a:r>
              <a:rPr lang="en-US" sz="198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Unfiltered</a:t>
            </a:r>
          </a:p>
        </p:txBody>
      </p:sp>
      <p:sp>
        <p:nvSpPr>
          <p:cNvPr id="330" name="Freeform 330"/>
          <p:cNvSpPr/>
          <p:nvPr/>
        </p:nvSpPr>
        <p:spPr>
          <a:xfrm>
            <a:off x="16772324" y="5342114"/>
            <a:ext cx="111318" cy="126497"/>
          </a:xfrm>
          <a:custGeom>
            <a:avLst/>
            <a:gdLst/>
            <a:ahLst/>
            <a:cxnLst/>
            <a:rect l="l" t="t" r="r" b="b"/>
            <a:pathLst>
              <a:path w="111318" h="126497">
                <a:moveTo>
                  <a:pt x="0" y="0"/>
                </a:moveTo>
                <a:lnTo>
                  <a:pt x="111318" y="0"/>
                </a:lnTo>
                <a:lnTo>
                  <a:pt x="111318" y="126497"/>
                </a:lnTo>
                <a:lnTo>
                  <a:pt x="0" y="126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1" name="Freeform 331"/>
          <p:cNvSpPr/>
          <p:nvPr/>
        </p:nvSpPr>
        <p:spPr>
          <a:xfrm>
            <a:off x="13990397" y="6674845"/>
            <a:ext cx="571232" cy="571232"/>
          </a:xfrm>
          <a:custGeom>
            <a:avLst/>
            <a:gdLst/>
            <a:ahLst/>
            <a:cxnLst/>
            <a:rect l="l" t="t" r="r" b="b"/>
            <a:pathLst>
              <a:path w="571232" h="571232">
                <a:moveTo>
                  <a:pt x="0" y="0"/>
                </a:moveTo>
                <a:lnTo>
                  <a:pt x="571232" y="0"/>
                </a:lnTo>
                <a:lnTo>
                  <a:pt x="571232" y="571233"/>
                </a:lnTo>
                <a:lnTo>
                  <a:pt x="0" y="5712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2" name="Freeform 332"/>
          <p:cNvSpPr/>
          <p:nvPr/>
        </p:nvSpPr>
        <p:spPr>
          <a:xfrm>
            <a:off x="14105367" y="6792013"/>
            <a:ext cx="356016" cy="190469"/>
          </a:xfrm>
          <a:custGeom>
            <a:avLst/>
            <a:gdLst/>
            <a:ahLst/>
            <a:cxnLst/>
            <a:rect l="l" t="t" r="r" b="b"/>
            <a:pathLst>
              <a:path w="356016" h="190469">
                <a:moveTo>
                  <a:pt x="0" y="0"/>
                </a:moveTo>
                <a:lnTo>
                  <a:pt x="356016" y="0"/>
                </a:lnTo>
                <a:lnTo>
                  <a:pt x="356016" y="190468"/>
                </a:lnTo>
                <a:lnTo>
                  <a:pt x="0" y="190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3" name="Freeform 333"/>
          <p:cNvSpPr/>
          <p:nvPr/>
        </p:nvSpPr>
        <p:spPr>
          <a:xfrm>
            <a:off x="14208443" y="6840212"/>
            <a:ext cx="158367" cy="172138"/>
          </a:xfrm>
          <a:custGeom>
            <a:avLst/>
            <a:gdLst/>
            <a:ahLst/>
            <a:cxnLst/>
            <a:rect l="l" t="t" r="r" b="b"/>
            <a:pathLst>
              <a:path w="158367" h="172138">
                <a:moveTo>
                  <a:pt x="0" y="0"/>
                </a:moveTo>
                <a:lnTo>
                  <a:pt x="158367" y="0"/>
                </a:lnTo>
                <a:lnTo>
                  <a:pt x="158367" y="172138"/>
                </a:lnTo>
                <a:lnTo>
                  <a:pt x="0" y="172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4" name="TextBox 334"/>
          <p:cNvSpPr txBox="1"/>
          <p:nvPr/>
        </p:nvSpPr>
        <p:spPr>
          <a:xfrm>
            <a:off x="14084043" y="6686666"/>
            <a:ext cx="398663" cy="17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"/>
              </a:lnSpc>
              <a:spcBef>
                <a:spcPct val="0"/>
              </a:spcBef>
            </a:pPr>
            <a:r>
              <a:rPr lang="en-US" sz="605" b="1" spc="8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HAUNTED</a:t>
            </a:r>
          </a:p>
        </p:txBody>
      </p:sp>
      <p:sp>
        <p:nvSpPr>
          <p:cNvPr id="335" name="Freeform 335"/>
          <p:cNvSpPr/>
          <p:nvPr/>
        </p:nvSpPr>
        <p:spPr>
          <a:xfrm rot="-3394830" flipV="1">
            <a:off x="14026508" y="6882251"/>
            <a:ext cx="115071" cy="36170"/>
          </a:xfrm>
          <a:custGeom>
            <a:avLst/>
            <a:gdLst/>
            <a:ahLst/>
            <a:cxnLst/>
            <a:rect l="l" t="t" r="r" b="b"/>
            <a:pathLst>
              <a:path w="115071" h="36170">
                <a:moveTo>
                  <a:pt x="0" y="36171"/>
                </a:moveTo>
                <a:lnTo>
                  <a:pt x="115071" y="36171"/>
                </a:lnTo>
                <a:lnTo>
                  <a:pt x="115071" y="0"/>
                </a:lnTo>
                <a:lnTo>
                  <a:pt x="0" y="0"/>
                </a:lnTo>
                <a:lnTo>
                  <a:pt x="0" y="3617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6" name="Freeform 336"/>
          <p:cNvSpPr/>
          <p:nvPr/>
        </p:nvSpPr>
        <p:spPr>
          <a:xfrm rot="-6716943">
            <a:off x="14425171" y="6882251"/>
            <a:ext cx="115071" cy="36170"/>
          </a:xfrm>
          <a:custGeom>
            <a:avLst/>
            <a:gdLst/>
            <a:ahLst/>
            <a:cxnLst/>
            <a:rect l="l" t="t" r="r" b="b"/>
            <a:pathLst>
              <a:path w="115071" h="36170">
                <a:moveTo>
                  <a:pt x="0" y="0"/>
                </a:moveTo>
                <a:lnTo>
                  <a:pt x="115071" y="0"/>
                </a:lnTo>
                <a:lnTo>
                  <a:pt x="115071" y="36171"/>
                </a:lnTo>
                <a:lnTo>
                  <a:pt x="0" y="361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1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7" name="Freeform 337"/>
          <p:cNvSpPr/>
          <p:nvPr/>
        </p:nvSpPr>
        <p:spPr>
          <a:xfrm rot="2699999">
            <a:off x="14093395" y="6855748"/>
            <a:ext cx="369551" cy="369551"/>
          </a:xfrm>
          <a:custGeom>
            <a:avLst/>
            <a:gdLst/>
            <a:ahLst/>
            <a:cxnLst/>
            <a:rect l="l" t="t" r="r" b="b"/>
            <a:pathLst>
              <a:path w="369551" h="369551">
                <a:moveTo>
                  <a:pt x="0" y="0"/>
                </a:moveTo>
                <a:lnTo>
                  <a:pt x="369551" y="0"/>
                </a:lnTo>
                <a:lnTo>
                  <a:pt x="369551" y="369551"/>
                </a:lnTo>
                <a:lnTo>
                  <a:pt x="0" y="369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8" name="TextBox 338"/>
          <p:cNvSpPr txBox="1"/>
          <p:nvPr/>
        </p:nvSpPr>
        <p:spPr>
          <a:xfrm>
            <a:off x="14194864" y="7150312"/>
            <a:ext cx="162297" cy="3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"/>
              </a:lnSpc>
              <a:spcBef>
                <a:spcPct val="0"/>
              </a:spcBef>
            </a:pPr>
            <a:r>
              <a:rPr lang="en-US" sz="188" b="1" spc="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October2026</a:t>
            </a:r>
          </a:p>
        </p:txBody>
      </p:sp>
      <p:sp>
        <p:nvSpPr>
          <p:cNvPr id="339" name="Freeform 339"/>
          <p:cNvSpPr/>
          <p:nvPr/>
        </p:nvSpPr>
        <p:spPr>
          <a:xfrm rot="2699999">
            <a:off x="14137397" y="6983697"/>
            <a:ext cx="277231" cy="277231"/>
          </a:xfrm>
          <a:custGeom>
            <a:avLst/>
            <a:gdLst/>
            <a:ahLst/>
            <a:cxnLst/>
            <a:rect l="l" t="t" r="r" b="b"/>
            <a:pathLst>
              <a:path w="277231" h="277231">
                <a:moveTo>
                  <a:pt x="0" y="0"/>
                </a:moveTo>
                <a:lnTo>
                  <a:pt x="277231" y="0"/>
                </a:lnTo>
                <a:lnTo>
                  <a:pt x="277231" y="277231"/>
                </a:lnTo>
                <a:lnTo>
                  <a:pt x="0" y="277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0" name="TextBox 340"/>
          <p:cNvSpPr txBox="1"/>
          <p:nvPr/>
        </p:nvSpPr>
        <p:spPr>
          <a:xfrm>
            <a:off x="14146075" y="7053603"/>
            <a:ext cx="264192" cy="5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"/>
              </a:lnSpc>
              <a:spcBef>
                <a:spcPct val="0"/>
              </a:spcBef>
            </a:pPr>
            <a:r>
              <a:rPr lang="en-US" sz="30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REAL PASSPORT</a:t>
            </a:r>
          </a:p>
        </p:txBody>
      </p:sp>
      <p:sp>
        <p:nvSpPr>
          <p:cNvPr id="341" name="TextBox 341"/>
          <p:cNvSpPr txBox="1"/>
          <p:nvPr/>
        </p:nvSpPr>
        <p:spPr>
          <a:xfrm>
            <a:off x="14028156" y="6972794"/>
            <a:ext cx="125315" cy="3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"/>
              </a:lnSpc>
              <a:spcBef>
                <a:spcPct val="0"/>
              </a:spcBef>
            </a:pPr>
            <a:r>
              <a:rPr lang="en-US" sz="188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BeReal.</a:t>
            </a:r>
          </a:p>
        </p:txBody>
      </p:sp>
      <p:sp>
        <p:nvSpPr>
          <p:cNvPr id="342" name="TextBox 342"/>
          <p:cNvSpPr txBox="1"/>
          <p:nvPr/>
        </p:nvSpPr>
        <p:spPr>
          <a:xfrm>
            <a:off x="14395673" y="6972794"/>
            <a:ext cx="125315" cy="3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"/>
              </a:lnSpc>
              <a:spcBef>
                <a:spcPct val="0"/>
              </a:spcBef>
            </a:pPr>
            <a:r>
              <a:rPr lang="en-US" sz="188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Unfiltered</a:t>
            </a:r>
          </a:p>
        </p:txBody>
      </p:sp>
      <p:sp>
        <p:nvSpPr>
          <p:cNvPr id="343" name="Freeform 343"/>
          <p:cNvSpPr/>
          <p:nvPr/>
        </p:nvSpPr>
        <p:spPr>
          <a:xfrm>
            <a:off x="15102924" y="6613829"/>
            <a:ext cx="116905" cy="157980"/>
          </a:xfrm>
          <a:custGeom>
            <a:avLst/>
            <a:gdLst/>
            <a:ahLst/>
            <a:cxnLst/>
            <a:rect l="l" t="t" r="r" b="b"/>
            <a:pathLst>
              <a:path w="116905" h="157980">
                <a:moveTo>
                  <a:pt x="0" y="0"/>
                </a:moveTo>
                <a:lnTo>
                  <a:pt x="116905" y="0"/>
                </a:lnTo>
                <a:lnTo>
                  <a:pt x="116905" y="157980"/>
                </a:lnTo>
                <a:lnTo>
                  <a:pt x="0" y="157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4" name="Freeform 344"/>
          <p:cNvSpPr/>
          <p:nvPr/>
        </p:nvSpPr>
        <p:spPr>
          <a:xfrm>
            <a:off x="16397889" y="6595855"/>
            <a:ext cx="116905" cy="157980"/>
          </a:xfrm>
          <a:custGeom>
            <a:avLst/>
            <a:gdLst/>
            <a:ahLst/>
            <a:cxnLst/>
            <a:rect l="l" t="t" r="r" b="b"/>
            <a:pathLst>
              <a:path w="116905" h="157980">
                <a:moveTo>
                  <a:pt x="0" y="0"/>
                </a:moveTo>
                <a:lnTo>
                  <a:pt x="116905" y="0"/>
                </a:lnTo>
                <a:lnTo>
                  <a:pt x="116905" y="157980"/>
                </a:lnTo>
                <a:lnTo>
                  <a:pt x="0" y="157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5" name="Group 345"/>
          <p:cNvGrpSpPr/>
          <p:nvPr/>
        </p:nvGrpSpPr>
        <p:grpSpPr>
          <a:xfrm>
            <a:off x="13875434" y="7423119"/>
            <a:ext cx="815881" cy="188337"/>
            <a:chOff x="0" y="0"/>
            <a:chExt cx="1523988" cy="351796"/>
          </a:xfrm>
        </p:grpSpPr>
        <p:sp>
          <p:nvSpPr>
            <p:cNvPr id="346" name="Freeform 346"/>
            <p:cNvSpPr/>
            <p:nvPr/>
          </p:nvSpPr>
          <p:spPr>
            <a:xfrm>
              <a:off x="0" y="0"/>
              <a:ext cx="1523988" cy="351796"/>
            </a:xfrm>
            <a:custGeom>
              <a:avLst/>
              <a:gdLst/>
              <a:ahLst/>
              <a:cxnLst/>
              <a:rect l="l" t="t" r="r" b="b"/>
              <a:pathLst>
                <a:path w="1523988" h="351796">
                  <a:moveTo>
                    <a:pt x="0" y="0"/>
                  </a:moveTo>
                  <a:lnTo>
                    <a:pt x="1523988" y="0"/>
                  </a:lnTo>
                  <a:lnTo>
                    <a:pt x="1523988" y="351796"/>
                  </a:lnTo>
                  <a:lnTo>
                    <a:pt x="0" y="3517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6642" r="-1160009" b="-1210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TextBox 347"/>
            <p:cNvSpPr txBox="1"/>
            <p:nvPr/>
          </p:nvSpPr>
          <p:spPr>
            <a:xfrm>
              <a:off x="0" y="0"/>
              <a:ext cx="1523988" cy="3517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3"/>
                </a:lnSpc>
              </a:pPr>
              <a:r>
                <a:rPr lang="en-US" sz="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Post yet! Be the first..</a:t>
              </a:r>
            </a:p>
          </p:txBody>
        </p:sp>
      </p:grpSp>
      <p:sp>
        <p:nvSpPr>
          <p:cNvPr id="348" name="Freeform 348"/>
          <p:cNvSpPr/>
          <p:nvPr/>
        </p:nvSpPr>
        <p:spPr>
          <a:xfrm>
            <a:off x="15323004" y="6673350"/>
            <a:ext cx="572560" cy="572560"/>
          </a:xfrm>
          <a:custGeom>
            <a:avLst/>
            <a:gdLst/>
            <a:ahLst/>
            <a:cxnLst/>
            <a:rect l="l" t="t" r="r" b="b"/>
            <a:pathLst>
              <a:path w="572560" h="572560">
                <a:moveTo>
                  <a:pt x="0" y="0"/>
                </a:moveTo>
                <a:lnTo>
                  <a:pt x="572560" y="0"/>
                </a:lnTo>
                <a:lnTo>
                  <a:pt x="572560" y="572560"/>
                </a:lnTo>
                <a:lnTo>
                  <a:pt x="0" y="572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9" name="Freeform 349"/>
          <p:cNvSpPr/>
          <p:nvPr/>
        </p:nvSpPr>
        <p:spPr>
          <a:xfrm>
            <a:off x="15438242" y="6790789"/>
            <a:ext cx="356843" cy="190911"/>
          </a:xfrm>
          <a:custGeom>
            <a:avLst/>
            <a:gdLst/>
            <a:ahLst/>
            <a:cxnLst/>
            <a:rect l="l" t="t" r="r" b="b"/>
            <a:pathLst>
              <a:path w="356843" h="190911">
                <a:moveTo>
                  <a:pt x="0" y="0"/>
                </a:moveTo>
                <a:lnTo>
                  <a:pt x="356843" y="0"/>
                </a:lnTo>
                <a:lnTo>
                  <a:pt x="356843" y="190912"/>
                </a:lnTo>
                <a:lnTo>
                  <a:pt x="0" y="190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0" name="TextBox 350"/>
          <p:cNvSpPr txBox="1"/>
          <p:nvPr/>
        </p:nvSpPr>
        <p:spPr>
          <a:xfrm>
            <a:off x="15381807" y="6685242"/>
            <a:ext cx="469712" cy="21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"/>
              </a:lnSpc>
              <a:spcBef>
                <a:spcPct val="0"/>
              </a:spcBef>
            </a:pPr>
            <a:r>
              <a:rPr lang="en-US" sz="607" b="1" spc="8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LITTLE WINS</a:t>
            </a:r>
          </a:p>
        </p:txBody>
      </p:sp>
      <p:sp>
        <p:nvSpPr>
          <p:cNvPr id="351" name="Freeform 351"/>
          <p:cNvSpPr/>
          <p:nvPr/>
        </p:nvSpPr>
        <p:spPr>
          <a:xfrm rot="2699999">
            <a:off x="15426242" y="6847457"/>
            <a:ext cx="370410" cy="370410"/>
          </a:xfrm>
          <a:custGeom>
            <a:avLst/>
            <a:gdLst/>
            <a:ahLst/>
            <a:cxnLst/>
            <a:rect l="l" t="t" r="r" b="b"/>
            <a:pathLst>
              <a:path w="370410" h="370410">
                <a:moveTo>
                  <a:pt x="0" y="0"/>
                </a:moveTo>
                <a:lnTo>
                  <a:pt x="370410" y="0"/>
                </a:lnTo>
                <a:lnTo>
                  <a:pt x="370410" y="370410"/>
                </a:lnTo>
                <a:lnTo>
                  <a:pt x="0" y="370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2" name="TextBox 352"/>
          <p:cNvSpPr txBox="1"/>
          <p:nvPr/>
        </p:nvSpPr>
        <p:spPr>
          <a:xfrm>
            <a:off x="15527947" y="7149943"/>
            <a:ext cx="162674" cy="38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"/>
              </a:lnSpc>
              <a:spcBef>
                <a:spcPct val="0"/>
              </a:spcBef>
            </a:pPr>
            <a:r>
              <a:rPr lang="en-US" sz="189" b="1" spc="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October2026</a:t>
            </a:r>
          </a:p>
        </p:txBody>
      </p:sp>
      <p:sp>
        <p:nvSpPr>
          <p:cNvPr id="353" name="Freeform 353"/>
          <p:cNvSpPr/>
          <p:nvPr/>
        </p:nvSpPr>
        <p:spPr>
          <a:xfrm rot="2699999">
            <a:off x="15470347" y="6982919"/>
            <a:ext cx="277875" cy="277875"/>
          </a:xfrm>
          <a:custGeom>
            <a:avLst/>
            <a:gdLst/>
            <a:ahLst/>
            <a:cxnLst/>
            <a:rect l="l" t="t" r="r" b="b"/>
            <a:pathLst>
              <a:path w="277875" h="277875">
                <a:moveTo>
                  <a:pt x="0" y="0"/>
                </a:moveTo>
                <a:lnTo>
                  <a:pt x="277875" y="0"/>
                </a:lnTo>
                <a:lnTo>
                  <a:pt x="277875" y="277875"/>
                </a:lnTo>
                <a:lnTo>
                  <a:pt x="0" y="277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4" name="TextBox 354"/>
          <p:cNvSpPr txBox="1"/>
          <p:nvPr/>
        </p:nvSpPr>
        <p:spPr>
          <a:xfrm>
            <a:off x="15479044" y="7053010"/>
            <a:ext cx="264806" cy="55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"/>
              </a:lnSpc>
              <a:spcBef>
                <a:spcPct val="0"/>
              </a:spcBef>
            </a:pPr>
            <a:r>
              <a:rPr lang="en-US" sz="30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REAL PASSPORT</a:t>
            </a:r>
          </a:p>
        </p:txBody>
      </p:sp>
      <p:sp>
        <p:nvSpPr>
          <p:cNvPr id="355" name="TextBox 355"/>
          <p:cNvSpPr txBox="1"/>
          <p:nvPr/>
        </p:nvSpPr>
        <p:spPr>
          <a:xfrm>
            <a:off x="15360852" y="6972013"/>
            <a:ext cx="125606" cy="38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"/>
              </a:lnSpc>
              <a:spcBef>
                <a:spcPct val="0"/>
              </a:spcBef>
            </a:pPr>
            <a:r>
              <a:rPr lang="en-US" sz="189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BeReal.</a:t>
            </a:r>
          </a:p>
        </p:txBody>
      </p:sp>
      <p:sp>
        <p:nvSpPr>
          <p:cNvPr id="356" name="TextBox 356"/>
          <p:cNvSpPr txBox="1"/>
          <p:nvPr/>
        </p:nvSpPr>
        <p:spPr>
          <a:xfrm>
            <a:off x="15729223" y="6972013"/>
            <a:ext cx="125606" cy="38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"/>
              </a:lnSpc>
              <a:spcBef>
                <a:spcPct val="0"/>
              </a:spcBef>
            </a:pPr>
            <a:r>
              <a:rPr lang="en-US" sz="189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Unfiltered</a:t>
            </a:r>
          </a:p>
        </p:txBody>
      </p:sp>
      <p:sp>
        <p:nvSpPr>
          <p:cNvPr id="357" name="Freeform 357"/>
          <p:cNvSpPr/>
          <p:nvPr/>
        </p:nvSpPr>
        <p:spPr>
          <a:xfrm>
            <a:off x="15530970" y="6878375"/>
            <a:ext cx="156629" cy="117472"/>
          </a:xfrm>
          <a:custGeom>
            <a:avLst/>
            <a:gdLst/>
            <a:ahLst/>
            <a:cxnLst/>
            <a:rect l="l" t="t" r="r" b="b"/>
            <a:pathLst>
              <a:path w="156629" h="117472">
                <a:moveTo>
                  <a:pt x="0" y="0"/>
                </a:moveTo>
                <a:lnTo>
                  <a:pt x="156629" y="0"/>
                </a:lnTo>
                <a:lnTo>
                  <a:pt x="156629" y="117472"/>
                </a:lnTo>
                <a:lnTo>
                  <a:pt x="0" y="117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8" name="Freeform 358"/>
          <p:cNvSpPr/>
          <p:nvPr/>
        </p:nvSpPr>
        <p:spPr>
          <a:xfrm rot="-4941124">
            <a:off x="15340108" y="6908213"/>
            <a:ext cx="88237" cy="57795"/>
          </a:xfrm>
          <a:custGeom>
            <a:avLst/>
            <a:gdLst/>
            <a:ahLst/>
            <a:cxnLst/>
            <a:rect l="l" t="t" r="r" b="b"/>
            <a:pathLst>
              <a:path w="88237" h="57795">
                <a:moveTo>
                  <a:pt x="0" y="0"/>
                </a:moveTo>
                <a:lnTo>
                  <a:pt x="88237" y="0"/>
                </a:lnTo>
                <a:lnTo>
                  <a:pt x="88237" y="57796"/>
                </a:lnTo>
                <a:lnTo>
                  <a:pt x="0" y="57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9" name="Freeform 359"/>
          <p:cNvSpPr/>
          <p:nvPr/>
        </p:nvSpPr>
        <p:spPr>
          <a:xfrm rot="5120367" flipH="1">
            <a:off x="15787847" y="6906962"/>
            <a:ext cx="88237" cy="57795"/>
          </a:xfrm>
          <a:custGeom>
            <a:avLst/>
            <a:gdLst/>
            <a:ahLst/>
            <a:cxnLst/>
            <a:rect l="l" t="t" r="r" b="b"/>
            <a:pathLst>
              <a:path w="88237" h="57795">
                <a:moveTo>
                  <a:pt x="88238" y="0"/>
                </a:moveTo>
                <a:lnTo>
                  <a:pt x="0" y="0"/>
                </a:lnTo>
                <a:lnTo>
                  <a:pt x="0" y="57796"/>
                </a:lnTo>
                <a:lnTo>
                  <a:pt x="88238" y="57796"/>
                </a:lnTo>
                <a:lnTo>
                  <a:pt x="8823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0" name="Freeform 360"/>
          <p:cNvSpPr/>
          <p:nvPr/>
        </p:nvSpPr>
        <p:spPr>
          <a:xfrm>
            <a:off x="16593651" y="6708095"/>
            <a:ext cx="512201" cy="512201"/>
          </a:xfrm>
          <a:custGeom>
            <a:avLst/>
            <a:gdLst/>
            <a:ahLst/>
            <a:cxnLst/>
            <a:rect l="l" t="t" r="r" b="b"/>
            <a:pathLst>
              <a:path w="512201" h="512201">
                <a:moveTo>
                  <a:pt x="0" y="0"/>
                </a:moveTo>
                <a:lnTo>
                  <a:pt x="512201" y="0"/>
                </a:lnTo>
                <a:lnTo>
                  <a:pt x="512201" y="512201"/>
                </a:lnTo>
                <a:lnTo>
                  <a:pt x="0" y="512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1" name="Freeform 361"/>
          <p:cNvSpPr/>
          <p:nvPr/>
        </p:nvSpPr>
        <p:spPr>
          <a:xfrm>
            <a:off x="16696740" y="6813154"/>
            <a:ext cx="319225" cy="170786"/>
          </a:xfrm>
          <a:custGeom>
            <a:avLst/>
            <a:gdLst/>
            <a:ahLst/>
            <a:cxnLst/>
            <a:rect l="l" t="t" r="r" b="b"/>
            <a:pathLst>
              <a:path w="319225" h="170786">
                <a:moveTo>
                  <a:pt x="0" y="0"/>
                </a:moveTo>
                <a:lnTo>
                  <a:pt x="319225" y="0"/>
                </a:lnTo>
                <a:lnTo>
                  <a:pt x="319225" y="170786"/>
                </a:lnTo>
                <a:lnTo>
                  <a:pt x="0" y="170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2" name="TextBox 362"/>
          <p:cNvSpPr txBox="1"/>
          <p:nvPr/>
        </p:nvSpPr>
        <p:spPr>
          <a:xfrm>
            <a:off x="16653740" y="6726250"/>
            <a:ext cx="405225" cy="17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"/>
              </a:lnSpc>
              <a:spcBef>
                <a:spcPct val="0"/>
              </a:spcBef>
            </a:pPr>
            <a:r>
              <a:rPr lang="en-US" sz="543" b="1" spc="7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 TIME</a:t>
            </a:r>
          </a:p>
        </p:txBody>
      </p:sp>
      <p:sp>
        <p:nvSpPr>
          <p:cNvPr id="363" name="Freeform 363"/>
          <p:cNvSpPr/>
          <p:nvPr/>
        </p:nvSpPr>
        <p:spPr>
          <a:xfrm rot="2699999">
            <a:off x="16686006" y="6863848"/>
            <a:ext cx="331362" cy="331362"/>
          </a:xfrm>
          <a:custGeom>
            <a:avLst/>
            <a:gdLst/>
            <a:ahLst/>
            <a:cxnLst/>
            <a:rect l="l" t="t" r="r" b="b"/>
            <a:pathLst>
              <a:path w="331362" h="331362">
                <a:moveTo>
                  <a:pt x="0" y="0"/>
                </a:moveTo>
                <a:lnTo>
                  <a:pt x="331361" y="0"/>
                </a:lnTo>
                <a:lnTo>
                  <a:pt x="331361" y="331361"/>
                </a:lnTo>
                <a:lnTo>
                  <a:pt x="0" y="331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4" name="TextBox 364"/>
          <p:cNvSpPr txBox="1"/>
          <p:nvPr/>
        </p:nvSpPr>
        <p:spPr>
          <a:xfrm>
            <a:off x="16776989" y="7133442"/>
            <a:ext cx="145525" cy="3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"/>
              </a:lnSpc>
              <a:spcBef>
                <a:spcPct val="0"/>
              </a:spcBef>
            </a:pPr>
            <a:r>
              <a:rPr lang="en-US" sz="169" b="1" spc="2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October2026</a:t>
            </a:r>
          </a:p>
        </p:txBody>
      </p:sp>
      <p:sp>
        <p:nvSpPr>
          <p:cNvPr id="365" name="Freeform 365"/>
          <p:cNvSpPr/>
          <p:nvPr/>
        </p:nvSpPr>
        <p:spPr>
          <a:xfrm rot="2699999">
            <a:off x="16725461" y="6985030"/>
            <a:ext cx="248582" cy="248582"/>
          </a:xfrm>
          <a:custGeom>
            <a:avLst/>
            <a:gdLst/>
            <a:ahLst/>
            <a:cxnLst/>
            <a:rect l="l" t="t" r="r" b="b"/>
            <a:pathLst>
              <a:path w="248582" h="248582">
                <a:moveTo>
                  <a:pt x="0" y="0"/>
                </a:moveTo>
                <a:lnTo>
                  <a:pt x="248581" y="0"/>
                </a:lnTo>
                <a:lnTo>
                  <a:pt x="248581" y="248582"/>
                </a:lnTo>
                <a:lnTo>
                  <a:pt x="0" y="248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6" name="TextBox 366"/>
          <p:cNvSpPr txBox="1"/>
          <p:nvPr/>
        </p:nvSpPr>
        <p:spPr>
          <a:xfrm>
            <a:off x="16733241" y="7046728"/>
            <a:ext cx="236890" cy="5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"/>
              </a:lnSpc>
              <a:spcBef>
                <a:spcPct val="0"/>
              </a:spcBef>
            </a:pPr>
            <a:r>
              <a:rPr lang="en-US" sz="27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REAL PASSPORT</a:t>
            </a:r>
          </a:p>
        </p:txBody>
      </p:sp>
      <p:sp>
        <p:nvSpPr>
          <p:cNvPr id="367" name="TextBox 367"/>
          <p:cNvSpPr txBox="1"/>
          <p:nvPr/>
        </p:nvSpPr>
        <p:spPr>
          <a:xfrm>
            <a:off x="16627509" y="6974270"/>
            <a:ext cx="112365" cy="3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"/>
              </a:lnSpc>
              <a:spcBef>
                <a:spcPct val="0"/>
              </a:spcBef>
            </a:pPr>
            <a:r>
              <a:rPr lang="en-US" sz="169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BeReal.</a:t>
            </a:r>
          </a:p>
        </p:txBody>
      </p:sp>
      <p:sp>
        <p:nvSpPr>
          <p:cNvPr id="368" name="TextBox 368"/>
          <p:cNvSpPr txBox="1"/>
          <p:nvPr/>
        </p:nvSpPr>
        <p:spPr>
          <a:xfrm>
            <a:off x="16957046" y="6974270"/>
            <a:ext cx="112365" cy="3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"/>
              </a:lnSpc>
              <a:spcBef>
                <a:spcPct val="0"/>
              </a:spcBef>
            </a:pPr>
            <a:r>
              <a:rPr lang="en-US" sz="169" b="1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Unfiltered</a:t>
            </a:r>
          </a:p>
        </p:txBody>
      </p:sp>
      <p:sp>
        <p:nvSpPr>
          <p:cNvPr id="369" name="Freeform 369"/>
          <p:cNvSpPr/>
          <p:nvPr/>
        </p:nvSpPr>
        <p:spPr>
          <a:xfrm rot="-4941124">
            <a:off x="16608951" y="6918199"/>
            <a:ext cx="78935" cy="51703"/>
          </a:xfrm>
          <a:custGeom>
            <a:avLst/>
            <a:gdLst/>
            <a:ahLst/>
            <a:cxnLst/>
            <a:rect l="l" t="t" r="r" b="b"/>
            <a:pathLst>
              <a:path w="78935" h="51703">
                <a:moveTo>
                  <a:pt x="0" y="0"/>
                </a:moveTo>
                <a:lnTo>
                  <a:pt x="78936" y="0"/>
                </a:lnTo>
                <a:lnTo>
                  <a:pt x="78936" y="51703"/>
                </a:lnTo>
                <a:lnTo>
                  <a:pt x="0" y="51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0" name="Freeform 370"/>
          <p:cNvSpPr/>
          <p:nvPr/>
        </p:nvSpPr>
        <p:spPr>
          <a:xfrm rot="5120367" flipH="1">
            <a:off x="17009490" y="6917080"/>
            <a:ext cx="78935" cy="51703"/>
          </a:xfrm>
          <a:custGeom>
            <a:avLst/>
            <a:gdLst/>
            <a:ahLst/>
            <a:cxnLst/>
            <a:rect l="l" t="t" r="r" b="b"/>
            <a:pathLst>
              <a:path w="78935" h="51703">
                <a:moveTo>
                  <a:pt x="78936" y="0"/>
                </a:moveTo>
                <a:lnTo>
                  <a:pt x="0" y="0"/>
                </a:lnTo>
                <a:lnTo>
                  <a:pt x="0" y="51703"/>
                </a:lnTo>
                <a:lnTo>
                  <a:pt x="78936" y="51703"/>
                </a:lnTo>
                <a:lnTo>
                  <a:pt x="789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1" name="Freeform 371"/>
          <p:cNvSpPr/>
          <p:nvPr/>
        </p:nvSpPr>
        <p:spPr>
          <a:xfrm rot="-971120">
            <a:off x="16737559" y="6906151"/>
            <a:ext cx="51412" cy="48070"/>
          </a:xfrm>
          <a:custGeom>
            <a:avLst/>
            <a:gdLst/>
            <a:ahLst/>
            <a:cxnLst/>
            <a:rect l="l" t="t" r="r" b="b"/>
            <a:pathLst>
              <a:path w="51412" h="48070">
                <a:moveTo>
                  <a:pt x="0" y="0"/>
                </a:moveTo>
                <a:lnTo>
                  <a:pt x="51412" y="0"/>
                </a:lnTo>
                <a:lnTo>
                  <a:pt x="51412" y="48070"/>
                </a:lnTo>
                <a:lnTo>
                  <a:pt x="0" y="4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2" name="Freeform 372"/>
          <p:cNvSpPr/>
          <p:nvPr/>
        </p:nvSpPr>
        <p:spPr>
          <a:xfrm>
            <a:off x="16927244" y="6912896"/>
            <a:ext cx="51892" cy="51373"/>
          </a:xfrm>
          <a:custGeom>
            <a:avLst/>
            <a:gdLst/>
            <a:ahLst/>
            <a:cxnLst/>
            <a:rect l="l" t="t" r="r" b="b"/>
            <a:pathLst>
              <a:path w="51892" h="51373">
                <a:moveTo>
                  <a:pt x="0" y="0"/>
                </a:moveTo>
                <a:lnTo>
                  <a:pt x="51892" y="0"/>
                </a:lnTo>
                <a:lnTo>
                  <a:pt x="51892" y="51373"/>
                </a:lnTo>
                <a:lnTo>
                  <a:pt x="0" y="513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3" name="Freeform 373"/>
          <p:cNvSpPr/>
          <p:nvPr/>
        </p:nvSpPr>
        <p:spPr>
          <a:xfrm>
            <a:off x="16823806" y="6846441"/>
            <a:ext cx="51892" cy="53497"/>
          </a:xfrm>
          <a:custGeom>
            <a:avLst/>
            <a:gdLst/>
            <a:ahLst/>
            <a:cxnLst/>
            <a:rect l="l" t="t" r="r" b="b"/>
            <a:pathLst>
              <a:path w="51892" h="53497">
                <a:moveTo>
                  <a:pt x="0" y="0"/>
                </a:moveTo>
                <a:lnTo>
                  <a:pt x="51892" y="0"/>
                </a:lnTo>
                <a:lnTo>
                  <a:pt x="51892" y="53497"/>
                </a:lnTo>
                <a:lnTo>
                  <a:pt x="0" y="53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4" name="Freeform 374"/>
          <p:cNvSpPr/>
          <p:nvPr/>
        </p:nvSpPr>
        <p:spPr>
          <a:xfrm>
            <a:off x="16809056" y="6930186"/>
            <a:ext cx="103784" cy="77319"/>
          </a:xfrm>
          <a:custGeom>
            <a:avLst/>
            <a:gdLst/>
            <a:ahLst/>
            <a:cxnLst/>
            <a:rect l="l" t="t" r="r" b="b"/>
            <a:pathLst>
              <a:path w="103784" h="77319">
                <a:moveTo>
                  <a:pt x="0" y="0"/>
                </a:moveTo>
                <a:lnTo>
                  <a:pt x="103784" y="0"/>
                </a:lnTo>
                <a:lnTo>
                  <a:pt x="103784" y="77318"/>
                </a:lnTo>
                <a:lnTo>
                  <a:pt x="0" y="77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75" name="Group 375"/>
          <p:cNvGrpSpPr/>
          <p:nvPr/>
        </p:nvGrpSpPr>
        <p:grpSpPr>
          <a:xfrm>
            <a:off x="15139355" y="7395758"/>
            <a:ext cx="832144" cy="263817"/>
            <a:chOff x="0" y="0"/>
            <a:chExt cx="1509985" cy="478716"/>
          </a:xfrm>
        </p:grpSpPr>
        <p:sp>
          <p:nvSpPr>
            <p:cNvPr id="376" name="Freeform 376"/>
            <p:cNvSpPr/>
            <p:nvPr/>
          </p:nvSpPr>
          <p:spPr>
            <a:xfrm>
              <a:off x="0" y="0"/>
              <a:ext cx="1509985" cy="478716"/>
            </a:xfrm>
            <a:custGeom>
              <a:avLst/>
              <a:gdLst/>
              <a:ahLst/>
              <a:cxnLst/>
              <a:rect l="l" t="t" r="r" b="b"/>
              <a:pathLst>
                <a:path w="1509985" h="478716">
                  <a:moveTo>
                    <a:pt x="0" y="0"/>
                  </a:moveTo>
                  <a:lnTo>
                    <a:pt x="1509985" y="0"/>
                  </a:lnTo>
                  <a:lnTo>
                    <a:pt x="1509985" y="478716"/>
                  </a:lnTo>
                  <a:lnTo>
                    <a:pt x="0" y="4787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0129" r="-1171694" b="-8630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TextBox 377"/>
            <p:cNvSpPr txBox="1"/>
            <p:nvPr/>
          </p:nvSpPr>
          <p:spPr>
            <a:xfrm>
              <a:off x="0" y="0"/>
              <a:ext cx="1509985" cy="478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33"/>
                </a:lnSpc>
              </a:pPr>
              <a:r>
                <a:rPr lang="en-US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Sponsored Passport unlocks on 10/15/2026</a:t>
              </a:r>
            </a:p>
          </p:txBody>
        </p:sp>
      </p:grpSp>
      <p:grpSp>
        <p:nvGrpSpPr>
          <p:cNvPr id="378" name="Group 378"/>
          <p:cNvGrpSpPr/>
          <p:nvPr/>
        </p:nvGrpSpPr>
        <p:grpSpPr>
          <a:xfrm>
            <a:off x="16444211" y="7410761"/>
            <a:ext cx="832144" cy="263817"/>
            <a:chOff x="0" y="0"/>
            <a:chExt cx="1509985" cy="478716"/>
          </a:xfrm>
        </p:grpSpPr>
        <p:sp>
          <p:nvSpPr>
            <p:cNvPr id="379" name="Freeform 379"/>
            <p:cNvSpPr/>
            <p:nvPr/>
          </p:nvSpPr>
          <p:spPr>
            <a:xfrm>
              <a:off x="0" y="0"/>
              <a:ext cx="1509985" cy="478716"/>
            </a:xfrm>
            <a:custGeom>
              <a:avLst/>
              <a:gdLst/>
              <a:ahLst/>
              <a:cxnLst/>
              <a:rect l="l" t="t" r="r" b="b"/>
              <a:pathLst>
                <a:path w="1509985" h="478716">
                  <a:moveTo>
                    <a:pt x="0" y="0"/>
                  </a:moveTo>
                  <a:lnTo>
                    <a:pt x="1509985" y="0"/>
                  </a:lnTo>
                  <a:lnTo>
                    <a:pt x="1509985" y="478716"/>
                  </a:lnTo>
                  <a:lnTo>
                    <a:pt x="0" y="4787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0129" r="-1171694" b="-8630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TextBox 380"/>
            <p:cNvSpPr txBox="1"/>
            <p:nvPr/>
          </p:nvSpPr>
          <p:spPr>
            <a:xfrm>
              <a:off x="0" y="0"/>
              <a:ext cx="1509985" cy="478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33"/>
                </a:lnSpc>
              </a:pPr>
              <a:r>
                <a:rPr lang="en-US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Sponsored Passport unlocks on 10/20/2026</a:t>
              </a:r>
            </a:p>
          </p:txBody>
        </p:sp>
      </p:grpSp>
      <p:sp>
        <p:nvSpPr>
          <p:cNvPr id="381" name="Freeform 381"/>
          <p:cNvSpPr/>
          <p:nvPr/>
        </p:nvSpPr>
        <p:spPr>
          <a:xfrm>
            <a:off x="15097035" y="5020761"/>
            <a:ext cx="116905" cy="157980"/>
          </a:xfrm>
          <a:custGeom>
            <a:avLst/>
            <a:gdLst/>
            <a:ahLst/>
            <a:cxnLst/>
            <a:rect l="l" t="t" r="r" b="b"/>
            <a:pathLst>
              <a:path w="116905" h="157980">
                <a:moveTo>
                  <a:pt x="0" y="0"/>
                </a:moveTo>
                <a:lnTo>
                  <a:pt x="116905" y="0"/>
                </a:lnTo>
                <a:lnTo>
                  <a:pt x="116905" y="157980"/>
                </a:lnTo>
                <a:lnTo>
                  <a:pt x="0" y="157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2" name="Freeform 382"/>
          <p:cNvSpPr/>
          <p:nvPr/>
        </p:nvSpPr>
        <p:spPr>
          <a:xfrm>
            <a:off x="16378839" y="5051558"/>
            <a:ext cx="116905" cy="157980"/>
          </a:xfrm>
          <a:custGeom>
            <a:avLst/>
            <a:gdLst/>
            <a:ahLst/>
            <a:cxnLst/>
            <a:rect l="l" t="t" r="r" b="b"/>
            <a:pathLst>
              <a:path w="116905" h="157980">
                <a:moveTo>
                  <a:pt x="0" y="0"/>
                </a:moveTo>
                <a:lnTo>
                  <a:pt x="116905" y="0"/>
                </a:lnTo>
                <a:lnTo>
                  <a:pt x="116905" y="157980"/>
                </a:lnTo>
                <a:lnTo>
                  <a:pt x="0" y="157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3" name="Freeform 383"/>
          <p:cNvSpPr/>
          <p:nvPr/>
        </p:nvSpPr>
        <p:spPr>
          <a:xfrm>
            <a:off x="13813684" y="6613829"/>
            <a:ext cx="116905" cy="157980"/>
          </a:xfrm>
          <a:custGeom>
            <a:avLst/>
            <a:gdLst/>
            <a:ahLst/>
            <a:cxnLst/>
            <a:rect l="l" t="t" r="r" b="b"/>
            <a:pathLst>
              <a:path w="116905" h="157980">
                <a:moveTo>
                  <a:pt x="0" y="0"/>
                </a:moveTo>
                <a:lnTo>
                  <a:pt x="116905" y="0"/>
                </a:lnTo>
                <a:lnTo>
                  <a:pt x="116905" y="157980"/>
                </a:lnTo>
                <a:lnTo>
                  <a:pt x="0" y="157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84" name="Group 384"/>
          <p:cNvGrpSpPr/>
          <p:nvPr/>
        </p:nvGrpSpPr>
        <p:grpSpPr>
          <a:xfrm>
            <a:off x="13880516" y="5912965"/>
            <a:ext cx="815881" cy="188337"/>
            <a:chOff x="0" y="0"/>
            <a:chExt cx="1523988" cy="351796"/>
          </a:xfrm>
        </p:grpSpPr>
        <p:sp>
          <p:nvSpPr>
            <p:cNvPr id="385" name="Freeform 385"/>
            <p:cNvSpPr/>
            <p:nvPr/>
          </p:nvSpPr>
          <p:spPr>
            <a:xfrm>
              <a:off x="0" y="0"/>
              <a:ext cx="1523988" cy="351796"/>
            </a:xfrm>
            <a:custGeom>
              <a:avLst/>
              <a:gdLst/>
              <a:ahLst/>
              <a:cxnLst/>
              <a:rect l="l" t="t" r="r" b="b"/>
              <a:pathLst>
                <a:path w="1523988" h="351796">
                  <a:moveTo>
                    <a:pt x="0" y="0"/>
                  </a:moveTo>
                  <a:lnTo>
                    <a:pt x="1523988" y="0"/>
                  </a:lnTo>
                  <a:lnTo>
                    <a:pt x="1523988" y="351796"/>
                  </a:lnTo>
                  <a:lnTo>
                    <a:pt x="0" y="3517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6642" r="-1160009" b="-1210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6" name="TextBox 386"/>
            <p:cNvSpPr txBox="1"/>
            <p:nvPr/>
          </p:nvSpPr>
          <p:spPr>
            <a:xfrm>
              <a:off x="0" y="0"/>
              <a:ext cx="1523988" cy="3517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3"/>
                </a:lnSpc>
              </a:pPr>
              <a:r>
                <a:rPr lang="en-US" sz="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Post yet! Be the first..</a:t>
              </a:r>
            </a:p>
          </p:txBody>
        </p:sp>
      </p:grpSp>
      <p:grpSp>
        <p:nvGrpSpPr>
          <p:cNvPr id="387" name="Group 387"/>
          <p:cNvGrpSpPr/>
          <p:nvPr/>
        </p:nvGrpSpPr>
        <p:grpSpPr>
          <a:xfrm>
            <a:off x="15172183" y="5901924"/>
            <a:ext cx="815881" cy="188337"/>
            <a:chOff x="0" y="0"/>
            <a:chExt cx="1523988" cy="351796"/>
          </a:xfrm>
        </p:grpSpPr>
        <p:sp>
          <p:nvSpPr>
            <p:cNvPr id="388" name="Freeform 388"/>
            <p:cNvSpPr/>
            <p:nvPr/>
          </p:nvSpPr>
          <p:spPr>
            <a:xfrm>
              <a:off x="0" y="0"/>
              <a:ext cx="1523988" cy="351796"/>
            </a:xfrm>
            <a:custGeom>
              <a:avLst/>
              <a:gdLst/>
              <a:ahLst/>
              <a:cxnLst/>
              <a:rect l="l" t="t" r="r" b="b"/>
              <a:pathLst>
                <a:path w="1523988" h="351796">
                  <a:moveTo>
                    <a:pt x="0" y="0"/>
                  </a:moveTo>
                  <a:lnTo>
                    <a:pt x="1523988" y="0"/>
                  </a:lnTo>
                  <a:lnTo>
                    <a:pt x="1523988" y="351796"/>
                  </a:lnTo>
                  <a:lnTo>
                    <a:pt x="0" y="3517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6642" r="-1160009" b="-1210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TextBox 389"/>
            <p:cNvSpPr txBox="1"/>
            <p:nvPr/>
          </p:nvSpPr>
          <p:spPr>
            <a:xfrm>
              <a:off x="0" y="0"/>
              <a:ext cx="1523988" cy="3517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3"/>
                </a:lnSpc>
              </a:pPr>
              <a:r>
                <a:rPr lang="en-US" sz="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Post yet! Be the first..</a:t>
              </a:r>
            </a:p>
          </p:txBody>
        </p:sp>
      </p:grpSp>
      <p:grpSp>
        <p:nvGrpSpPr>
          <p:cNvPr id="390" name="Group 390"/>
          <p:cNvGrpSpPr/>
          <p:nvPr/>
        </p:nvGrpSpPr>
        <p:grpSpPr>
          <a:xfrm>
            <a:off x="16444211" y="5873349"/>
            <a:ext cx="815881" cy="188337"/>
            <a:chOff x="0" y="0"/>
            <a:chExt cx="1523988" cy="351796"/>
          </a:xfrm>
        </p:grpSpPr>
        <p:sp>
          <p:nvSpPr>
            <p:cNvPr id="391" name="Freeform 391"/>
            <p:cNvSpPr/>
            <p:nvPr/>
          </p:nvSpPr>
          <p:spPr>
            <a:xfrm>
              <a:off x="0" y="0"/>
              <a:ext cx="1523988" cy="351796"/>
            </a:xfrm>
            <a:custGeom>
              <a:avLst/>
              <a:gdLst/>
              <a:ahLst/>
              <a:cxnLst/>
              <a:rect l="l" t="t" r="r" b="b"/>
              <a:pathLst>
                <a:path w="1523988" h="351796">
                  <a:moveTo>
                    <a:pt x="0" y="0"/>
                  </a:moveTo>
                  <a:lnTo>
                    <a:pt x="1523988" y="0"/>
                  </a:lnTo>
                  <a:lnTo>
                    <a:pt x="1523988" y="351796"/>
                  </a:lnTo>
                  <a:lnTo>
                    <a:pt x="0" y="3517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6642" r="-1160009" b="-12104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TextBox 392"/>
            <p:cNvSpPr txBox="1"/>
            <p:nvPr/>
          </p:nvSpPr>
          <p:spPr>
            <a:xfrm>
              <a:off x="0" y="0"/>
              <a:ext cx="1523988" cy="3517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3"/>
                </a:lnSpc>
              </a:pPr>
              <a:r>
                <a:rPr lang="en-US" sz="5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 Post yet! Be the first..</a:t>
              </a:r>
            </a:p>
          </p:txBody>
        </p:sp>
      </p:grpSp>
      <p:sp>
        <p:nvSpPr>
          <p:cNvPr id="393" name="Freeform 393"/>
          <p:cNvSpPr/>
          <p:nvPr/>
        </p:nvSpPr>
        <p:spPr>
          <a:xfrm>
            <a:off x="13822064" y="5049504"/>
            <a:ext cx="116905" cy="140006"/>
          </a:xfrm>
          <a:custGeom>
            <a:avLst/>
            <a:gdLst/>
            <a:ahLst/>
            <a:cxnLst/>
            <a:rect l="l" t="t" r="r" b="b"/>
            <a:pathLst>
              <a:path w="116905" h="140006">
                <a:moveTo>
                  <a:pt x="0" y="0"/>
                </a:moveTo>
                <a:lnTo>
                  <a:pt x="116905" y="0"/>
                </a:lnTo>
                <a:lnTo>
                  <a:pt x="116905" y="140006"/>
                </a:lnTo>
                <a:lnTo>
                  <a:pt x="0" y="140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4" name="Group 394"/>
          <p:cNvGrpSpPr/>
          <p:nvPr/>
        </p:nvGrpSpPr>
        <p:grpSpPr>
          <a:xfrm>
            <a:off x="13607026" y="2270742"/>
            <a:ext cx="3879320" cy="6571159"/>
            <a:chOff x="0" y="0"/>
            <a:chExt cx="601008" cy="1018045"/>
          </a:xfrm>
        </p:grpSpPr>
        <p:sp>
          <p:nvSpPr>
            <p:cNvPr id="395" name="Freeform 395"/>
            <p:cNvSpPr/>
            <p:nvPr/>
          </p:nvSpPr>
          <p:spPr>
            <a:xfrm>
              <a:off x="0" y="0"/>
              <a:ext cx="601008" cy="1018045"/>
            </a:xfrm>
            <a:custGeom>
              <a:avLst/>
              <a:gdLst/>
              <a:ahLst/>
              <a:cxnLst/>
              <a:rect l="l" t="t" r="r" b="b"/>
              <a:pathLst>
                <a:path w="601008" h="1018045">
                  <a:moveTo>
                    <a:pt x="45901" y="0"/>
                  </a:moveTo>
                  <a:lnTo>
                    <a:pt x="555107" y="0"/>
                  </a:lnTo>
                  <a:cubicBezTo>
                    <a:pt x="580458" y="0"/>
                    <a:pt x="601008" y="20551"/>
                    <a:pt x="601008" y="45901"/>
                  </a:cubicBezTo>
                  <a:lnTo>
                    <a:pt x="601008" y="972144"/>
                  </a:lnTo>
                  <a:cubicBezTo>
                    <a:pt x="601008" y="997494"/>
                    <a:pt x="580458" y="1018045"/>
                    <a:pt x="555107" y="1018045"/>
                  </a:cubicBezTo>
                  <a:lnTo>
                    <a:pt x="45901" y="1018045"/>
                  </a:lnTo>
                  <a:cubicBezTo>
                    <a:pt x="20551" y="1018045"/>
                    <a:pt x="0" y="997494"/>
                    <a:pt x="0" y="972144"/>
                  </a:cubicBezTo>
                  <a:lnTo>
                    <a:pt x="0" y="45901"/>
                  </a:lnTo>
                  <a:cubicBezTo>
                    <a:pt x="0" y="20551"/>
                    <a:pt x="20551" y="0"/>
                    <a:pt x="45901" y="0"/>
                  </a:cubicBezTo>
                  <a:close/>
                </a:path>
              </a:pathLst>
            </a:custGeom>
            <a:blipFill>
              <a:blip r:embed="rId41"/>
              <a:stretch>
                <a:fillRect t="-16059" r="-6508" b="-845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6" name="Group 396"/>
          <p:cNvGrpSpPr/>
          <p:nvPr/>
        </p:nvGrpSpPr>
        <p:grpSpPr>
          <a:xfrm>
            <a:off x="13988674" y="4745791"/>
            <a:ext cx="3045280" cy="1445640"/>
            <a:chOff x="0" y="0"/>
            <a:chExt cx="4060374" cy="1927520"/>
          </a:xfrm>
        </p:grpSpPr>
        <p:grpSp>
          <p:nvGrpSpPr>
            <p:cNvPr id="397" name="Group 397"/>
            <p:cNvGrpSpPr/>
            <p:nvPr/>
          </p:nvGrpSpPr>
          <p:grpSpPr>
            <a:xfrm>
              <a:off x="0" y="0"/>
              <a:ext cx="4060374" cy="1927520"/>
              <a:chOff x="0" y="0"/>
              <a:chExt cx="802049" cy="380745"/>
            </a:xfrm>
          </p:grpSpPr>
          <p:sp>
            <p:nvSpPr>
              <p:cNvPr id="398" name="Freeform 398"/>
              <p:cNvSpPr/>
              <p:nvPr/>
            </p:nvSpPr>
            <p:spPr>
              <a:xfrm>
                <a:off x="0" y="0"/>
                <a:ext cx="802049" cy="380745"/>
              </a:xfrm>
              <a:custGeom>
                <a:avLst/>
                <a:gdLst/>
                <a:ahLst/>
                <a:cxnLst/>
                <a:rect l="l" t="t" r="r" b="b"/>
                <a:pathLst>
                  <a:path w="802049" h="380745">
                    <a:moveTo>
                      <a:pt x="63557" y="0"/>
                    </a:moveTo>
                    <a:lnTo>
                      <a:pt x="738492" y="0"/>
                    </a:lnTo>
                    <a:cubicBezTo>
                      <a:pt x="755349" y="0"/>
                      <a:pt x="771515" y="6696"/>
                      <a:pt x="783434" y="18615"/>
                    </a:cubicBezTo>
                    <a:cubicBezTo>
                      <a:pt x="795353" y="30535"/>
                      <a:pt x="802049" y="46700"/>
                      <a:pt x="802049" y="63557"/>
                    </a:cubicBezTo>
                    <a:lnTo>
                      <a:pt x="802049" y="317188"/>
                    </a:lnTo>
                    <a:cubicBezTo>
                      <a:pt x="802049" y="334044"/>
                      <a:pt x="795353" y="350210"/>
                      <a:pt x="783434" y="362129"/>
                    </a:cubicBezTo>
                    <a:cubicBezTo>
                      <a:pt x="771515" y="374048"/>
                      <a:pt x="755349" y="380745"/>
                      <a:pt x="738492" y="380745"/>
                    </a:cubicBezTo>
                    <a:lnTo>
                      <a:pt x="63557" y="380745"/>
                    </a:lnTo>
                    <a:cubicBezTo>
                      <a:pt x="46700" y="380745"/>
                      <a:pt x="30535" y="374048"/>
                      <a:pt x="18615" y="362129"/>
                    </a:cubicBezTo>
                    <a:cubicBezTo>
                      <a:pt x="6696" y="350210"/>
                      <a:pt x="0" y="334044"/>
                      <a:pt x="0" y="317188"/>
                    </a:cubicBezTo>
                    <a:lnTo>
                      <a:pt x="0" y="63557"/>
                    </a:lnTo>
                    <a:cubicBezTo>
                      <a:pt x="0" y="46700"/>
                      <a:pt x="6696" y="30535"/>
                      <a:pt x="18615" y="18615"/>
                    </a:cubicBezTo>
                    <a:cubicBezTo>
                      <a:pt x="30535" y="6696"/>
                      <a:pt x="46700" y="0"/>
                      <a:pt x="63557" y="0"/>
                    </a:cubicBezTo>
                    <a:close/>
                  </a:path>
                </a:pathLst>
              </a:custGeom>
              <a:solidFill>
                <a:srgbClr val="484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TextBox 399"/>
              <p:cNvSpPr txBox="1"/>
              <p:nvPr/>
            </p:nvSpPr>
            <p:spPr>
              <a:xfrm>
                <a:off x="0" y="-47625"/>
                <a:ext cx="802049" cy="4283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Stamp earned! Added to CRAMMING board 🎉</a:t>
                </a:r>
              </a:p>
            </p:txBody>
          </p:sp>
        </p:grpSp>
        <p:sp>
          <p:nvSpPr>
            <p:cNvPr id="400" name="Freeform 400"/>
            <p:cNvSpPr/>
            <p:nvPr/>
          </p:nvSpPr>
          <p:spPr>
            <a:xfrm>
              <a:off x="1859933" y="194804"/>
              <a:ext cx="384340" cy="486507"/>
            </a:xfrm>
            <a:custGeom>
              <a:avLst/>
              <a:gdLst/>
              <a:ahLst/>
              <a:cxnLst/>
              <a:rect l="l" t="t" r="r" b="b"/>
              <a:pathLst>
                <a:path w="384340" h="486507">
                  <a:moveTo>
                    <a:pt x="0" y="0"/>
                  </a:moveTo>
                  <a:lnTo>
                    <a:pt x="384341" y="0"/>
                  </a:lnTo>
                  <a:lnTo>
                    <a:pt x="384341" y="486506"/>
                  </a:lnTo>
                  <a:lnTo>
                    <a:pt x="0" y="486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1" name="Group 401"/>
          <p:cNvGrpSpPr/>
          <p:nvPr/>
        </p:nvGrpSpPr>
        <p:grpSpPr>
          <a:xfrm>
            <a:off x="8716695" y="9263675"/>
            <a:ext cx="3532819" cy="580191"/>
            <a:chOff x="0" y="0"/>
            <a:chExt cx="5623571" cy="923552"/>
          </a:xfrm>
        </p:grpSpPr>
        <p:sp>
          <p:nvSpPr>
            <p:cNvPr id="402" name="Freeform 402"/>
            <p:cNvSpPr/>
            <p:nvPr/>
          </p:nvSpPr>
          <p:spPr>
            <a:xfrm>
              <a:off x="0" y="0"/>
              <a:ext cx="5623571" cy="923552"/>
            </a:xfrm>
            <a:custGeom>
              <a:avLst/>
              <a:gdLst/>
              <a:ahLst/>
              <a:cxnLst/>
              <a:rect l="l" t="t" r="r" b="b"/>
              <a:pathLst>
                <a:path w="5623571" h="923552">
                  <a:moveTo>
                    <a:pt x="0" y="0"/>
                  </a:moveTo>
                  <a:lnTo>
                    <a:pt x="5623571" y="0"/>
                  </a:lnTo>
                  <a:lnTo>
                    <a:pt x="5623571" y="923552"/>
                  </a:lnTo>
                  <a:lnTo>
                    <a:pt x="0" y="923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072" r="-241462" b="-399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3" name="TextBox 403"/>
            <p:cNvSpPr txBox="1"/>
            <p:nvPr/>
          </p:nvSpPr>
          <p:spPr>
            <a:xfrm>
              <a:off x="0" y="0"/>
              <a:ext cx="5623571" cy="923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Loading </a:t>
              </a:r>
            </a:p>
          </p:txBody>
        </p:sp>
      </p:grpSp>
      <p:grpSp>
        <p:nvGrpSpPr>
          <p:cNvPr id="404" name="Group 404"/>
          <p:cNvGrpSpPr/>
          <p:nvPr/>
        </p:nvGrpSpPr>
        <p:grpSpPr>
          <a:xfrm>
            <a:off x="13474601" y="9258300"/>
            <a:ext cx="3970969" cy="655967"/>
            <a:chOff x="0" y="0"/>
            <a:chExt cx="6321021" cy="1044174"/>
          </a:xfrm>
        </p:grpSpPr>
        <p:sp>
          <p:nvSpPr>
            <p:cNvPr id="405" name="Freeform 405"/>
            <p:cNvSpPr/>
            <p:nvPr/>
          </p:nvSpPr>
          <p:spPr>
            <a:xfrm>
              <a:off x="0" y="0"/>
              <a:ext cx="6321021" cy="1044174"/>
            </a:xfrm>
            <a:custGeom>
              <a:avLst/>
              <a:gdLst/>
              <a:ahLst/>
              <a:cxnLst/>
              <a:rect l="l" t="t" r="r" b="b"/>
              <a:pathLst>
                <a:path w="6321021" h="1044174">
                  <a:moveTo>
                    <a:pt x="0" y="0"/>
                  </a:moveTo>
                  <a:lnTo>
                    <a:pt x="6321021" y="0"/>
                  </a:lnTo>
                  <a:lnTo>
                    <a:pt x="6321021" y="1044174"/>
                  </a:lnTo>
                  <a:lnTo>
                    <a:pt x="0" y="10441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137" r="-203786" b="-3415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TextBox 406"/>
            <p:cNvSpPr txBox="1"/>
            <p:nvPr/>
          </p:nvSpPr>
          <p:spPr>
            <a:xfrm>
              <a:off x="0" y="0"/>
              <a:ext cx="6321021" cy="1044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Success</a:t>
              </a:r>
            </a:p>
          </p:txBody>
        </p:sp>
      </p:grpSp>
      <p:grpSp>
        <p:nvGrpSpPr>
          <p:cNvPr id="407" name="Group 407"/>
          <p:cNvGrpSpPr/>
          <p:nvPr/>
        </p:nvGrpSpPr>
        <p:grpSpPr>
          <a:xfrm>
            <a:off x="12524383" y="9405180"/>
            <a:ext cx="724412" cy="362206"/>
            <a:chOff x="0" y="0"/>
            <a:chExt cx="812800" cy="406400"/>
          </a:xfrm>
        </p:grpSpPr>
        <p:sp>
          <p:nvSpPr>
            <p:cNvPr id="408" name="Freeform 40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TextBox 409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410" name="Group 410"/>
          <p:cNvGrpSpPr/>
          <p:nvPr/>
        </p:nvGrpSpPr>
        <p:grpSpPr>
          <a:xfrm>
            <a:off x="12626335" y="5253656"/>
            <a:ext cx="724412" cy="362206"/>
            <a:chOff x="0" y="0"/>
            <a:chExt cx="812800" cy="406400"/>
          </a:xfrm>
        </p:grpSpPr>
        <p:sp>
          <p:nvSpPr>
            <p:cNvPr id="411" name="Freeform 4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TextBox 412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413" name="Group 2">
            <a:extLst>
              <a:ext uri="{FF2B5EF4-FFF2-40B4-BE49-F238E27FC236}">
                <a16:creationId xmlns:a16="http://schemas.microsoft.com/office/drawing/2014/main" id="{E3DC889B-5D29-A3CF-8AE9-DD3E9C8C9493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414" name="Freeform 3">
              <a:extLst>
                <a:ext uri="{FF2B5EF4-FFF2-40B4-BE49-F238E27FC236}">
                  <a16:creationId xmlns:a16="http://schemas.microsoft.com/office/drawing/2014/main" id="{52C106F9-84B5-10D6-7125-B728B9CBEBDA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5" name="TextBox 4">
              <a:extLst>
                <a:ext uri="{FF2B5EF4-FFF2-40B4-BE49-F238E27FC236}">
                  <a16:creationId xmlns:a16="http://schemas.microsoft.com/office/drawing/2014/main" id="{CBF11C12-AAA1-77B8-F646-A5DD23F48DCA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416" name="Group 5">
            <a:extLst>
              <a:ext uri="{FF2B5EF4-FFF2-40B4-BE49-F238E27FC236}">
                <a16:creationId xmlns:a16="http://schemas.microsoft.com/office/drawing/2014/main" id="{2DDE2CAD-D918-4318-1C02-675AC14C81A0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417" name="Freeform 6">
              <a:extLst>
                <a:ext uri="{FF2B5EF4-FFF2-40B4-BE49-F238E27FC236}">
                  <a16:creationId xmlns:a16="http://schemas.microsoft.com/office/drawing/2014/main" id="{C4FFFD2D-0C46-FA2A-F5C0-20111552AA0B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8" name="TextBox 7">
              <a:extLst>
                <a:ext uri="{FF2B5EF4-FFF2-40B4-BE49-F238E27FC236}">
                  <a16:creationId xmlns:a16="http://schemas.microsoft.com/office/drawing/2014/main" id="{5FAE9D5B-8800-C899-4278-6BAF7516AF78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419" name="Group 8">
            <a:extLst>
              <a:ext uri="{FF2B5EF4-FFF2-40B4-BE49-F238E27FC236}">
                <a16:creationId xmlns:a16="http://schemas.microsoft.com/office/drawing/2014/main" id="{4FBAA1C8-441C-648D-8F6A-B2CBFD66EE5C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420" name="Freeform 9">
              <a:extLst>
                <a:ext uri="{FF2B5EF4-FFF2-40B4-BE49-F238E27FC236}">
                  <a16:creationId xmlns:a16="http://schemas.microsoft.com/office/drawing/2014/main" id="{940ED5AF-1F74-8147-E2C0-B9BA8E22DFA5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1" name="TextBox 10">
              <a:extLst>
                <a:ext uri="{FF2B5EF4-FFF2-40B4-BE49-F238E27FC236}">
                  <a16:creationId xmlns:a16="http://schemas.microsoft.com/office/drawing/2014/main" id="{0C9AF25B-51C9-990E-F366-54172EBD862D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60120" y="2924409"/>
            <a:ext cx="7132320" cy="1303020"/>
            <a:chOff x="0" y="0"/>
            <a:chExt cx="9509760" cy="173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09760" cy="1737360"/>
            </a:xfrm>
            <a:custGeom>
              <a:avLst/>
              <a:gdLst/>
              <a:ahLst/>
              <a:cxnLst/>
              <a:rect l="l" t="t" r="r" b="b"/>
              <a:pathLst>
                <a:path w="9509760" h="1737360">
                  <a:moveTo>
                    <a:pt x="0" y="0"/>
                  </a:moveTo>
                  <a:lnTo>
                    <a:pt x="9509760" y="0"/>
                  </a:lnTo>
                  <a:lnTo>
                    <a:pt x="95097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101923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950976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 Confirm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227429"/>
            <a:ext cx="4023360" cy="2428079"/>
            <a:chOff x="0" y="0"/>
            <a:chExt cx="5364480" cy="32374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64480" cy="3237438"/>
            </a:xfrm>
            <a:custGeom>
              <a:avLst/>
              <a:gdLst/>
              <a:ahLst/>
              <a:cxnLst/>
              <a:rect l="l" t="t" r="r" b="b"/>
              <a:pathLst>
                <a:path w="5364480" h="3237438">
                  <a:moveTo>
                    <a:pt x="0" y="0"/>
                  </a:moveTo>
                  <a:lnTo>
                    <a:pt x="5364480" y="0"/>
                  </a:lnTo>
                  <a:lnTo>
                    <a:pt x="5364480" y="3237438"/>
                  </a:lnTo>
                  <a:lnTo>
                    <a:pt x="0" y="3237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8169" r="-172727" b="20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364480" cy="3294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added in Cramming Community Board feed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will see BeReal Passport stamp added to their photo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will be able to view other user’s community board post with BeReal Passport stamp</a:t>
              </a:r>
            </a:p>
            <a:p>
              <a:pPr algn="l">
                <a:lnSpc>
                  <a:spcPts val="2340"/>
                </a:lnSpc>
              </a:pPr>
              <a:endParaRPr lang="en-US" sz="1800" b="1" spc="59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pic>
        <p:nvPicPr>
          <p:cNvPr id="134" name="Picture 133">
            <a:extLst>
              <a:ext uri="{FF2B5EF4-FFF2-40B4-BE49-F238E27FC236}">
                <a16:creationId xmlns:a16="http://schemas.microsoft.com/office/drawing/2014/main" id="{3DAEDDE3-9B2E-CC53-BF57-61B0D1B22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1489245"/>
            <a:ext cx="4203700" cy="8305800"/>
          </a:xfrm>
          <a:prstGeom prst="rect">
            <a:avLst/>
          </a:prstGeom>
        </p:spPr>
      </p:pic>
      <p:grpSp>
        <p:nvGrpSpPr>
          <p:cNvPr id="17" name="Group 2">
            <a:extLst>
              <a:ext uri="{FF2B5EF4-FFF2-40B4-BE49-F238E27FC236}">
                <a16:creationId xmlns:a16="http://schemas.microsoft.com/office/drawing/2014/main" id="{96954100-FD50-F4FE-548D-2D63255EADE2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5455BF2E-334F-88A7-010B-57102CC3E62F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B1E0BC07-7D82-2F75-4A0A-54FDE2A2D8E2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25416E39-B999-81C3-0D73-7243A9866A9E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4C388D9F-8584-1881-219C-8AABDADAD95C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AF94CEC-2133-E2BE-114D-E7CE4EC689CB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23" name="Group 8">
            <a:extLst>
              <a:ext uri="{FF2B5EF4-FFF2-40B4-BE49-F238E27FC236}">
                <a16:creationId xmlns:a16="http://schemas.microsoft.com/office/drawing/2014/main" id="{5FF34FCA-4072-FE02-F5C8-89D929E3ED7A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340922E8-C79A-1645-F878-C8624A52B48B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6246972D-19A1-A800-8678-F0AA53A7E77F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60120" y="4274336"/>
            <a:ext cx="4296770" cy="5380829"/>
            <a:chOff x="0" y="0"/>
            <a:chExt cx="5729027" cy="71744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29027" cy="7174438"/>
            </a:xfrm>
            <a:custGeom>
              <a:avLst/>
              <a:gdLst/>
              <a:ahLst/>
              <a:cxnLst/>
              <a:rect l="l" t="t" r="r" b="b"/>
              <a:pathLst>
                <a:path w="5729027" h="7174438">
                  <a:moveTo>
                    <a:pt x="0" y="0"/>
                  </a:moveTo>
                  <a:lnTo>
                    <a:pt x="5729027" y="0"/>
                  </a:lnTo>
                  <a:lnTo>
                    <a:pt x="5729027" y="7174438"/>
                  </a:lnTo>
                  <a:lnTo>
                    <a:pt x="0" y="7174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273" r="-155373" b="558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729027" cy="7231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 increase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Prompt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Reminders 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Friends Posted to Board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Streaks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Comeback banner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Once user has opt-in to join 1 or more community boards, ‘Today Screen’ will show October snapshot.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Snapshot view of all the community boards available for the month (themed &amp; sponsored)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community board snapshot shows: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State (locked or unlocked)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of Real Passport stamp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Friends who have posted 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Number of Post </a:t>
              </a:r>
            </a:p>
          </p:txBody>
        </p:sp>
      </p:grpSp>
      <p:grpSp>
        <p:nvGrpSpPr>
          <p:cNvPr id="421" name="Group 421"/>
          <p:cNvGrpSpPr/>
          <p:nvPr/>
        </p:nvGrpSpPr>
        <p:grpSpPr>
          <a:xfrm>
            <a:off x="960120" y="2876066"/>
            <a:ext cx="6683359" cy="1303020"/>
            <a:chOff x="0" y="0"/>
            <a:chExt cx="8911146" cy="1737360"/>
          </a:xfrm>
        </p:grpSpPr>
        <p:grpSp>
          <p:nvGrpSpPr>
            <p:cNvPr id="422" name="Group 422"/>
            <p:cNvGrpSpPr/>
            <p:nvPr/>
          </p:nvGrpSpPr>
          <p:grpSpPr>
            <a:xfrm>
              <a:off x="0" y="0"/>
              <a:ext cx="5729027" cy="1737360"/>
              <a:chOff x="0" y="0"/>
              <a:chExt cx="5729027" cy="1737360"/>
            </a:xfrm>
          </p:grpSpPr>
          <p:sp>
            <p:nvSpPr>
              <p:cNvPr id="423" name="Freeform 423"/>
              <p:cNvSpPr/>
              <p:nvPr/>
            </p:nvSpPr>
            <p:spPr>
              <a:xfrm>
                <a:off x="0" y="0"/>
                <a:ext cx="5729027" cy="1737360"/>
              </a:xfrm>
              <a:custGeom>
                <a:avLst/>
                <a:gdLst/>
                <a:ahLst/>
                <a:cxnLst/>
                <a:rect l="l" t="t" r="r" b="b"/>
                <a:pathLst>
                  <a:path w="5729027" h="1737360">
                    <a:moveTo>
                      <a:pt x="0" y="0"/>
                    </a:moveTo>
                    <a:lnTo>
                      <a:pt x="5729027" y="0"/>
                    </a:lnTo>
                    <a:lnTo>
                      <a:pt x="5729027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65360" r="-235177" b="-16536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TextBox 424"/>
              <p:cNvSpPr txBox="1"/>
              <p:nvPr/>
            </p:nvSpPr>
            <p:spPr>
              <a:xfrm>
                <a:off x="0" y="38100"/>
                <a:ext cx="5729027" cy="169926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5120"/>
                  </a:lnSpc>
                </a:pPr>
                <a:r>
                  <a:rPr lang="en-US" sz="4799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Today Screen </a:t>
                </a:r>
              </a:p>
            </p:txBody>
          </p:sp>
        </p:grpSp>
        <p:grpSp>
          <p:nvGrpSpPr>
            <p:cNvPr id="425" name="Group 425"/>
            <p:cNvGrpSpPr/>
            <p:nvPr/>
          </p:nvGrpSpPr>
          <p:grpSpPr>
            <a:xfrm>
              <a:off x="5558238" y="0"/>
              <a:ext cx="3352907" cy="1737360"/>
              <a:chOff x="0" y="0"/>
              <a:chExt cx="3352907" cy="1737360"/>
            </a:xfrm>
          </p:grpSpPr>
          <p:sp>
            <p:nvSpPr>
              <p:cNvPr id="426" name="Freeform 426"/>
              <p:cNvSpPr/>
              <p:nvPr/>
            </p:nvSpPr>
            <p:spPr>
              <a:xfrm>
                <a:off x="0" y="0"/>
                <a:ext cx="3352907" cy="1737360"/>
              </a:xfrm>
              <a:custGeom>
                <a:avLst/>
                <a:gdLst/>
                <a:ahLst/>
                <a:cxnLst/>
                <a:rect l="l" t="t" r="r" b="b"/>
                <a:pathLst>
                  <a:path w="3352907" h="1737360">
                    <a:moveTo>
                      <a:pt x="0" y="0"/>
                    </a:moveTo>
                    <a:lnTo>
                      <a:pt x="3352907" y="0"/>
                    </a:lnTo>
                    <a:lnTo>
                      <a:pt x="3352907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65360" r="-472708" b="-16536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TextBox 427"/>
              <p:cNvSpPr txBox="1"/>
              <p:nvPr/>
            </p:nvSpPr>
            <p:spPr>
              <a:xfrm>
                <a:off x="0" y="9525"/>
                <a:ext cx="3352907" cy="17278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53"/>
                  </a:lnSpc>
                </a:pPr>
                <a:r>
                  <a:rPr lang="en-US" sz="2300" b="1" i="1">
                    <a:solidFill>
                      <a:srgbClr val="FFFFFF"/>
                    </a:solidFill>
                    <a:latin typeface="Arial Bold Italics"/>
                    <a:ea typeface="Arial Bold Italics"/>
                    <a:cs typeface="Arial Bold Italics"/>
                    <a:sym typeface="Arial Bold Italics"/>
                  </a:rPr>
                  <a:t>(Returning User) </a:t>
                </a:r>
              </a:p>
            </p:txBody>
          </p:sp>
        </p:grpSp>
      </p:grpSp>
      <p:grpSp>
        <p:nvGrpSpPr>
          <p:cNvPr id="428" name="Group 428"/>
          <p:cNvGrpSpPr/>
          <p:nvPr/>
        </p:nvGrpSpPr>
        <p:grpSpPr>
          <a:xfrm>
            <a:off x="8745156" y="9263675"/>
            <a:ext cx="3532819" cy="580191"/>
            <a:chOff x="0" y="0"/>
            <a:chExt cx="5623571" cy="923552"/>
          </a:xfrm>
        </p:grpSpPr>
        <p:sp>
          <p:nvSpPr>
            <p:cNvPr id="429" name="Freeform 429"/>
            <p:cNvSpPr/>
            <p:nvPr/>
          </p:nvSpPr>
          <p:spPr>
            <a:xfrm>
              <a:off x="0" y="0"/>
              <a:ext cx="5623571" cy="923552"/>
            </a:xfrm>
            <a:custGeom>
              <a:avLst/>
              <a:gdLst/>
              <a:ahLst/>
              <a:cxnLst/>
              <a:rect l="l" t="t" r="r" b="b"/>
              <a:pathLst>
                <a:path w="5623571" h="923552">
                  <a:moveTo>
                    <a:pt x="0" y="0"/>
                  </a:moveTo>
                  <a:lnTo>
                    <a:pt x="5623571" y="0"/>
                  </a:lnTo>
                  <a:lnTo>
                    <a:pt x="5623571" y="923552"/>
                  </a:lnTo>
                  <a:lnTo>
                    <a:pt x="0" y="923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072" r="-241462" b="-399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TextBox 430"/>
            <p:cNvSpPr txBox="1"/>
            <p:nvPr/>
          </p:nvSpPr>
          <p:spPr>
            <a:xfrm>
              <a:off x="0" y="0"/>
              <a:ext cx="5623571" cy="923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Daily Prompt </a:t>
              </a:r>
            </a:p>
          </p:txBody>
        </p:sp>
      </p:grpSp>
      <p:grpSp>
        <p:nvGrpSpPr>
          <p:cNvPr id="431" name="Group 431"/>
          <p:cNvGrpSpPr/>
          <p:nvPr/>
        </p:nvGrpSpPr>
        <p:grpSpPr>
          <a:xfrm>
            <a:off x="13503061" y="9258300"/>
            <a:ext cx="3970969" cy="655967"/>
            <a:chOff x="0" y="0"/>
            <a:chExt cx="6321021" cy="1044174"/>
          </a:xfrm>
        </p:grpSpPr>
        <p:sp>
          <p:nvSpPr>
            <p:cNvPr id="432" name="Freeform 432"/>
            <p:cNvSpPr/>
            <p:nvPr/>
          </p:nvSpPr>
          <p:spPr>
            <a:xfrm>
              <a:off x="0" y="0"/>
              <a:ext cx="6321021" cy="1044174"/>
            </a:xfrm>
            <a:custGeom>
              <a:avLst/>
              <a:gdLst/>
              <a:ahLst/>
              <a:cxnLst/>
              <a:rect l="l" t="t" r="r" b="b"/>
              <a:pathLst>
                <a:path w="6321021" h="1044174">
                  <a:moveTo>
                    <a:pt x="0" y="0"/>
                  </a:moveTo>
                  <a:lnTo>
                    <a:pt x="6321021" y="0"/>
                  </a:lnTo>
                  <a:lnTo>
                    <a:pt x="6321021" y="1044174"/>
                  </a:lnTo>
                  <a:lnTo>
                    <a:pt x="0" y="10441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137" r="-203786" b="-3415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3" name="TextBox 433"/>
            <p:cNvSpPr txBox="1"/>
            <p:nvPr/>
          </p:nvSpPr>
          <p:spPr>
            <a:xfrm>
              <a:off x="0" y="0"/>
              <a:ext cx="6321021" cy="1044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Snapshot</a:t>
              </a:r>
            </a:p>
          </p:txBody>
        </p:sp>
      </p:grpSp>
      <p:grpSp>
        <p:nvGrpSpPr>
          <p:cNvPr id="434" name="Group 434"/>
          <p:cNvGrpSpPr/>
          <p:nvPr/>
        </p:nvGrpSpPr>
        <p:grpSpPr>
          <a:xfrm>
            <a:off x="12552843" y="9405180"/>
            <a:ext cx="724412" cy="362206"/>
            <a:chOff x="0" y="0"/>
            <a:chExt cx="812800" cy="406400"/>
          </a:xfrm>
        </p:grpSpPr>
        <p:sp>
          <p:nvSpPr>
            <p:cNvPr id="435" name="Freeform 43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TextBox 436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437" name="Group 437"/>
          <p:cNvGrpSpPr/>
          <p:nvPr/>
        </p:nvGrpSpPr>
        <p:grpSpPr>
          <a:xfrm>
            <a:off x="12552843" y="4962397"/>
            <a:ext cx="724412" cy="362206"/>
            <a:chOff x="0" y="0"/>
            <a:chExt cx="812800" cy="406400"/>
          </a:xfrm>
        </p:grpSpPr>
        <p:sp>
          <p:nvSpPr>
            <p:cNvPr id="438" name="Freeform 43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9" name="TextBox 439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pic>
        <p:nvPicPr>
          <p:cNvPr id="441" name="Picture 440">
            <a:extLst>
              <a:ext uri="{FF2B5EF4-FFF2-40B4-BE49-F238E27FC236}">
                <a16:creationId xmlns:a16="http://schemas.microsoft.com/office/drawing/2014/main" id="{FEBDE941-309E-ABE4-B24D-4DE0D433B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0" y="1009650"/>
            <a:ext cx="4191000" cy="8267700"/>
          </a:xfrm>
          <a:prstGeom prst="rect">
            <a:avLst/>
          </a:prstGeom>
        </p:spPr>
      </p:pic>
      <p:pic>
        <p:nvPicPr>
          <p:cNvPr id="443" name="Picture 442">
            <a:extLst>
              <a:ext uri="{FF2B5EF4-FFF2-40B4-BE49-F238E27FC236}">
                <a16:creationId xmlns:a16="http://schemas.microsoft.com/office/drawing/2014/main" id="{A1AD42E6-B3EE-E04A-126E-3225BB9B5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427" y="1042988"/>
            <a:ext cx="4191000" cy="8267700"/>
          </a:xfrm>
          <a:prstGeom prst="rect">
            <a:avLst/>
          </a:prstGeom>
        </p:spPr>
      </p:pic>
      <p:grpSp>
        <p:nvGrpSpPr>
          <p:cNvPr id="14" name="Group 2">
            <a:extLst>
              <a:ext uri="{FF2B5EF4-FFF2-40B4-BE49-F238E27FC236}">
                <a16:creationId xmlns:a16="http://schemas.microsoft.com/office/drawing/2014/main" id="{B1372436-C123-38FE-D11F-DE2670972F76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94280446-ADAC-4D9F-687A-A4B9B4A1F053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7A43BA61-DB86-BCC6-7F34-3F92941D0258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17" name="Group 5">
            <a:extLst>
              <a:ext uri="{FF2B5EF4-FFF2-40B4-BE49-F238E27FC236}">
                <a16:creationId xmlns:a16="http://schemas.microsoft.com/office/drawing/2014/main" id="{D7483EBA-68E7-044B-073E-75B849936995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F2E1BBDD-2F2A-3DC2-666A-8ED9AA90E84A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C5B30416-E09B-CB74-E50A-18542426CCCA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20" name="Group 8">
            <a:extLst>
              <a:ext uri="{FF2B5EF4-FFF2-40B4-BE49-F238E27FC236}">
                <a16:creationId xmlns:a16="http://schemas.microsoft.com/office/drawing/2014/main" id="{9459A0D8-FEEF-003E-5F03-473F9FDB137D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C25D21DA-7E43-80DC-76ED-711FDCF74710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0522033B-640B-FCB5-DBC4-D13A671A1815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60120" y="4179086"/>
            <a:ext cx="4296770" cy="3609179"/>
            <a:chOff x="0" y="0"/>
            <a:chExt cx="5729027" cy="48122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29027" cy="4812238"/>
            </a:xfrm>
            <a:custGeom>
              <a:avLst/>
              <a:gdLst/>
              <a:ahLst/>
              <a:cxnLst/>
              <a:rect l="l" t="t" r="r" b="b"/>
              <a:pathLst>
                <a:path w="5729027" h="4812238">
                  <a:moveTo>
                    <a:pt x="0" y="0"/>
                  </a:moveTo>
                  <a:lnTo>
                    <a:pt x="5729027" y="0"/>
                  </a:lnTo>
                  <a:lnTo>
                    <a:pt x="5729027" y="4812238"/>
                  </a:lnTo>
                  <a:lnTo>
                    <a:pt x="0" y="4812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588" r="-155373" b="341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729027" cy="4869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 increase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Reminders 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Friends Posted to Board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Social curiosity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Streaks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loss framing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streak-breaking guilt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Comeback banner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Sets up for tomorrow’s engagement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pressure to post</a:t>
              </a:r>
            </a:p>
            <a:p>
              <a:pPr algn="l">
                <a:lnSpc>
                  <a:spcPts val="2340"/>
                </a:lnSpc>
              </a:pPr>
              <a:endParaRPr lang="en-US" sz="1800" spc="5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0120" y="2876066"/>
            <a:ext cx="4296770" cy="1303020"/>
            <a:chOff x="0" y="0"/>
            <a:chExt cx="5729027" cy="1737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29027" cy="1737360"/>
            </a:xfrm>
            <a:custGeom>
              <a:avLst/>
              <a:gdLst/>
              <a:ahLst/>
              <a:cxnLst/>
              <a:rect l="l" t="t" r="r" b="b"/>
              <a:pathLst>
                <a:path w="5729027" h="1737360">
                  <a:moveTo>
                    <a:pt x="0" y="0"/>
                  </a:moveTo>
                  <a:lnTo>
                    <a:pt x="5729027" y="0"/>
                  </a:lnTo>
                  <a:lnTo>
                    <a:pt x="5729027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235177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5729027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Reminders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03729" y="3070291"/>
            <a:ext cx="3225514" cy="6382234"/>
            <a:chOff x="0" y="0"/>
            <a:chExt cx="4300685" cy="8509645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0"/>
              <a:ext cx="4300685" cy="8509645"/>
              <a:chOff x="0" y="0"/>
              <a:chExt cx="2620010" cy="518414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1887" y="124666"/>
              <a:ext cx="3925499" cy="8220234"/>
              <a:chOff x="0" y="0"/>
              <a:chExt cx="1005423" cy="210541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25592" y="74448"/>
              <a:ext cx="4049501" cy="8270452"/>
              <a:chOff x="0" y="0"/>
              <a:chExt cx="666980" cy="136219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66980" cy="1362199"/>
              </a:xfrm>
              <a:custGeom>
                <a:avLst/>
                <a:gdLst/>
                <a:ahLst/>
                <a:cxnLst/>
                <a:rect l="l" t="t" r="r" b="b"/>
                <a:pathLst>
                  <a:path w="666980" h="1362199">
                    <a:moveTo>
                      <a:pt x="125819" y="0"/>
                    </a:moveTo>
                    <a:lnTo>
                      <a:pt x="541161" y="0"/>
                    </a:lnTo>
                    <a:cubicBezTo>
                      <a:pt x="610649" y="0"/>
                      <a:pt x="666980" y="56331"/>
                      <a:pt x="666980" y="125819"/>
                    </a:cubicBezTo>
                    <a:lnTo>
                      <a:pt x="666980" y="1236380"/>
                    </a:lnTo>
                    <a:cubicBezTo>
                      <a:pt x="666980" y="1305868"/>
                      <a:pt x="610649" y="1362199"/>
                      <a:pt x="541161" y="1362199"/>
                    </a:cubicBezTo>
                    <a:lnTo>
                      <a:pt x="125819" y="1362199"/>
                    </a:lnTo>
                    <a:cubicBezTo>
                      <a:pt x="56331" y="1362199"/>
                      <a:pt x="0" y="1305868"/>
                      <a:pt x="0" y="1236380"/>
                    </a:cubicBezTo>
                    <a:lnTo>
                      <a:pt x="0" y="125819"/>
                    </a:lnTo>
                    <a:cubicBezTo>
                      <a:pt x="0" y="56331"/>
                      <a:pt x="56331" y="0"/>
                      <a:pt x="125819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2116" r="-52116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243723" y="232687"/>
              <a:ext cx="1641826" cy="382679"/>
              <a:chOff x="0" y="0"/>
              <a:chExt cx="420515" cy="9801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20515" cy="98014"/>
              </a:xfrm>
              <a:custGeom>
                <a:avLst/>
                <a:gdLst/>
                <a:ahLst/>
                <a:cxnLst/>
                <a:rect l="l" t="t" r="r" b="b"/>
                <a:pathLst>
                  <a:path w="420515" h="98014">
                    <a:moveTo>
                      <a:pt x="49007" y="0"/>
                    </a:moveTo>
                    <a:lnTo>
                      <a:pt x="371508" y="0"/>
                    </a:lnTo>
                    <a:cubicBezTo>
                      <a:pt x="398573" y="0"/>
                      <a:pt x="420515" y="21941"/>
                      <a:pt x="420515" y="49007"/>
                    </a:cubicBezTo>
                    <a:lnTo>
                      <a:pt x="420515" y="49007"/>
                    </a:lnTo>
                    <a:cubicBezTo>
                      <a:pt x="420515" y="62005"/>
                      <a:pt x="415351" y="74470"/>
                      <a:pt x="406161" y="83660"/>
                    </a:cubicBezTo>
                    <a:cubicBezTo>
                      <a:pt x="396970" y="92851"/>
                      <a:pt x="384505" y="98014"/>
                      <a:pt x="371508" y="98014"/>
                    </a:cubicBezTo>
                    <a:lnTo>
                      <a:pt x="49007" y="98014"/>
                    </a:lnTo>
                    <a:cubicBezTo>
                      <a:pt x="21941" y="98014"/>
                      <a:pt x="0" y="76073"/>
                      <a:pt x="0" y="49007"/>
                    </a:cubicBezTo>
                    <a:lnTo>
                      <a:pt x="0" y="49007"/>
                    </a:lnTo>
                    <a:cubicBezTo>
                      <a:pt x="0" y="21941"/>
                      <a:pt x="21941" y="0"/>
                      <a:pt x="49007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420515" cy="1456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2556529" y="306454"/>
              <a:ext cx="194605" cy="194605"/>
            </a:xfrm>
            <a:custGeom>
              <a:avLst/>
              <a:gdLst/>
              <a:ahLst/>
              <a:cxnLst/>
              <a:rect l="l" t="t" r="r" b="b"/>
              <a:pathLst>
                <a:path w="194605" h="194605">
                  <a:moveTo>
                    <a:pt x="0" y="0"/>
                  </a:moveTo>
                  <a:lnTo>
                    <a:pt x="194605" y="0"/>
                  </a:lnTo>
                  <a:lnTo>
                    <a:pt x="194605" y="194605"/>
                  </a:lnTo>
                  <a:lnTo>
                    <a:pt x="0" y="194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402768" y="290611"/>
              <a:ext cx="159536" cy="226292"/>
            </a:xfrm>
            <a:custGeom>
              <a:avLst/>
              <a:gdLst/>
              <a:ahLst/>
              <a:cxnLst/>
              <a:rect l="l" t="t" r="r" b="b"/>
              <a:pathLst>
                <a:path w="159536" h="226292">
                  <a:moveTo>
                    <a:pt x="0" y="0"/>
                  </a:moveTo>
                  <a:lnTo>
                    <a:pt x="159535" y="0"/>
                  </a:lnTo>
                  <a:lnTo>
                    <a:pt x="159535" y="226291"/>
                  </a:lnTo>
                  <a:lnTo>
                    <a:pt x="0" y="22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754570" y="7956753"/>
              <a:ext cx="2791546" cy="251239"/>
            </a:xfrm>
            <a:custGeom>
              <a:avLst/>
              <a:gdLst/>
              <a:ahLst/>
              <a:cxnLst/>
              <a:rect l="l" t="t" r="r" b="b"/>
              <a:pathLst>
                <a:path w="2791546" h="251239">
                  <a:moveTo>
                    <a:pt x="0" y="0"/>
                  </a:moveTo>
                  <a:lnTo>
                    <a:pt x="2791546" y="0"/>
                  </a:lnTo>
                  <a:lnTo>
                    <a:pt x="2791546" y="251239"/>
                  </a:lnTo>
                  <a:lnTo>
                    <a:pt x="0" y="251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3086531" y="134742"/>
              <a:ext cx="625715" cy="625715"/>
            </a:xfrm>
            <a:custGeom>
              <a:avLst/>
              <a:gdLst/>
              <a:ahLst/>
              <a:cxnLst/>
              <a:rect l="l" t="t" r="r" b="b"/>
              <a:pathLst>
                <a:path w="625715" h="625715">
                  <a:moveTo>
                    <a:pt x="0" y="0"/>
                  </a:moveTo>
                  <a:lnTo>
                    <a:pt x="625715" y="0"/>
                  </a:lnTo>
                  <a:lnTo>
                    <a:pt x="625715" y="625714"/>
                  </a:lnTo>
                  <a:lnTo>
                    <a:pt x="0" y="625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3308866" y="333014"/>
              <a:ext cx="181045" cy="229171"/>
            </a:xfrm>
            <a:custGeom>
              <a:avLst/>
              <a:gdLst/>
              <a:ahLst/>
              <a:cxnLst/>
              <a:rect l="l" t="t" r="r" b="b"/>
              <a:pathLst>
                <a:path w="181045" h="229171">
                  <a:moveTo>
                    <a:pt x="0" y="0"/>
                  </a:moveTo>
                  <a:lnTo>
                    <a:pt x="181045" y="0"/>
                  </a:lnTo>
                  <a:lnTo>
                    <a:pt x="181045" y="229170"/>
                  </a:lnTo>
                  <a:lnTo>
                    <a:pt x="0" y="22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28241" y="4356288"/>
              <a:ext cx="2671148" cy="903830"/>
              <a:chOff x="0" y="0"/>
              <a:chExt cx="581580" cy="19678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81580" cy="196788"/>
              </a:xfrm>
              <a:custGeom>
                <a:avLst/>
                <a:gdLst/>
                <a:ahLst/>
                <a:cxnLst/>
                <a:rect l="l" t="t" r="r" b="b"/>
                <a:pathLst>
                  <a:path w="581580" h="196788">
                    <a:moveTo>
                      <a:pt x="98394" y="0"/>
                    </a:moveTo>
                    <a:lnTo>
                      <a:pt x="483186" y="0"/>
                    </a:lnTo>
                    <a:cubicBezTo>
                      <a:pt x="509282" y="0"/>
                      <a:pt x="534309" y="10366"/>
                      <a:pt x="552761" y="28819"/>
                    </a:cubicBezTo>
                    <a:cubicBezTo>
                      <a:pt x="571213" y="47271"/>
                      <a:pt x="581580" y="72298"/>
                      <a:pt x="581580" y="98394"/>
                    </a:cubicBezTo>
                    <a:lnTo>
                      <a:pt x="581580" y="98394"/>
                    </a:lnTo>
                    <a:cubicBezTo>
                      <a:pt x="581580" y="152735"/>
                      <a:pt x="537527" y="196788"/>
                      <a:pt x="483186" y="196788"/>
                    </a:cubicBezTo>
                    <a:lnTo>
                      <a:pt x="98394" y="196788"/>
                    </a:lnTo>
                    <a:cubicBezTo>
                      <a:pt x="44052" y="196788"/>
                      <a:pt x="0" y="152735"/>
                      <a:pt x="0" y="98394"/>
                    </a:cubicBezTo>
                    <a:lnTo>
                      <a:pt x="0" y="98394"/>
                    </a:lnTo>
                    <a:cubicBezTo>
                      <a:pt x="0" y="44052"/>
                      <a:pt x="44052" y="0"/>
                      <a:pt x="98394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t="-48265" b="-4826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030488" y="4630105"/>
              <a:ext cx="356197" cy="356197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38888" r="-3888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5" name="Freeform 45"/>
            <p:cNvSpPr/>
            <p:nvPr/>
          </p:nvSpPr>
          <p:spPr>
            <a:xfrm>
              <a:off x="1288176" y="4562896"/>
              <a:ext cx="134417" cy="134417"/>
            </a:xfrm>
            <a:custGeom>
              <a:avLst/>
              <a:gdLst/>
              <a:ahLst/>
              <a:cxnLst/>
              <a:rect l="l" t="t" r="r" b="b"/>
              <a:pathLst>
                <a:path w="134417" h="134417">
                  <a:moveTo>
                    <a:pt x="0" y="0"/>
                  </a:moveTo>
                  <a:lnTo>
                    <a:pt x="134417" y="0"/>
                  </a:lnTo>
                  <a:lnTo>
                    <a:pt x="134417" y="134418"/>
                  </a:lnTo>
                  <a:lnTo>
                    <a:pt x="0" y="134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1326127" y="4593070"/>
              <a:ext cx="58516" cy="74071"/>
            </a:xfrm>
            <a:custGeom>
              <a:avLst/>
              <a:gdLst/>
              <a:ahLst/>
              <a:cxnLst/>
              <a:rect l="l" t="t" r="r" b="b"/>
              <a:pathLst>
                <a:path w="58516" h="74071">
                  <a:moveTo>
                    <a:pt x="0" y="0"/>
                  </a:moveTo>
                  <a:lnTo>
                    <a:pt x="58516" y="0"/>
                  </a:lnTo>
                  <a:lnTo>
                    <a:pt x="58516" y="74070"/>
                  </a:lnTo>
                  <a:lnTo>
                    <a:pt x="0" y="7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03907" y="4779628"/>
              <a:ext cx="1639548" cy="331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19"/>
                </a:lnSpc>
                <a:spcBef>
                  <a:spcPct val="0"/>
                </a:spcBef>
              </a:pPr>
              <a:r>
                <a:rPr lang="en-US" sz="76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Friends Have Posted To CRAMMING Board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25935" y="4494876"/>
              <a:ext cx="1195492" cy="251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11"/>
                </a:lnSpc>
                <a:spcBef>
                  <a:spcPct val="0"/>
                </a:spcBef>
              </a:pPr>
              <a:r>
                <a:rPr lang="en-US" sz="117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👀 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68725" y="912213"/>
              <a:ext cx="1363235" cy="28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7"/>
                </a:lnSpc>
                <a:spcBef>
                  <a:spcPct val="0"/>
                </a:spcBef>
              </a:pPr>
              <a:r>
                <a:rPr lang="en-US" sz="127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SUN Oct 18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051" y="1172713"/>
              <a:ext cx="2640582" cy="1035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8"/>
                </a:lnSpc>
                <a:spcBef>
                  <a:spcPct val="0"/>
                </a:spcBef>
              </a:pPr>
              <a:r>
                <a:rPr lang="en-US" sz="466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8:33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0946" y="3564277"/>
              <a:ext cx="3258792" cy="468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45"/>
                </a:lnSpc>
                <a:spcBef>
                  <a:spcPct val="0"/>
                </a:spcBef>
              </a:pPr>
              <a:r>
                <a:rPr lang="en-US" sz="212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Notification Center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819246" y="982848"/>
            <a:ext cx="4182327" cy="8275452"/>
            <a:chOff x="0" y="0"/>
            <a:chExt cx="5576435" cy="11033936"/>
          </a:xfrm>
        </p:grpSpPr>
        <p:grpSp>
          <p:nvGrpSpPr>
            <p:cNvPr id="53" name="Group 53"/>
            <p:cNvGrpSpPr>
              <a:grpSpLocks noChangeAspect="1"/>
            </p:cNvGrpSpPr>
            <p:nvPr/>
          </p:nvGrpSpPr>
          <p:grpSpPr>
            <a:xfrm>
              <a:off x="0" y="0"/>
              <a:ext cx="5576435" cy="11033936"/>
              <a:chOff x="0" y="0"/>
              <a:chExt cx="2620010" cy="518414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32110" y="161647"/>
              <a:ext cx="5089955" cy="10658674"/>
              <a:chOff x="0" y="0"/>
              <a:chExt cx="1005423" cy="2105417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66" name="Freeform 66"/>
            <p:cNvSpPr/>
            <p:nvPr/>
          </p:nvSpPr>
          <p:spPr>
            <a:xfrm>
              <a:off x="345184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3" y="0"/>
                  </a:lnTo>
                  <a:lnTo>
                    <a:pt x="942673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607468" y="812658"/>
              <a:ext cx="418106" cy="529248"/>
            </a:xfrm>
            <a:custGeom>
              <a:avLst/>
              <a:gdLst/>
              <a:ahLst/>
              <a:cxnLst/>
              <a:rect l="l" t="t" r="r" b="b"/>
              <a:pathLst>
                <a:path w="418106" h="529248">
                  <a:moveTo>
                    <a:pt x="0" y="0"/>
                  </a:moveTo>
                  <a:lnTo>
                    <a:pt x="418106" y="0"/>
                  </a:lnTo>
                  <a:lnTo>
                    <a:pt x="418106" y="529248"/>
                  </a:lnTo>
                  <a:lnTo>
                    <a:pt x="0" y="52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8"/>
            <p:cNvSpPr/>
            <p:nvPr/>
          </p:nvSpPr>
          <p:spPr>
            <a:xfrm>
              <a:off x="4020713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2" y="0"/>
                  </a:lnTo>
                  <a:lnTo>
                    <a:pt x="942672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9"/>
            <p:cNvSpPr/>
            <p:nvPr/>
          </p:nvSpPr>
          <p:spPr>
            <a:xfrm>
              <a:off x="4252646" y="795632"/>
              <a:ext cx="478806" cy="563301"/>
            </a:xfrm>
            <a:custGeom>
              <a:avLst/>
              <a:gdLst/>
              <a:ahLst/>
              <a:cxnLst/>
              <a:rect l="l" t="t" r="r" b="b"/>
              <a:pathLst>
                <a:path w="478806" h="563301">
                  <a:moveTo>
                    <a:pt x="0" y="0"/>
                  </a:moveTo>
                  <a:lnTo>
                    <a:pt x="478806" y="0"/>
                  </a:lnTo>
                  <a:lnTo>
                    <a:pt x="478806" y="563301"/>
                  </a:lnTo>
                  <a:lnTo>
                    <a:pt x="0" y="5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2913191" y="1850275"/>
              <a:ext cx="2318060" cy="798756"/>
              <a:chOff x="0" y="0"/>
              <a:chExt cx="2778550" cy="957431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2778550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778550" h="957431">
                    <a:moveTo>
                      <a:pt x="0" y="0"/>
                    </a:moveTo>
                    <a:lnTo>
                      <a:pt x="2778550" y="0"/>
                    </a:lnTo>
                    <a:lnTo>
                      <a:pt x="2778550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59109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0"/>
                <a:ext cx="2778550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Friends of Friends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77249" y="9549613"/>
              <a:ext cx="4854002" cy="1062208"/>
              <a:chOff x="0" y="0"/>
              <a:chExt cx="958815" cy="209819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998789" y="605946"/>
              <a:ext cx="1578858" cy="957431"/>
              <a:chOff x="0" y="0"/>
              <a:chExt cx="1578858" cy="957431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79" name="Freeform 79"/>
            <p:cNvSpPr/>
            <p:nvPr/>
          </p:nvSpPr>
          <p:spPr>
            <a:xfrm>
              <a:off x="713612" y="9888564"/>
              <a:ext cx="256494" cy="238539"/>
            </a:xfrm>
            <a:custGeom>
              <a:avLst/>
              <a:gdLst/>
              <a:ahLst/>
              <a:cxnLst/>
              <a:rect l="l" t="t" r="r" b="b"/>
              <a:pathLst>
                <a:path w="256494" h="238539">
                  <a:moveTo>
                    <a:pt x="0" y="0"/>
                  </a:moveTo>
                  <a:lnTo>
                    <a:pt x="256494" y="0"/>
                  </a:lnTo>
                  <a:lnTo>
                    <a:pt x="256494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80"/>
            <p:cNvSpPr/>
            <p:nvPr/>
          </p:nvSpPr>
          <p:spPr>
            <a:xfrm>
              <a:off x="1734675" y="9888564"/>
              <a:ext cx="265043" cy="238539"/>
            </a:xfrm>
            <a:custGeom>
              <a:avLst/>
              <a:gdLst/>
              <a:ahLst/>
              <a:cxnLst/>
              <a:rect l="l" t="t" r="r" b="b"/>
              <a:pathLst>
                <a:path w="265043" h="238539">
                  <a:moveTo>
                    <a:pt x="0" y="0"/>
                  </a:moveTo>
                  <a:lnTo>
                    <a:pt x="265043" y="0"/>
                  </a:lnTo>
                  <a:lnTo>
                    <a:pt x="265043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1"/>
            <p:cNvSpPr/>
            <p:nvPr/>
          </p:nvSpPr>
          <p:spPr>
            <a:xfrm>
              <a:off x="3577647" y="9765887"/>
              <a:ext cx="371258" cy="373124"/>
            </a:xfrm>
            <a:custGeom>
              <a:avLst/>
              <a:gdLst/>
              <a:ahLst/>
              <a:cxnLst/>
              <a:rect l="l" t="t" r="r" b="b"/>
              <a:pathLst>
                <a:path w="371258" h="373124">
                  <a:moveTo>
                    <a:pt x="0" y="0"/>
                  </a:moveTo>
                  <a:lnTo>
                    <a:pt x="371258" y="0"/>
                  </a:lnTo>
                  <a:lnTo>
                    <a:pt x="371258" y="373124"/>
                  </a:lnTo>
                  <a:lnTo>
                    <a:pt x="0" y="37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4535455" y="9735621"/>
              <a:ext cx="433657" cy="433657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9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4" name="Freeform 84"/>
            <p:cNvSpPr/>
            <p:nvPr/>
          </p:nvSpPr>
          <p:spPr>
            <a:xfrm>
              <a:off x="2464456" y="9747998"/>
              <a:ext cx="620166" cy="620166"/>
            </a:xfrm>
            <a:custGeom>
              <a:avLst/>
              <a:gdLst/>
              <a:ahLst/>
              <a:cxnLst/>
              <a:rect l="l" t="t" r="r" b="b"/>
              <a:pathLst>
                <a:path w="620166" h="620166">
                  <a:moveTo>
                    <a:pt x="0" y="0"/>
                  </a:moveTo>
                  <a:lnTo>
                    <a:pt x="620166" y="0"/>
                  </a:lnTo>
                  <a:lnTo>
                    <a:pt x="620166" y="620167"/>
                  </a:lnTo>
                  <a:lnTo>
                    <a:pt x="0" y="620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5"/>
            <p:cNvSpPr/>
            <p:nvPr/>
          </p:nvSpPr>
          <p:spPr>
            <a:xfrm>
              <a:off x="2567835" y="9889618"/>
              <a:ext cx="413408" cy="336928"/>
            </a:xfrm>
            <a:custGeom>
              <a:avLst/>
              <a:gdLst/>
              <a:ahLst/>
              <a:cxnLst/>
              <a:rect l="l" t="t" r="r" b="b"/>
              <a:pathLst>
                <a:path w="413408" h="336928">
                  <a:moveTo>
                    <a:pt x="0" y="0"/>
                  </a:moveTo>
                  <a:lnTo>
                    <a:pt x="413408" y="0"/>
                  </a:lnTo>
                  <a:lnTo>
                    <a:pt x="413408" y="336927"/>
                  </a:lnTo>
                  <a:lnTo>
                    <a:pt x="0" y="336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55305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480643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376722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365730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251597" y="2804708"/>
              <a:ext cx="1588850" cy="613535"/>
              <a:chOff x="0" y="0"/>
              <a:chExt cx="313847" cy="121192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816521" y="1929613"/>
              <a:ext cx="1578858" cy="798756"/>
              <a:chOff x="0" y="0"/>
              <a:chExt cx="1892503" cy="957431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189250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957431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91465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0" y="0"/>
                <a:ext cx="189250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582024" y="2797176"/>
              <a:ext cx="1023926" cy="628600"/>
              <a:chOff x="0" y="0"/>
              <a:chExt cx="1559557" cy="957431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0" y="0"/>
                <a:ext cx="1559557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Today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1991405" y="2797176"/>
              <a:ext cx="1588850" cy="613535"/>
              <a:chOff x="0" y="0"/>
              <a:chExt cx="313847" cy="121192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2323047" y="2797176"/>
              <a:ext cx="930342" cy="628600"/>
              <a:chOff x="0" y="0"/>
              <a:chExt cx="1417019" cy="957431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1417019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7019" h="957431">
                    <a:moveTo>
                      <a:pt x="0" y="0"/>
                    </a:moveTo>
                    <a:lnTo>
                      <a:pt x="1417019" y="0"/>
                    </a:lnTo>
                    <a:lnTo>
                      <a:pt x="1417019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512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0" y="0"/>
                <a:ext cx="1417019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Board</a:t>
                </a: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3731214" y="2789644"/>
              <a:ext cx="1588850" cy="613535"/>
              <a:chOff x="0" y="0"/>
              <a:chExt cx="313847" cy="121192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4062855" y="2804708"/>
              <a:ext cx="928093" cy="628600"/>
              <a:chOff x="0" y="0"/>
              <a:chExt cx="1413593" cy="957431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141359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3593" h="957431">
                    <a:moveTo>
                      <a:pt x="0" y="0"/>
                    </a:moveTo>
                    <a:lnTo>
                      <a:pt x="1413593" y="0"/>
                    </a:lnTo>
                    <a:lnTo>
                      <a:pt x="141359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841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0" y="0"/>
                <a:ext cx="141359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Passport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333920" y="3527760"/>
              <a:ext cx="2781418" cy="798756"/>
              <a:chOff x="0" y="0"/>
              <a:chExt cx="3333956" cy="957431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3333956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3333956" h="957431">
                    <a:moveTo>
                      <a:pt x="0" y="0"/>
                    </a:moveTo>
                    <a:lnTo>
                      <a:pt x="3333956" y="0"/>
                    </a:lnTo>
                    <a:lnTo>
                      <a:pt x="3333956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47596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0" y="0"/>
                <a:ext cx="3333956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813"/>
                  </a:lnSpc>
                </a:pPr>
                <a:r>
                  <a:rPr lang="en-US" sz="17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October 2026 Board</a:t>
                </a: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3866747" y="3727448"/>
              <a:ext cx="1259734" cy="399378"/>
              <a:chOff x="0" y="0"/>
              <a:chExt cx="1509985" cy="478716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6 FRIENDS</a:t>
                </a: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333920" y="4326515"/>
              <a:ext cx="4850948" cy="914564"/>
              <a:chOff x="0" y="0"/>
              <a:chExt cx="958212" cy="180655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958212" cy="180655"/>
              </a:xfrm>
              <a:custGeom>
                <a:avLst/>
                <a:gdLst/>
                <a:ahLst/>
                <a:cxnLst/>
                <a:rect l="l" t="t" r="r" b="b"/>
                <a:pathLst>
                  <a:path w="958212" h="180655">
                    <a:moveTo>
                      <a:pt x="90327" y="0"/>
                    </a:moveTo>
                    <a:lnTo>
                      <a:pt x="867885" y="0"/>
                    </a:lnTo>
                    <a:cubicBezTo>
                      <a:pt x="891841" y="0"/>
                      <a:pt x="914816" y="9517"/>
                      <a:pt x="931756" y="26456"/>
                    </a:cubicBezTo>
                    <a:cubicBezTo>
                      <a:pt x="948695" y="43396"/>
                      <a:pt x="958212" y="66371"/>
                      <a:pt x="958212" y="90327"/>
                    </a:cubicBezTo>
                    <a:lnTo>
                      <a:pt x="958212" y="90327"/>
                    </a:lnTo>
                    <a:cubicBezTo>
                      <a:pt x="958212" y="140214"/>
                      <a:pt x="917771" y="180655"/>
                      <a:pt x="867885" y="180655"/>
                    </a:cubicBezTo>
                    <a:lnTo>
                      <a:pt x="90327" y="180655"/>
                    </a:lnTo>
                    <a:cubicBezTo>
                      <a:pt x="40441" y="180655"/>
                      <a:pt x="0" y="140214"/>
                      <a:pt x="0" y="90327"/>
                    </a:cubicBezTo>
                    <a:lnTo>
                      <a:pt x="0" y="90327"/>
                    </a:lnTo>
                    <a:cubicBezTo>
                      <a:pt x="0" y="40441"/>
                      <a:pt x="40441" y="0"/>
                      <a:pt x="90327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0" y="-28575"/>
                <a:ext cx="958212" cy="2092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Powered by Iced Coffee &amp; Delusion</a:t>
                </a:r>
                <a:r>
                  <a:rPr lang="en-US" sz="165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☕️</a:t>
                </a:r>
              </a:p>
              <a:p>
                <a:pPr algn="ctr">
                  <a:lnSpc>
                    <a:spcPts val="1020"/>
                  </a:lnSpc>
                </a:pPr>
                <a:r>
                  <a:rPr lang="en-US" sz="8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Shared monthly collage • Boards locks 10/31/2026</a:t>
                </a: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333920" y="5355379"/>
              <a:ext cx="1553317" cy="1866579"/>
              <a:chOff x="0" y="0"/>
              <a:chExt cx="306828" cy="368707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306828" cy="368707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68707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9088"/>
                    </a:lnTo>
                    <a:cubicBezTo>
                      <a:pt x="306828" y="315152"/>
                      <a:pt x="253273" y="368707"/>
                      <a:pt x="187209" y="368707"/>
                    </a:cubicBezTo>
                    <a:lnTo>
                      <a:pt x="119619" y="368707"/>
                    </a:lnTo>
                    <a:cubicBezTo>
                      <a:pt x="53555" y="368707"/>
                      <a:pt x="0" y="315152"/>
                      <a:pt x="0" y="249088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0" y="-47625"/>
                <a:ext cx="306828" cy="4163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23" name="Freeform 123"/>
            <p:cNvSpPr/>
            <p:nvPr/>
          </p:nvSpPr>
          <p:spPr>
            <a:xfrm>
              <a:off x="667093" y="5648629"/>
              <a:ext cx="826397" cy="826397"/>
            </a:xfrm>
            <a:custGeom>
              <a:avLst/>
              <a:gdLst/>
              <a:ahLst/>
              <a:cxnLst/>
              <a:rect l="l" t="t" r="r" b="b"/>
              <a:pathLst>
                <a:path w="826397" h="826397">
                  <a:moveTo>
                    <a:pt x="0" y="0"/>
                  </a:moveTo>
                  <a:lnTo>
                    <a:pt x="826397" y="0"/>
                  </a:lnTo>
                  <a:lnTo>
                    <a:pt x="826397" y="826397"/>
                  </a:lnTo>
                  <a:lnTo>
                    <a:pt x="0" y="82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833419" y="5818134"/>
              <a:ext cx="515045" cy="275549"/>
            </a:xfrm>
            <a:custGeom>
              <a:avLst/>
              <a:gdLst/>
              <a:ahLst/>
              <a:cxnLst/>
              <a:rect l="l" t="t" r="r" b="b"/>
              <a:pathLst>
                <a:path w="515045" h="275549">
                  <a:moveTo>
                    <a:pt x="0" y="0"/>
                  </a:moveTo>
                  <a:lnTo>
                    <a:pt x="515045" y="0"/>
                  </a:lnTo>
                  <a:lnTo>
                    <a:pt x="515045" y="275549"/>
                  </a:lnTo>
                  <a:lnTo>
                    <a:pt x="0" y="27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66666" y="5674239"/>
              <a:ext cx="648552" cy="290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r>
                <a:rPr lang="en-US" sz="657" b="1" spc="8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126" name="Freeform 126"/>
            <p:cNvSpPr/>
            <p:nvPr/>
          </p:nvSpPr>
          <p:spPr>
            <a:xfrm rot="-3394830" flipV="1">
              <a:off x="717926" y="5989543"/>
              <a:ext cx="127396" cy="40044"/>
            </a:xfrm>
            <a:custGeom>
              <a:avLst/>
              <a:gdLst/>
              <a:ahLst/>
              <a:cxnLst/>
              <a:rect l="l" t="t" r="r" b="b"/>
              <a:pathLst>
                <a:path w="127396" h="40044">
                  <a:moveTo>
                    <a:pt x="0" y="40044"/>
                  </a:moveTo>
                  <a:lnTo>
                    <a:pt x="127397" y="40044"/>
                  </a:lnTo>
                  <a:lnTo>
                    <a:pt x="127397" y="0"/>
                  </a:lnTo>
                  <a:lnTo>
                    <a:pt x="0" y="0"/>
                  </a:lnTo>
                  <a:lnTo>
                    <a:pt x="0" y="4004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27"/>
            <p:cNvSpPr/>
            <p:nvPr/>
          </p:nvSpPr>
          <p:spPr>
            <a:xfrm rot="-6716943">
              <a:off x="1337250" y="5991172"/>
              <a:ext cx="117029" cy="36785"/>
            </a:xfrm>
            <a:custGeom>
              <a:avLst/>
              <a:gdLst/>
              <a:ahLst/>
              <a:cxnLst/>
              <a:rect l="l" t="t" r="r" b="b"/>
              <a:pathLst>
                <a:path w="117029" h="36785">
                  <a:moveTo>
                    <a:pt x="0" y="0"/>
                  </a:moveTo>
                  <a:lnTo>
                    <a:pt x="117028" y="0"/>
                  </a:lnTo>
                  <a:lnTo>
                    <a:pt x="117028" y="36786"/>
                  </a:lnTo>
                  <a:lnTo>
                    <a:pt x="0" y="36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28"/>
            <p:cNvSpPr/>
            <p:nvPr/>
          </p:nvSpPr>
          <p:spPr>
            <a:xfrm rot="2699999">
              <a:off x="816100" y="5899924"/>
              <a:ext cx="534627" cy="534627"/>
            </a:xfrm>
            <a:custGeom>
              <a:avLst/>
              <a:gdLst/>
              <a:ahLst/>
              <a:cxnLst/>
              <a:rect l="l" t="t" r="r" b="b"/>
              <a:pathLst>
                <a:path w="534627" h="534627">
                  <a:moveTo>
                    <a:pt x="0" y="0"/>
                  </a:moveTo>
                  <a:lnTo>
                    <a:pt x="534626" y="0"/>
                  </a:lnTo>
                  <a:lnTo>
                    <a:pt x="534626" y="534626"/>
                  </a:lnTo>
                  <a:lnTo>
                    <a:pt x="0" y="53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62894" y="6340736"/>
              <a:ext cx="234794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30" name="Freeform 130"/>
            <p:cNvSpPr/>
            <p:nvPr/>
          </p:nvSpPr>
          <p:spPr>
            <a:xfrm rot="2699999">
              <a:off x="879758" y="6095442"/>
              <a:ext cx="401067" cy="401067"/>
            </a:xfrm>
            <a:custGeom>
              <a:avLst/>
              <a:gdLst/>
              <a:ahLst/>
              <a:cxnLst/>
              <a:rect l="l" t="t" r="r" b="b"/>
              <a:pathLst>
                <a:path w="401067" h="401067">
                  <a:moveTo>
                    <a:pt x="0" y="0"/>
                  </a:moveTo>
                  <a:lnTo>
                    <a:pt x="401067" y="0"/>
                  </a:lnTo>
                  <a:lnTo>
                    <a:pt x="401067" y="401067"/>
                  </a:lnTo>
                  <a:lnTo>
                    <a:pt x="0" y="401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1"/>
            <p:cNvSpPr/>
            <p:nvPr/>
          </p:nvSpPr>
          <p:spPr>
            <a:xfrm>
              <a:off x="999513" y="5907411"/>
              <a:ext cx="182857" cy="179200"/>
            </a:xfrm>
            <a:custGeom>
              <a:avLst/>
              <a:gdLst/>
              <a:ahLst/>
              <a:cxnLst/>
              <a:rect l="l" t="t" r="r" b="b"/>
              <a:pathLst>
                <a:path w="182857" h="179200">
                  <a:moveTo>
                    <a:pt x="0" y="0"/>
                  </a:moveTo>
                  <a:lnTo>
                    <a:pt x="182857" y="0"/>
                  </a:lnTo>
                  <a:lnTo>
                    <a:pt x="182857" y="179199"/>
                  </a:lnTo>
                  <a:lnTo>
                    <a:pt x="0" y="17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92311" y="6200830"/>
              <a:ext cx="382204" cy="75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"/>
                </a:lnSpc>
                <a:spcBef>
                  <a:spcPct val="0"/>
                </a:spcBef>
              </a:pPr>
              <a:r>
                <a:rPr lang="en-US" sz="33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21719" y="6083924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253403" y="6083924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grpSp>
          <p:nvGrpSpPr>
            <p:cNvPr id="135" name="Group 135"/>
            <p:cNvGrpSpPr/>
            <p:nvPr/>
          </p:nvGrpSpPr>
          <p:grpSpPr>
            <a:xfrm>
              <a:off x="2026938" y="5355379"/>
              <a:ext cx="1553317" cy="1866579"/>
              <a:chOff x="0" y="0"/>
              <a:chExt cx="306828" cy="368707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306828" cy="368707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68707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9088"/>
                    </a:lnTo>
                    <a:cubicBezTo>
                      <a:pt x="306828" y="315152"/>
                      <a:pt x="253273" y="368707"/>
                      <a:pt x="187209" y="368707"/>
                    </a:cubicBezTo>
                    <a:lnTo>
                      <a:pt x="119619" y="368707"/>
                    </a:lnTo>
                    <a:cubicBezTo>
                      <a:pt x="53555" y="368707"/>
                      <a:pt x="0" y="315152"/>
                      <a:pt x="0" y="249088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0" y="-47625"/>
                <a:ext cx="306828" cy="4163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3719955" y="5399587"/>
              <a:ext cx="1553317" cy="1822371"/>
              <a:chOff x="0" y="0"/>
              <a:chExt cx="306828" cy="359975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41" name="Freeform 141"/>
            <p:cNvSpPr/>
            <p:nvPr/>
          </p:nvSpPr>
          <p:spPr>
            <a:xfrm>
              <a:off x="2390398" y="5633907"/>
              <a:ext cx="826397" cy="826397"/>
            </a:xfrm>
            <a:custGeom>
              <a:avLst/>
              <a:gdLst/>
              <a:ahLst/>
              <a:cxnLst/>
              <a:rect l="l" t="t" r="r" b="b"/>
              <a:pathLst>
                <a:path w="826397" h="826397">
                  <a:moveTo>
                    <a:pt x="0" y="0"/>
                  </a:moveTo>
                  <a:lnTo>
                    <a:pt x="826397" y="0"/>
                  </a:lnTo>
                  <a:lnTo>
                    <a:pt x="826397" y="826397"/>
                  </a:lnTo>
                  <a:lnTo>
                    <a:pt x="0" y="82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42"/>
            <p:cNvSpPr/>
            <p:nvPr/>
          </p:nvSpPr>
          <p:spPr>
            <a:xfrm>
              <a:off x="2556724" y="5803412"/>
              <a:ext cx="515045" cy="275549"/>
            </a:xfrm>
            <a:custGeom>
              <a:avLst/>
              <a:gdLst/>
              <a:ahLst/>
              <a:cxnLst/>
              <a:rect l="l" t="t" r="r" b="b"/>
              <a:pathLst>
                <a:path w="515045" h="275549">
                  <a:moveTo>
                    <a:pt x="0" y="0"/>
                  </a:moveTo>
                  <a:lnTo>
                    <a:pt x="515045" y="0"/>
                  </a:lnTo>
                  <a:lnTo>
                    <a:pt x="515045" y="275549"/>
                  </a:lnTo>
                  <a:lnTo>
                    <a:pt x="0" y="27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2665665" y="5659517"/>
              <a:ext cx="297164" cy="17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r>
                <a:rPr lang="en-US" sz="657" b="1" spc="8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HIKE</a:t>
              </a:r>
            </a:p>
          </p:txBody>
        </p:sp>
        <p:sp>
          <p:nvSpPr>
            <p:cNvPr id="144" name="Freeform 144"/>
            <p:cNvSpPr/>
            <p:nvPr/>
          </p:nvSpPr>
          <p:spPr>
            <a:xfrm rot="-3394830" flipV="1">
              <a:off x="2441231" y="5974821"/>
              <a:ext cx="127396" cy="40044"/>
            </a:xfrm>
            <a:custGeom>
              <a:avLst/>
              <a:gdLst/>
              <a:ahLst/>
              <a:cxnLst/>
              <a:rect l="l" t="t" r="r" b="b"/>
              <a:pathLst>
                <a:path w="127396" h="40044">
                  <a:moveTo>
                    <a:pt x="0" y="40044"/>
                  </a:moveTo>
                  <a:lnTo>
                    <a:pt x="127397" y="40044"/>
                  </a:lnTo>
                  <a:lnTo>
                    <a:pt x="127397" y="0"/>
                  </a:lnTo>
                  <a:lnTo>
                    <a:pt x="0" y="0"/>
                  </a:lnTo>
                  <a:lnTo>
                    <a:pt x="0" y="4004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45"/>
            <p:cNvSpPr/>
            <p:nvPr/>
          </p:nvSpPr>
          <p:spPr>
            <a:xfrm rot="-6716943">
              <a:off x="3060555" y="5976451"/>
              <a:ext cx="117029" cy="36785"/>
            </a:xfrm>
            <a:custGeom>
              <a:avLst/>
              <a:gdLst/>
              <a:ahLst/>
              <a:cxnLst/>
              <a:rect l="l" t="t" r="r" b="b"/>
              <a:pathLst>
                <a:path w="117029" h="36785">
                  <a:moveTo>
                    <a:pt x="0" y="0"/>
                  </a:moveTo>
                  <a:lnTo>
                    <a:pt x="117028" y="0"/>
                  </a:lnTo>
                  <a:lnTo>
                    <a:pt x="117028" y="36785"/>
                  </a:lnTo>
                  <a:lnTo>
                    <a:pt x="0" y="3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46"/>
            <p:cNvSpPr/>
            <p:nvPr/>
          </p:nvSpPr>
          <p:spPr>
            <a:xfrm rot="2699999">
              <a:off x="2539405" y="5885202"/>
              <a:ext cx="534627" cy="534627"/>
            </a:xfrm>
            <a:custGeom>
              <a:avLst/>
              <a:gdLst/>
              <a:ahLst/>
              <a:cxnLst/>
              <a:rect l="l" t="t" r="r" b="b"/>
              <a:pathLst>
                <a:path w="534627" h="534627">
                  <a:moveTo>
                    <a:pt x="0" y="0"/>
                  </a:moveTo>
                  <a:lnTo>
                    <a:pt x="534626" y="0"/>
                  </a:lnTo>
                  <a:lnTo>
                    <a:pt x="534626" y="534626"/>
                  </a:lnTo>
                  <a:lnTo>
                    <a:pt x="0" y="53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2686199" y="6326014"/>
              <a:ext cx="234794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48" name="Freeform 148"/>
            <p:cNvSpPr/>
            <p:nvPr/>
          </p:nvSpPr>
          <p:spPr>
            <a:xfrm rot="2699999">
              <a:off x="2603063" y="6080720"/>
              <a:ext cx="401067" cy="401067"/>
            </a:xfrm>
            <a:custGeom>
              <a:avLst/>
              <a:gdLst/>
              <a:ahLst/>
              <a:cxnLst/>
              <a:rect l="l" t="t" r="r" b="b"/>
              <a:pathLst>
                <a:path w="401067" h="401067">
                  <a:moveTo>
                    <a:pt x="0" y="0"/>
                  </a:moveTo>
                  <a:lnTo>
                    <a:pt x="401067" y="0"/>
                  </a:lnTo>
                  <a:lnTo>
                    <a:pt x="401067" y="401067"/>
                  </a:lnTo>
                  <a:lnTo>
                    <a:pt x="0" y="401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2615616" y="6186108"/>
              <a:ext cx="382204" cy="75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"/>
                </a:lnSpc>
                <a:spcBef>
                  <a:spcPct val="0"/>
                </a:spcBef>
              </a:pPr>
              <a:r>
                <a:rPr lang="en-US" sz="33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2445024" y="6069202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2976708" y="6069202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52" name="Freeform 152"/>
            <p:cNvSpPr/>
            <p:nvPr/>
          </p:nvSpPr>
          <p:spPr>
            <a:xfrm>
              <a:off x="2673645" y="5910240"/>
              <a:ext cx="259903" cy="159841"/>
            </a:xfrm>
            <a:custGeom>
              <a:avLst/>
              <a:gdLst/>
              <a:ahLst/>
              <a:cxnLst/>
              <a:rect l="l" t="t" r="r" b="b"/>
              <a:pathLst>
                <a:path w="259903" h="159841">
                  <a:moveTo>
                    <a:pt x="0" y="0"/>
                  </a:moveTo>
                  <a:lnTo>
                    <a:pt x="259903" y="0"/>
                  </a:lnTo>
                  <a:lnTo>
                    <a:pt x="259903" y="159841"/>
                  </a:lnTo>
                  <a:lnTo>
                    <a:pt x="0" y="159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" name="Group 153"/>
            <p:cNvGrpSpPr/>
            <p:nvPr/>
          </p:nvGrpSpPr>
          <p:grpSpPr>
            <a:xfrm>
              <a:off x="3750243" y="7425158"/>
              <a:ext cx="1553317" cy="1822371"/>
              <a:chOff x="0" y="0"/>
              <a:chExt cx="306828" cy="359975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TextBox 155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2026938" y="7425158"/>
              <a:ext cx="1553317" cy="1822371"/>
              <a:chOff x="0" y="0"/>
              <a:chExt cx="306828" cy="359975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303632" y="7425158"/>
              <a:ext cx="1553317" cy="1822371"/>
              <a:chOff x="0" y="0"/>
              <a:chExt cx="306828" cy="359975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162" name="Freeform 162"/>
            <p:cNvSpPr/>
            <p:nvPr/>
          </p:nvSpPr>
          <p:spPr>
            <a:xfrm>
              <a:off x="4096484" y="5663351"/>
              <a:ext cx="800260" cy="800260"/>
            </a:xfrm>
            <a:custGeom>
              <a:avLst/>
              <a:gdLst/>
              <a:ahLst/>
              <a:cxnLst/>
              <a:rect l="l" t="t" r="r" b="b"/>
              <a:pathLst>
                <a:path w="800260" h="800260">
                  <a:moveTo>
                    <a:pt x="0" y="0"/>
                  </a:moveTo>
                  <a:lnTo>
                    <a:pt x="800260" y="0"/>
                  </a:lnTo>
                  <a:lnTo>
                    <a:pt x="800260" y="800259"/>
                  </a:lnTo>
                  <a:lnTo>
                    <a:pt x="0" y="800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163"/>
            <p:cNvSpPr/>
            <p:nvPr/>
          </p:nvSpPr>
          <p:spPr>
            <a:xfrm>
              <a:off x="4257550" y="5827494"/>
              <a:ext cx="498756" cy="266834"/>
            </a:xfrm>
            <a:custGeom>
              <a:avLst/>
              <a:gdLst/>
              <a:ahLst/>
              <a:cxnLst/>
              <a:rect l="l" t="t" r="r" b="b"/>
              <a:pathLst>
                <a:path w="498756" h="266834">
                  <a:moveTo>
                    <a:pt x="0" y="0"/>
                  </a:moveTo>
                  <a:lnTo>
                    <a:pt x="498755" y="0"/>
                  </a:lnTo>
                  <a:lnTo>
                    <a:pt x="498755" y="266835"/>
                  </a:lnTo>
                  <a:lnTo>
                    <a:pt x="0" y="26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4281988" y="5687548"/>
              <a:ext cx="449879" cy="205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4"/>
                </a:lnSpc>
                <a:spcBef>
                  <a:spcPct val="0"/>
                </a:spcBef>
              </a:pPr>
              <a:r>
                <a:rPr lang="en-US" sz="636" b="1" spc="8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</a:t>
              </a:r>
            </a:p>
          </p:txBody>
        </p:sp>
        <p:sp>
          <p:nvSpPr>
            <p:cNvPr id="165" name="Freeform 165"/>
            <p:cNvSpPr/>
            <p:nvPr/>
          </p:nvSpPr>
          <p:spPr>
            <a:xfrm rot="-3394830" flipV="1">
              <a:off x="4145710" y="5993482"/>
              <a:ext cx="123367" cy="38778"/>
            </a:xfrm>
            <a:custGeom>
              <a:avLst/>
              <a:gdLst/>
              <a:ahLst/>
              <a:cxnLst/>
              <a:rect l="l" t="t" r="r" b="b"/>
              <a:pathLst>
                <a:path w="123367" h="38778">
                  <a:moveTo>
                    <a:pt x="0" y="38778"/>
                  </a:moveTo>
                  <a:lnTo>
                    <a:pt x="123367" y="38778"/>
                  </a:lnTo>
                  <a:lnTo>
                    <a:pt x="123367" y="0"/>
                  </a:lnTo>
                  <a:lnTo>
                    <a:pt x="0" y="0"/>
                  </a:lnTo>
                  <a:lnTo>
                    <a:pt x="0" y="3877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166"/>
            <p:cNvSpPr/>
            <p:nvPr/>
          </p:nvSpPr>
          <p:spPr>
            <a:xfrm rot="-6716943">
              <a:off x="4745445" y="5995060"/>
              <a:ext cx="113327" cy="35622"/>
            </a:xfrm>
            <a:custGeom>
              <a:avLst/>
              <a:gdLst/>
              <a:ahLst/>
              <a:cxnLst/>
              <a:rect l="l" t="t" r="r" b="b"/>
              <a:pathLst>
                <a:path w="113327" h="35622">
                  <a:moveTo>
                    <a:pt x="0" y="0"/>
                  </a:moveTo>
                  <a:lnTo>
                    <a:pt x="113327" y="0"/>
                  </a:lnTo>
                  <a:lnTo>
                    <a:pt x="113327" y="35622"/>
                  </a:lnTo>
                  <a:lnTo>
                    <a:pt x="0" y="35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167"/>
            <p:cNvSpPr/>
            <p:nvPr/>
          </p:nvSpPr>
          <p:spPr>
            <a:xfrm rot="2699999">
              <a:off x="4240778" y="5906698"/>
              <a:ext cx="517718" cy="517718"/>
            </a:xfrm>
            <a:custGeom>
              <a:avLst/>
              <a:gdLst/>
              <a:ahLst/>
              <a:cxnLst/>
              <a:rect l="l" t="t" r="r" b="b"/>
              <a:pathLst>
                <a:path w="517718" h="517718">
                  <a:moveTo>
                    <a:pt x="0" y="0"/>
                  </a:moveTo>
                  <a:lnTo>
                    <a:pt x="517718" y="0"/>
                  </a:lnTo>
                  <a:lnTo>
                    <a:pt x="517718" y="517717"/>
                  </a:lnTo>
                  <a:lnTo>
                    <a:pt x="0" y="517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4382930" y="6333267"/>
              <a:ext cx="22736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69" name="Freeform 169"/>
            <p:cNvSpPr/>
            <p:nvPr/>
          </p:nvSpPr>
          <p:spPr>
            <a:xfrm rot="2699999">
              <a:off x="4302423" y="6096032"/>
              <a:ext cx="388382" cy="388382"/>
            </a:xfrm>
            <a:custGeom>
              <a:avLst/>
              <a:gdLst/>
              <a:ahLst/>
              <a:cxnLst/>
              <a:rect l="l" t="t" r="r" b="b"/>
              <a:pathLst>
                <a:path w="388382" h="388382">
                  <a:moveTo>
                    <a:pt x="0" y="0"/>
                  </a:moveTo>
                  <a:lnTo>
                    <a:pt x="388382" y="0"/>
                  </a:lnTo>
                  <a:lnTo>
                    <a:pt x="388382" y="388382"/>
                  </a:lnTo>
                  <a:lnTo>
                    <a:pt x="0" y="388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4314579" y="6197785"/>
              <a:ext cx="370116" cy="7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"/>
                </a:lnSpc>
                <a:spcBef>
                  <a:spcPct val="0"/>
                </a:spcBef>
              </a:pPr>
              <a:r>
                <a:rPr lang="en-US" sz="32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4149383" y="6084577"/>
              <a:ext cx="17555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4664250" y="6084577"/>
              <a:ext cx="17555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73" name="Freeform 173"/>
            <p:cNvSpPr/>
            <p:nvPr/>
          </p:nvSpPr>
          <p:spPr>
            <a:xfrm>
              <a:off x="4422402" y="5945438"/>
              <a:ext cx="148424" cy="168663"/>
            </a:xfrm>
            <a:custGeom>
              <a:avLst/>
              <a:gdLst/>
              <a:ahLst/>
              <a:cxnLst/>
              <a:rect l="l" t="t" r="r" b="b"/>
              <a:pathLst>
                <a:path w="148424" h="168663">
                  <a:moveTo>
                    <a:pt x="0" y="0"/>
                  </a:moveTo>
                  <a:lnTo>
                    <a:pt x="148424" y="0"/>
                  </a:lnTo>
                  <a:lnTo>
                    <a:pt x="148424" y="168663"/>
                  </a:lnTo>
                  <a:lnTo>
                    <a:pt x="0" y="16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174"/>
            <p:cNvSpPr/>
            <p:nvPr/>
          </p:nvSpPr>
          <p:spPr>
            <a:xfrm>
              <a:off x="713165" y="7722413"/>
              <a:ext cx="761643" cy="761643"/>
            </a:xfrm>
            <a:custGeom>
              <a:avLst/>
              <a:gdLst/>
              <a:ahLst/>
              <a:cxnLst/>
              <a:rect l="l" t="t" r="r" b="b"/>
              <a:pathLst>
                <a:path w="761643" h="761643">
                  <a:moveTo>
                    <a:pt x="0" y="0"/>
                  </a:moveTo>
                  <a:lnTo>
                    <a:pt x="761644" y="0"/>
                  </a:lnTo>
                  <a:lnTo>
                    <a:pt x="761644" y="761643"/>
                  </a:lnTo>
                  <a:lnTo>
                    <a:pt x="0" y="761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175"/>
            <p:cNvSpPr/>
            <p:nvPr/>
          </p:nvSpPr>
          <p:spPr>
            <a:xfrm>
              <a:off x="866459" y="7878636"/>
              <a:ext cx="474688" cy="253958"/>
            </a:xfrm>
            <a:custGeom>
              <a:avLst/>
              <a:gdLst/>
              <a:ahLst/>
              <a:cxnLst/>
              <a:rect l="l" t="t" r="r" b="b"/>
              <a:pathLst>
                <a:path w="474688" h="253958">
                  <a:moveTo>
                    <a:pt x="0" y="0"/>
                  </a:moveTo>
                  <a:lnTo>
                    <a:pt x="474688" y="0"/>
                  </a:lnTo>
                  <a:lnTo>
                    <a:pt x="474688" y="253958"/>
                  </a:lnTo>
                  <a:lnTo>
                    <a:pt x="0" y="253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176"/>
            <p:cNvSpPr/>
            <p:nvPr/>
          </p:nvSpPr>
          <p:spPr>
            <a:xfrm>
              <a:off x="1003894" y="7942902"/>
              <a:ext cx="211156" cy="229518"/>
            </a:xfrm>
            <a:custGeom>
              <a:avLst/>
              <a:gdLst/>
              <a:ahLst/>
              <a:cxnLst/>
              <a:rect l="l" t="t" r="r" b="b"/>
              <a:pathLst>
                <a:path w="211156" h="229518">
                  <a:moveTo>
                    <a:pt x="0" y="0"/>
                  </a:moveTo>
                  <a:lnTo>
                    <a:pt x="211156" y="0"/>
                  </a:lnTo>
                  <a:lnTo>
                    <a:pt x="211156" y="229517"/>
                  </a:lnTo>
                  <a:lnTo>
                    <a:pt x="0" y="22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838028" y="7744524"/>
              <a:ext cx="531551" cy="233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7"/>
                </a:lnSpc>
                <a:spcBef>
                  <a:spcPct val="0"/>
                </a:spcBef>
              </a:pPr>
              <a:r>
                <a:rPr lang="en-US" sz="605" b="1" spc="8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HAUNTED</a:t>
              </a:r>
            </a:p>
          </p:txBody>
        </p:sp>
        <p:sp>
          <p:nvSpPr>
            <p:cNvPr id="178" name="Freeform 178"/>
            <p:cNvSpPr/>
            <p:nvPr/>
          </p:nvSpPr>
          <p:spPr>
            <a:xfrm rot="-3394830" flipV="1">
              <a:off x="761314" y="7998955"/>
              <a:ext cx="153428" cy="48227"/>
            </a:xfrm>
            <a:custGeom>
              <a:avLst/>
              <a:gdLst/>
              <a:ahLst/>
              <a:cxnLst/>
              <a:rect l="l" t="t" r="r" b="b"/>
              <a:pathLst>
                <a:path w="153428" h="48227">
                  <a:moveTo>
                    <a:pt x="0" y="48227"/>
                  </a:moveTo>
                  <a:lnTo>
                    <a:pt x="153427" y="48227"/>
                  </a:lnTo>
                  <a:lnTo>
                    <a:pt x="153427" y="0"/>
                  </a:lnTo>
                  <a:lnTo>
                    <a:pt x="0" y="0"/>
                  </a:lnTo>
                  <a:lnTo>
                    <a:pt x="0" y="482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179"/>
            <p:cNvSpPr/>
            <p:nvPr/>
          </p:nvSpPr>
          <p:spPr>
            <a:xfrm rot="-6716943">
              <a:off x="1292864" y="7998955"/>
              <a:ext cx="153428" cy="48227"/>
            </a:xfrm>
            <a:custGeom>
              <a:avLst/>
              <a:gdLst/>
              <a:ahLst/>
              <a:cxnLst/>
              <a:rect l="l" t="t" r="r" b="b"/>
              <a:pathLst>
                <a:path w="153428" h="48227">
                  <a:moveTo>
                    <a:pt x="0" y="0"/>
                  </a:moveTo>
                  <a:lnTo>
                    <a:pt x="153428" y="0"/>
                  </a:lnTo>
                  <a:lnTo>
                    <a:pt x="153428" y="48227"/>
                  </a:lnTo>
                  <a:lnTo>
                    <a:pt x="0" y="48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180"/>
            <p:cNvSpPr/>
            <p:nvPr/>
          </p:nvSpPr>
          <p:spPr>
            <a:xfrm rot="2699999">
              <a:off x="850497" y="7963616"/>
              <a:ext cx="492735" cy="492735"/>
            </a:xfrm>
            <a:custGeom>
              <a:avLst/>
              <a:gdLst/>
              <a:ahLst/>
              <a:cxnLst/>
              <a:rect l="l" t="t" r="r" b="b"/>
              <a:pathLst>
                <a:path w="492735" h="492735">
                  <a:moveTo>
                    <a:pt x="0" y="0"/>
                  </a:moveTo>
                  <a:lnTo>
                    <a:pt x="492735" y="0"/>
                  </a:lnTo>
                  <a:lnTo>
                    <a:pt x="492735" y="492736"/>
                  </a:lnTo>
                  <a:lnTo>
                    <a:pt x="0" y="49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985789" y="8359543"/>
              <a:ext cx="216396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 spc="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82" name="Freeform 182"/>
            <p:cNvSpPr/>
            <p:nvPr/>
          </p:nvSpPr>
          <p:spPr>
            <a:xfrm rot="2699999">
              <a:off x="909166" y="8134216"/>
              <a:ext cx="369641" cy="369641"/>
            </a:xfrm>
            <a:custGeom>
              <a:avLst/>
              <a:gdLst/>
              <a:ahLst/>
              <a:cxnLst/>
              <a:rect l="l" t="t" r="r" b="b"/>
              <a:pathLst>
                <a:path w="369641" h="369641">
                  <a:moveTo>
                    <a:pt x="0" y="0"/>
                  </a:moveTo>
                  <a:lnTo>
                    <a:pt x="369641" y="0"/>
                  </a:lnTo>
                  <a:lnTo>
                    <a:pt x="369641" y="369641"/>
                  </a:lnTo>
                  <a:lnTo>
                    <a:pt x="0" y="36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920736" y="8230599"/>
              <a:ext cx="352256" cy="70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"/>
                </a:lnSpc>
                <a:spcBef>
                  <a:spcPct val="0"/>
                </a:spcBef>
              </a:pPr>
              <a:r>
                <a:rPr lang="en-US" sz="30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763512" y="8122854"/>
              <a:ext cx="167087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1253534" y="8122854"/>
              <a:ext cx="167087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86" name="Freeform 186"/>
            <p:cNvSpPr/>
            <p:nvPr/>
          </p:nvSpPr>
          <p:spPr>
            <a:xfrm>
              <a:off x="477549" y="5516968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3" y="0"/>
                  </a:lnTo>
                  <a:lnTo>
                    <a:pt x="155873" y="186674"/>
                  </a:lnTo>
                  <a:lnTo>
                    <a:pt x="0" y="186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187"/>
            <p:cNvSpPr/>
            <p:nvPr/>
          </p:nvSpPr>
          <p:spPr>
            <a:xfrm>
              <a:off x="2167173" y="5516968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4" y="0"/>
                  </a:lnTo>
                  <a:lnTo>
                    <a:pt x="155874" y="186674"/>
                  </a:lnTo>
                  <a:lnTo>
                    <a:pt x="0" y="186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188"/>
            <p:cNvSpPr/>
            <p:nvPr/>
          </p:nvSpPr>
          <p:spPr>
            <a:xfrm>
              <a:off x="3906982" y="5571279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3" y="0"/>
                  </a:lnTo>
                  <a:lnTo>
                    <a:pt x="155873" y="186675"/>
                  </a:lnTo>
                  <a:lnTo>
                    <a:pt x="0" y="18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189"/>
            <p:cNvSpPr/>
            <p:nvPr/>
          </p:nvSpPr>
          <p:spPr>
            <a:xfrm>
              <a:off x="426151" y="7641058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3" y="0"/>
                  </a:lnTo>
                  <a:lnTo>
                    <a:pt x="155873" y="186675"/>
                  </a:lnTo>
                  <a:lnTo>
                    <a:pt x="0" y="18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190"/>
            <p:cNvSpPr/>
            <p:nvPr/>
          </p:nvSpPr>
          <p:spPr>
            <a:xfrm>
              <a:off x="2196535" y="7641058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4" y="0"/>
                  </a:lnTo>
                  <a:lnTo>
                    <a:pt x="155874" y="210640"/>
                  </a:lnTo>
                  <a:lnTo>
                    <a:pt x="0" y="2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191"/>
            <p:cNvSpPr/>
            <p:nvPr/>
          </p:nvSpPr>
          <p:spPr>
            <a:xfrm>
              <a:off x="3923155" y="7617093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3" y="0"/>
                  </a:lnTo>
                  <a:lnTo>
                    <a:pt x="155873" y="210640"/>
                  </a:lnTo>
                  <a:lnTo>
                    <a:pt x="0" y="2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2" name="Group 192"/>
            <p:cNvGrpSpPr/>
            <p:nvPr/>
          </p:nvGrpSpPr>
          <p:grpSpPr>
            <a:xfrm>
              <a:off x="3839474" y="6846836"/>
              <a:ext cx="167362" cy="167362"/>
              <a:chOff x="0" y="0"/>
              <a:chExt cx="812800" cy="812800"/>
            </a:xfrm>
          </p:grpSpPr>
          <p:sp>
            <p:nvSpPr>
              <p:cNvPr id="193" name="Freeform 19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0"/>
                <a:stretch>
                  <a:fillRect t="-38495" b="-38495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4" name="Group 194"/>
            <p:cNvGrpSpPr/>
            <p:nvPr/>
          </p:nvGrpSpPr>
          <p:grpSpPr>
            <a:xfrm>
              <a:off x="3943582" y="6854066"/>
              <a:ext cx="152902" cy="152902"/>
              <a:chOff x="0" y="0"/>
              <a:chExt cx="812800" cy="812800"/>
            </a:xfrm>
          </p:grpSpPr>
          <p:sp>
            <p:nvSpPr>
              <p:cNvPr id="195" name="Freeform 1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1"/>
                <a:stretch>
                  <a:fillRect l="-15789" r="-15789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4667728" y="6822362"/>
              <a:ext cx="458032" cy="216310"/>
              <a:chOff x="0" y="0"/>
              <a:chExt cx="641670" cy="303034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641670" cy="303034"/>
              </a:xfrm>
              <a:custGeom>
                <a:avLst/>
                <a:gdLst/>
                <a:ahLst/>
                <a:cxnLst/>
                <a:rect l="l" t="t" r="r" b="b"/>
                <a:pathLst>
                  <a:path w="641670" h="303034">
                    <a:moveTo>
                      <a:pt x="0" y="0"/>
                    </a:moveTo>
                    <a:lnTo>
                      <a:pt x="641670" y="0"/>
                    </a:lnTo>
                    <a:lnTo>
                      <a:pt x="641670" y="303034"/>
                    </a:lnTo>
                    <a:lnTo>
                      <a:pt x="0" y="30303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48048" r="-2892565" b="-142136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0" y="0"/>
                <a:ext cx="641670" cy="3030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 Post</a:t>
                </a: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455683" y="6836458"/>
              <a:ext cx="177740" cy="177740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2"/>
                <a:stretch>
                  <a:fillRect t="-25187" b="-25187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1" name="Group 201"/>
            <p:cNvGrpSpPr/>
            <p:nvPr/>
          </p:nvGrpSpPr>
          <p:grpSpPr>
            <a:xfrm>
              <a:off x="549741" y="6846836"/>
              <a:ext cx="167362" cy="167362"/>
              <a:chOff x="0" y="0"/>
              <a:chExt cx="812800" cy="812800"/>
            </a:xfrm>
          </p:grpSpPr>
          <p:sp>
            <p:nvSpPr>
              <p:cNvPr id="202" name="Freeform 20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3"/>
                <a:stretch>
                  <a:fillRect t="-16666" b="-1666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3" name="Group 203"/>
            <p:cNvGrpSpPr/>
            <p:nvPr/>
          </p:nvGrpSpPr>
          <p:grpSpPr>
            <a:xfrm>
              <a:off x="633422" y="6834335"/>
              <a:ext cx="179863" cy="179863"/>
              <a:chOff x="0" y="0"/>
              <a:chExt cx="812800" cy="812800"/>
            </a:xfrm>
          </p:grpSpPr>
          <p:sp>
            <p:nvSpPr>
              <p:cNvPr id="204" name="Freeform 2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4"/>
                <a:stretch>
                  <a:fillRect l="-74702" t="-17386" r="-22279" b="-13606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426151" y="8879513"/>
              <a:ext cx="155873" cy="155873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5"/>
                <a:stretch>
                  <a:fillRect t="-12500" b="-1250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7"/>
            <p:cNvGrpSpPr/>
            <p:nvPr/>
          </p:nvGrpSpPr>
          <p:grpSpPr>
            <a:xfrm>
              <a:off x="1192839" y="8831892"/>
              <a:ext cx="470587" cy="251116"/>
              <a:chOff x="0" y="0"/>
              <a:chExt cx="659259" cy="351796"/>
            </a:xfrm>
          </p:grpSpPr>
          <p:sp>
            <p:nvSpPr>
              <p:cNvPr id="208" name="Freeform 208"/>
              <p:cNvSpPr/>
              <p:nvPr/>
            </p:nvSpPr>
            <p:spPr>
              <a:xfrm>
                <a:off x="0" y="0"/>
                <a:ext cx="659259" cy="351796"/>
              </a:xfrm>
              <a:custGeom>
                <a:avLst/>
                <a:gdLst/>
                <a:ahLst/>
                <a:cxnLst/>
                <a:rect l="l" t="t" r="r" b="b"/>
                <a:pathLst>
                  <a:path w="659259" h="351796">
                    <a:moveTo>
                      <a:pt x="0" y="0"/>
                    </a:moveTo>
                    <a:lnTo>
                      <a:pt x="659259" y="0"/>
                    </a:lnTo>
                    <a:lnTo>
                      <a:pt x="659259" y="351796"/>
                    </a:lnTo>
                    <a:lnTo>
                      <a:pt x="0" y="3517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16642" r="-2812724" b="-121049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TextBox 209"/>
              <p:cNvSpPr txBox="1"/>
              <p:nvPr/>
            </p:nvSpPr>
            <p:spPr>
              <a:xfrm>
                <a:off x="0" y="0"/>
                <a:ext cx="659259" cy="3517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 Post</a:t>
                </a:r>
              </a:p>
            </p:txBody>
          </p:sp>
        </p:grpSp>
        <p:grpSp>
          <p:nvGrpSpPr>
            <p:cNvPr id="210" name="Group 210"/>
            <p:cNvGrpSpPr/>
            <p:nvPr/>
          </p:nvGrpSpPr>
          <p:grpSpPr>
            <a:xfrm>
              <a:off x="1239515" y="6816112"/>
              <a:ext cx="470587" cy="216310"/>
              <a:chOff x="0" y="0"/>
              <a:chExt cx="659259" cy="303034"/>
            </a:xfrm>
          </p:grpSpPr>
          <p:sp>
            <p:nvSpPr>
              <p:cNvPr id="211" name="Freeform 211"/>
              <p:cNvSpPr/>
              <p:nvPr/>
            </p:nvSpPr>
            <p:spPr>
              <a:xfrm>
                <a:off x="0" y="0"/>
                <a:ext cx="659259" cy="303034"/>
              </a:xfrm>
              <a:custGeom>
                <a:avLst/>
                <a:gdLst/>
                <a:ahLst/>
                <a:cxnLst/>
                <a:rect l="l" t="t" r="r" b="b"/>
                <a:pathLst>
                  <a:path w="659259" h="303034">
                    <a:moveTo>
                      <a:pt x="0" y="0"/>
                    </a:moveTo>
                    <a:lnTo>
                      <a:pt x="659259" y="0"/>
                    </a:lnTo>
                    <a:lnTo>
                      <a:pt x="659259" y="303034"/>
                    </a:lnTo>
                    <a:lnTo>
                      <a:pt x="0" y="30303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48048" r="-2812724" b="-142136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TextBox 212"/>
              <p:cNvSpPr txBox="1"/>
              <p:nvPr/>
            </p:nvSpPr>
            <p:spPr>
              <a:xfrm>
                <a:off x="0" y="0"/>
                <a:ext cx="659259" cy="3030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 Post</a:t>
                </a:r>
              </a:p>
            </p:txBody>
          </p:sp>
        </p:grpSp>
        <p:grpSp>
          <p:nvGrpSpPr>
            <p:cNvPr id="213" name="Group 213"/>
            <p:cNvGrpSpPr/>
            <p:nvPr/>
          </p:nvGrpSpPr>
          <p:grpSpPr>
            <a:xfrm>
              <a:off x="2182075" y="6863330"/>
              <a:ext cx="169091" cy="169091"/>
              <a:chOff x="0" y="0"/>
              <a:chExt cx="812800" cy="812800"/>
            </a:xfrm>
          </p:grpSpPr>
          <p:sp>
            <p:nvSpPr>
              <p:cNvPr id="214" name="Freeform 2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6"/>
                <a:stretch>
                  <a:fillRect l="-96038" t="-77557" r="-95130" b="-40819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5" name="Group 215"/>
            <p:cNvGrpSpPr/>
            <p:nvPr/>
          </p:nvGrpSpPr>
          <p:grpSpPr>
            <a:xfrm>
              <a:off x="2981501" y="6817173"/>
              <a:ext cx="470587" cy="216310"/>
              <a:chOff x="0" y="0"/>
              <a:chExt cx="659259" cy="303034"/>
            </a:xfrm>
          </p:grpSpPr>
          <p:sp>
            <p:nvSpPr>
              <p:cNvPr id="216" name="Freeform 216"/>
              <p:cNvSpPr/>
              <p:nvPr/>
            </p:nvSpPr>
            <p:spPr>
              <a:xfrm>
                <a:off x="0" y="0"/>
                <a:ext cx="659259" cy="303034"/>
              </a:xfrm>
              <a:custGeom>
                <a:avLst/>
                <a:gdLst/>
                <a:ahLst/>
                <a:cxnLst/>
                <a:rect l="l" t="t" r="r" b="b"/>
                <a:pathLst>
                  <a:path w="659259" h="303034">
                    <a:moveTo>
                      <a:pt x="0" y="0"/>
                    </a:moveTo>
                    <a:lnTo>
                      <a:pt x="659259" y="0"/>
                    </a:lnTo>
                    <a:lnTo>
                      <a:pt x="659259" y="303034"/>
                    </a:lnTo>
                    <a:lnTo>
                      <a:pt x="0" y="30303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48048" r="-2812724" b="-142136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TextBox 217"/>
              <p:cNvSpPr txBox="1"/>
              <p:nvPr/>
            </p:nvSpPr>
            <p:spPr>
              <a:xfrm>
                <a:off x="0" y="0"/>
                <a:ext cx="659259" cy="3030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 Post</a:t>
                </a:r>
              </a:p>
            </p:txBody>
          </p:sp>
        </p:grpSp>
        <p:grpSp>
          <p:nvGrpSpPr>
            <p:cNvPr id="218" name="Group 218"/>
            <p:cNvGrpSpPr/>
            <p:nvPr/>
          </p:nvGrpSpPr>
          <p:grpSpPr>
            <a:xfrm>
              <a:off x="2266620" y="6852558"/>
              <a:ext cx="179863" cy="179863"/>
              <a:chOff x="0" y="0"/>
              <a:chExt cx="812800" cy="812800"/>
            </a:xfrm>
          </p:grpSpPr>
          <p:sp>
            <p:nvSpPr>
              <p:cNvPr id="219" name="Freeform 2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4"/>
                <a:stretch>
                  <a:fillRect l="-74702" t="-17386" r="-22279" b="-13606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0" name="Freeform 220"/>
            <p:cNvSpPr/>
            <p:nvPr/>
          </p:nvSpPr>
          <p:spPr>
            <a:xfrm>
              <a:off x="2489976" y="7720419"/>
              <a:ext cx="763413" cy="763413"/>
            </a:xfrm>
            <a:custGeom>
              <a:avLst/>
              <a:gdLst/>
              <a:ahLst/>
              <a:cxnLst/>
              <a:rect l="l" t="t" r="r" b="b"/>
              <a:pathLst>
                <a:path w="763413" h="763413">
                  <a:moveTo>
                    <a:pt x="0" y="0"/>
                  </a:moveTo>
                  <a:lnTo>
                    <a:pt x="763413" y="0"/>
                  </a:lnTo>
                  <a:lnTo>
                    <a:pt x="763413" y="763413"/>
                  </a:lnTo>
                  <a:lnTo>
                    <a:pt x="0" y="76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221"/>
            <p:cNvSpPr/>
            <p:nvPr/>
          </p:nvSpPr>
          <p:spPr>
            <a:xfrm>
              <a:off x="2643625" y="7877005"/>
              <a:ext cx="475791" cy="254548"/>
            </a:xfrm>
            <a:custGeom>
              <a:avLst/>
              <a:gdLst/>
              <a:ahLst/>
              <a:cxnLst/>
              <a:rect l="l" t="t" r="r" b="b"/>
              <a:pathLst>
                <a:path w="475791" h="254548">
                  <a:moveTo>
                    <a:pt x="0" y="0"/>
                  </a:moveTo>
                  <a:lnTo>
                    <a:pt x="475792" y="0"/>
                  </a:lnTo>
                  <a:lnTo>
                    <a:pt x="475792" y="254549"/>
                  </a:lnTo>
                  <a:lnTo>
                    <a:pt x="0" y="254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TextBox 222"/>
            <p:cNvSpPr txBox="1"/>
            <p:nvPr/>
          </p:nvSpPr>
          <p:spPr>
            <a:xfrm>
              <a:off x="2568379" y="7742626"/>
              <a:ext cx="626283" cy="286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8"/>
                </a:lnSpc>
                <a:spcBef>
                  <a:spcPct val="0"/>
                </a:spcBef>
              </a:pPr>
              <a:r>
                <a:rPr lang="en-US" sz="607" b="1" spc="8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LITTLE WINS</a:t>
              </a:r>
            </a:p>
          </p:txBody>
        </p:sp>
        <p:sp>
          <p:nvSpPr>
            <p:cNvPr id="223" name="Freeform 223"/>
            <p:cNvSpPr/>
            <p:nvPr/>
          </p:nvSpPr>
          <p:spPr>
            <a:xfrm rot="2699999">
              <a:off x="2627626" y="7952562"/>
              <a:ext cx="493880" cy="493880"/>
            </a:xfrm>
            <a:custGeom>
              <a:avLst/>
              <a:gdLst/>
              <a:ahLst/>
              <a:cxnLst/>
              <a:rect l="l" t="t" r="r" b="b"/>
              <a:pathLst>
                <a:path w="493880" h="493880">
                  <a:moveTo>
                    <a:pt x="0" y="0"/>
                  </a:moveTo>
                  <a:lnTo>
                    <a:pt x="493880" y="0"/>
                  </a:lnTo>
                  <a:lnTo>
                    <a:pt x="493880" y="493880"/>
                  </a:lnTo>
                  <a:lnTo>
                    <a:pt x="0" y="493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TextBox 224"/>
            <p:cNvSpPr txBox="1"/>
            <p:nvPr/>
          </p:nvSpPr>
          <p:spPr>
            <a:xfrm>
              <a:off x="2763233" y="8359052"/>
              <a:ext cx="216899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 spc="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25" name="Freeform 225"/>
            <p:cNvSpPr/>
            <p:nvPr/>
          </p:nvSpPr>
          <p:spPr>
            <a:xfrm rot="2699999">
              <a:off x="2686432" y="8133179"/>
              <a:ext cx="370500" cy="370500"/>
            </a:xfrm>
            <a:custGeom>
              <a:avLst/>
              <a:gdLst/>
              <a:ahLst/>
              <a:cxnLst/>
              <a:rect l="l" t="t" r="r" b="b"/>
              <a:pathLst>
                <a:path w="370500" h="370500">
                  <a:moveTo>
                    <a:pt x="0" y="0"/>
                  </a:moveTo>
                  <a:lnTo>
                    <a:pt x="370500" y="0"/>
                  </a:lnTo>
                  <a:lnTo>
                    <a:pt x="370500" y="370500"/>
                  </a:lnTo>
                  <a:lnTo>
                    <a:pt x="0" y="37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TextBox 226"/>
            <p:cNvSpPr txBox="1"/>
            <p:nvPr/>
          </p:nvSpPr>
          <p:spPr>
            <a:xfrm>
              <a:off x="2698029" y="8229808"/>
              <a:ext cx="353074" cy="70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8"/>
                </a:lnSpc>
                <a:spcBef>
                  <a:spcPct val="0"/>
                </a:spcBef>
              </a:pPr>
              <a:r>
                <a:rPr lang="en-US" sz="30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27" name="TextBox 227"/>
            <p:cNvSpPr txBox="1"/>
            <p:nvPr/>
          </p:nvSpPr>
          <p:spPr>
            <a:xfrm>
              <a:off x="2540439" y="8121812"/>
              <a:ext cx="167475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28" name="TextBox 228"/>
            <p:cNvSpPr txBox="1"/>
            <p:nvPr/>
          </p:nvSpPr>
          <p:spPr>
            <a:xfrm>
              <a:off x="3031600" y="8121812"/>
              <a:ext cx="167475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29" name="Freeform 229"/>
            <p:cNvSpPr/>
            <p:nvPr/>
          </p:nvSpPr>
          <p:spPr>
            <a:xfrm>
              <a:off x="2767263" y="7993787"/>
              <a:ext cx="208839" cy="156629"/>
            </a:xfrm>
            <a:custGeom>
              <a:avLst/>
              <a:gdLst/>
              <a:ahLst/>
              <a:cxnLst/>
              <a:rect l="l" t="t" r="r" b="b"/>
              <a:pathLst>
                <a:path w="208839" h="156629">
                  <a:moveTo>
                    <a:pt x="0" y="0"/>
                  </a:moveTo>
                  <a:lnTo>
                    <a:pt x="208839" y="0"/>
                  </a:lnTo>
                  <a:lnTo>
                    <a:pt x="208839" y="156628"/>
                  </a:lnTo>
                  <a:lnTo>
                    <a:pt x="0" y="15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230"/>
            <p:cNvSpPr/>
            <p:nvPr/>
          </p:nvSpPr>
          <p:spPr>
            <a:xfrm rot="-4941124">
              <a:off x="2512780" y="8033571"/>
              <a:ext cx="117650" cy="77061"/>
            </a:xfrm>
            <a:custGeom>
              <a:avLst/>
              <a:gdLst/>
              <a:ahLst/>
              <a:cxnLst/>
              <a:rect l="l" t="t" r="r" b="b"/>
              <a:pathLst>
                <a:path w="117650" h="77061">
                  <a:moveTo>
                    <a:pt x="0" y="0"/>
                  </a:moveTo>
                  <a:lnTo>
                    <a:pt x="117650" y="0"/>
                  </a:lnTo>
                  <a:lnTo>
                    <a:pt x="117650" y="77060"/>
                  </a:lnTo>
                  <a:lnTo>
                    <a:pt x="0" y="77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eform 231"/>
            <p:cNvSpPr/>
            <p:nvPr/>
          </p:nvSpPr>
          <p:spPr>
            <a:xfrm rot="5120367" flipH="1">
              <a:off x="3109766" y="8031902"/>
              <a:ext cx="117650" cy="77061"/>
            </a:xfrm>
            <a:custGeom>
              <a:avLst/>
              <a:gdLst/>
              <a:ahLst/>
              <a:cxnLst/>
              <a:rect l="l" t="t" r="r" b="b"/>
              <a:pathLst>
                <a:path w="117650" h="77061">
                  <a:moveTo>
                    <a:pt x="117650" y="0"/>
                  </a:moveTo>
                  <a:lnTo>
                    <a:pt x="0" y="0"/>
                  </a:lnTo>
                  <a:lnTo>
                    <a:pt x="0" y="77061"/>
                  </a:lnTo>
                  <a:lnTo>
                    <a:pt x="117650" y="77061"/>
                  </a:lnTo>
                  <a:lnTo>
                    <a:pt x="11765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232"/>
            <p:cNvSpPr/>
            <p:nvPr/>
          </p:nvSpPr>
          <p:spPr>
            <a:xfrm>
              <a:off x="4184171" y="7766746"/>
              <a:ext cx="682935" cy="682935"/>
            </a:xfrm>
            <a:custGeom>
              <a:avLst/>
              <a:gdLst/>
              <a:ahLst/>
              <a:cxnLst/>
              <a:rect l="l" t="t" r="r" b="b"/>
              <a:pathLst>
                <a:path w="682935" h="682935">
                  <a:moveTo>
                    <a:pt x="0" y="0"/>
                  </a:moveTo>
                  <a:lnTo>
                    <a:pt x="682935" y="0"/>
                  </a:lnTo>
                  <a:lnTo>
                    <a:pt x="682935" y="682935"/>
                  </a:lnTo>
                  <a:lnTo>
                    <a:pt x="0" y="682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233"/>
            <p:cNvSpPr/>
            <p:nvPr/>
          </p:nvSpPr>
          <p:spPr>
            <a:xfrm>
              <a:off x="4321623" y="7906825"/>
              <a:ext cx="425634" cy="227714"/>
            </a:xfrm>
            <a:custGeom>
              <a:avLst/>
              <a:gdLst/>
              <a:ahLst/>
              <a:cxnLst/>
              <a:rect l="l" t="t" r="r" b="b"/>
              <a:pathLst>
                <a:path w="425634" h="227714">
                  <a:moveTo>
                    <a:pt x="0" y="0"/>
                  </a:moveTo>
                  <a:lnTo>
                    <a:pt x="425634" y="0"/>
                  </a:lnTo>
                  <a:lnTo>
                    <a:pt x="425634" y="227714"/>
                  </a:lnTo>
                  <a:lnTo>
                    <a:pt x="0" y="22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TextBox 234"/>
            <p:cNvSpPr txBox="1"/>
            <p:nvPr/>
          </p:nvSpPr>
          <p:spPr>
            <a:xfrm>
              <a:off x="4264290" y="7794128"/>
              <a:ext cx="540300" cy="23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52"/>
                </a:lnSpc>
                <a:spcBef>
                  <a:spcPct val="0"/>
                </a:spcBef>
              </a:pPr>
              <a:r>
                <a:rPr lang="en-US" sz="543" b="1" spc="7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GAME TIME</a:t>
              </a:r>
            </a:p>
          </p:txBody>
        </p:sp>
        <p:sp>
          <p:nvSpPr>
            <p:cNvPr id="235" name="Freeform 235"/>
            <p:cNvSpPr/>
            <p:nvPr/>
          </p:nvSpPr>
          <p:spPr>
            <a:xfrm rot="2699999">
              <a:off x="4307311" y="7974416"/>
              <a:ext cx="441816" cy="441816"/>
            </a:xfrm>
            <a:custGeom>
              <a:avLst/>
              <a:gdLst/>
              <a:ahLst/>
              <a:cxnLst/>
              <a:rect l="l" t="t" r="r" b="b"/>
              <a:pathLst>
                <a:path w="441816" h="441816">
                  <a:moveTo>
                    <a:pt x="0" y="0"/>
                  </a:moveTo>
                  <a:lnTo>
                    <a:pt x="441815" y="0"/>
                  </a:lnTo>
                  <a:lnTo>
                    <a:pt x="441815" y="441816"/>
                  </a:lnTo>
                  <a:lnTo>
                    <a:pt x="0" y="441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TextBox 236"/>
            <p:cNvSpPr txBox="1"/>
            <p:nvPr/>
          </p:nvSpPr>
          <p:spPr>
            <a:xfrm>
              <a:off x="4428622" y="8337051"/>
              <a:ext cx="194034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 spc="2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37" name="Freeform 237"/>
            <p:cNvSpPr/>
            <p:nvPr/>
          </p:nvSpPr>
          <p:spPr>
            <a:xfrm rot="2699999">
              <a:off x="4359917" y="8135993"/>
              <a:ext cx="331442" cy="331442"/>
            </a:xfrm>
            <a:custGeom>
              <a:avLst/>
              <a:gdLst/>
              <a:ahLst/>
              <a:cxnLst/>
              <a:rect l="l" t="t" r="r" b="b"/>
              <a:pathLst>
                <a:path w="331442" h="331442">
                  <a:moveTo>
                    <a:pt x="0" y="0"/>
                  </a:moveTo>
                  <a:lnTo>
                    <a:pt x="331443" y="0"/>
                  </a:lnTo>
                  <a:lnTo>
                    <a:pt x="331443" y="331442"/>
                  </a:lnTo>
                  <a:lnTo>
                    <a:pt x="0" y="331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TextBox 238"/>
            <p:cNvSpPr txBox="1"/>
            <p:nvPr/>
          </p:nvSpPr>
          <p:spPr>
            <a:xfrm>
              <a:off x="4370292" y="8221431"/>
              <a:ext cx="315854" cy="64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"/>
                </a:lnSpc>
                <a:spcBef>
                  <a:spcPct val="0"/>
                </a:spcBef>
              </a:pPr>
              <a:r>
                <a:rPr lang="en-US" sz="2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39" name="TextBox 239"/>
            <p:cNvSpPr txBox="1"/>
            <p:nvPr/>
          </p:nvSpPr>
          <p:spPr>
            <a:xfrm>
              <a:off x="4229315" y="8124820"/>
              <a:ext cx="149820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40" name="TextBox 240"/>
            <p:cNvSpPr txBox="1"/>
            <p:nvPr/>
          </p:nvSpPr>
          <p:spPr>
            <a:xfrm>
              <a:off x="4668698" y="8124820"/>
              <a:ext cx="149820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41" name="Freeform 241"/>
            <p:cNvSpPr/>
            <p:nvPr/>
          </p:nvSpPr>
          <p:spPr>
            <a:xfrm rot="-4941124">
              <a:off x="4204571" y="8046885"/>
              <a:ext cx="105247" cy="68937"/>
            </a:xfrm>
            <a:custGeom>
              <a:avLst/>
              <a:gdLst/>
              <a:ahLst/>
              <a:cxnLst/>
              <a:rect l="l" t="t" r="r" b="b"/>
              <a:pathLst>
                <a:path w="105247" h="68937">
                  <a:moveTo>
                    <a:pt x="0" y="0"/>
                  </a:moveTo>
                  <a:lnTo>
                    <a:pt x="105248" y="0"/>
                  </a:lnTo>
                  <a:lnTo>
                    <a:pt x="105248" y="68937"/>
                  </a:lnTo>
                  <a:lnTo>
                    <a:pt x="0" y="68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242"/>
            <p:cNvSpPr/>
            <p:nvPr/>
          </p:nvSpPr>
          <p:spPr>
            <a:xfrm rot="5120367" flipH="1">
              <a:off x="4738624" y="8045393"/>
              <a:ext cx="105247" cy="68937"/>
            </a:xfrm>
            <a:custGeom>
              <a:avLst/>
              <a:gdLst/>
              <a:ahLst/>
              <a:cxnLst/>
              <a:rect l="l" t="t" r="r" b="b"/>
              <a:pathLst>
                <a:path w="105247" h="68937">
                  <a:moveTo>
                    <a:pt x="105247" y="0"/>
                  </a:moveTo>
                  <a:lnTo>
                    <a:pt x="0" y="0"/>
                  </a:lnTo>
                  <a:lnTo>
                    <a:pt x="0" y="68937"/>
                  </a:lnTo>
                  <a:lnTo>
                    <a:pt x="105247" y="68937"/>
                  </a:lnTo>
                  <a:lnTo>
                    <a:pt x="105247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243"/>
            <p:cNvSpPr/>
            <p:nvPr/>
          </p:nvSpPr>
          <p:spPr>
            <a:xfrm rot="-971120">
              <a:off x="4376049" y="8030820"/>
              <a:ext cx="68550" cy="64094"/>
            </a:xfrm>
            <a:custGeom>
              <a:avLst/>
              <a:gdLst/>
              <a:ahLst/>
              <a:cxnLst/>
              <a:rect l="l" t="t" r="r" b="b"/>
              <a:pathLst>
                <a:path w="68550" h="64094">
                  <a:moveTo>
                    <a:pt x="0" y="0"/>
                  </a:moveTo>
                  <a:lnTo>
                    <a:pt x="68549" y="0"/>
                  </a:lnTo>
                  <a:lnTo>
                    <a:pt x="68549" y="64094"/>
                  </a:lnTo>
                  <a:lnTo>
                    <a:pt x="0" y="64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244"/>
            <p:cNvSpPr/>
            <p:nvPr/>
          </p:nvSpPr>
          <p:spPr>
            <a:xfrm>
              <a:off x="4628961" y="8039814"/>
              <a:ext cx="69189" cy="68497"/>
            </a:xfrm>
            <a:custGeom>
              <a:avLst/>
              <a:gdLst/>
              <a:ahLst/>
              <a:cxnLst/>
              <a:rect l="l" t="t" r="r" b="b"/>
              <a:pathLst>
                <a:path w="69189" h="68497">
                  <a:moveTo>
                    <a:pt x="0" y="0"/>
                  </a:moveTo>
                  <a:lnTo>
                    <a:pt x="69189" y="0"/>
                  </a:lnTo>
                  <a:lnTo>
                    <a:pt x="69189" y="68497"/>
                  </a:lnTo>
                  <a:lnTo>
                    <a:pt x="0" y="68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245"/>
            <p:cNvSpPr/>
            <p:nvPr/>
          </p:nvSpPr>
          <p:spPr>
            <a:xfrm>
              <a:off x="4491044" y="7951207"/>
              <a:ext cx="69189" cy="71329"/>
            </a:xfrm>
            <a:custGeom>
              <a:avLst/>
              <a:gdLst/>
              <a:ahLst/>
              <a:cxnLst/>
              <a:rect l="l" t="t" r="r" b="b"/>
              <a:pathLst>
                <a:path w="69189" h="71329">
                  <a:moveTo>
                    <a:pt x="0" y="0"/>
                  </a:moveTo>
                  <a:lnTo>
                    <a:pt x="69189" y="0"/>
                  </a:lnTo>
                  <a:lnTo>
                    <a:pt x="69189" y="71329"/>
                  </a:lnTo>
                  <a:lnTo>
                    <a:pt x="0" y="7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246"/>
            <p:cNvSpPr/>
            <p:nvPr/>
          </p:nvSpPr>
          <p:spPr>
            <a:xfrm>
              <a:off x="4471378" y="8062867"/>
              <a:ext cx="138378" cy="103092"/>
            </a:xfrm>
            <a:custGeom>
              <a:avLst/>
              <a:gdLst/>
              <a:ahLst/>
              <a:cxnLst/>
              <a:rect l="l" t="t" r="r" b="b"/>
              <a:pathLst>
                <a:path w="138378" h="103092">
                  <a:moveTo>
                    <a:pt x="0" y="0"/>
                  </a:moveTo>
                  <a:lnTo>
                    <a:pt x="138378" y="0"/>
                  </a:lnTo>
                  <a:lnTo>
                    <a:pt x="138378" y="103092"/>
                  </a:lnTo>
                  <a:lnTo>
                    <a:pt x="0" y="103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7" name="Group 247"/>
            <p:cNvGrpSpPr/>
            <p:nvPr/>
          </p:nvGrpSpPr>
          <p:grpSpPr>
            <a:xfrm>
              <a:off x="2245110" y="8683630"/>
              <a:ext cx="1109525" cy="351756"/>
              <a:chOff x="0" y="0"/>
              <a:chExt cx="1509985" cy="478716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TextBox 249"/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Sponsored Passport unlocks on 10/15/2026</a:t>
                </a: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3984918" y="8703635"/>
              <a:ext cx="1109525" cy="351756"/>
              <a:chOff x="0" y="0"/>
              <a:chExt cx="1509985" cy="478716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TextBox 252"/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Sponsored Passport unlocks on 10/20/2026</a:t>
                </a: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62847" y="155073"/>
              <a:ext cx="5250741" cy="10723789"/>
              <a:chOff x="0" y="0"/>
              <a:chExt cx="666980" cy="1362199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666980" cy="1362199"/>
              </a:xfrm>
              <a:custGeom>
                <a:avLst/>
                <a:gdLst/>
                <a:ahLst/>
                <a:cxnLst/>
                <a:rect l="l" t="t" r="r" b="b"/>
                <a:pathLst>
                  <a:path w="666980" h="1362199">
                    <a:moveTo>
                      <a:pt x="125819" y="0"/>
                    </a:moveTo>
                    <a:lnTo>
                      <a:pt x="541161" y="0"/>
                    </a:lnTo>
                    <a:cubicBezTo>
                      <a:pt x="610649" y="0"/>
                      <a:pt x="666980" y="56331"/>
                      <a:pt x="666980" y="125819"/>
                    </a:cubicBezTo>
                    <a:lnTo>
                      <a:pt x="666980" y="1236380"/>
                    </a:lnTo>
                    <a:cubicBezTo>
                      <a:pt x="666980" y="1305868"/>
                      <a:pt x="610649" y="1362199"/>
                      <a:pt x="541161" y="1362199"/>
                    </a:cubicBezTo>
                    <a:lnTo>
                      <a:pt x="125819" y="1362199"/>
                    </a:lnTo>
                    <a:cubicBezTo>
                      <a:pt x="56331" y="1362199"/>
                      <a:pt x="0" y="1305868"/>
                      <a:pt x="0" y="1236380"/>
                    </a:cubicBezTo>
                    <a:lnTo>
                      <a:pt x="0" y="125819"/>
                    </a:lnTo>
                    <a:cubicBezTo>
                      <a:pt x="0" y="56331"/>
                      <a:pt x="56331" y="0"/>
                      <a:pt x="125819" y="0"/>
                    </a:cubicBezTo>
                    <a:close/>
                  </a:path>
                </a:pathLst>
              </a:custGeom>
              <a:blipFill>
                <a:blip r:embed="rId56"/>
                <a:stretch>
                  <a:fillRect l="-1569" r="-156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5" name="Group 255"/>
            <p:cNvGrpSpPr/>
            <p:nvPr/>
          </p:nvGrpSpPr>
          <p:grpSpPr>
            <a:xfrm>
              <a:off x="758031" y="4524768"/>
              <a:ext cx="4060374" cy="1927520"/>
              <a:chOff x="0" y="0"/>
              <a:chExt cx="802049" cy="380745"/>
            </a:xfrm>
          </p:grpSpPr>
          <p:sp>
            <p:nvSpPr>
              <p:cNvPr id="256" name="Freeform 256"/>
              <p:cNvSpPr/>
              <p:nvPr/>
            </p:nvSpPr>
            <p:spPr>
              <a:xfrm>
                <a:off x="0" y="0"/>
                <a:ext cx="802049" cy="380745"/>
              </a:xfrm>
              <a:custGeom>
                <a:avLst/>
                <a:gdLst/>
                <a:ahLst/>
                <a:cxnLst/>
                <a:rect l="l" t="t" r="r" b="b"/>
                <a:pathLst>
                  <a:path w="802049" h="380745">
                    <a:moveTo>
                      <a:pt x="63557" y="0"/>
                    </a:moveTo>
                    <a:lnTo>
                      <a:pt x="738492" y="0"/>
                    </a:lnTo>
                    <a:cubicBezTo>
                      <a:pt x="755349" y="0"/>
                      <a:pt x="771515" y="6696"/>
                      <a:pt x="783434" y="18615"/>
                    </a:cubicBezTo>
                    <a:cubicBezTo>
                      <a:pt x="795353" y="30535"/>
                      <a:pt x="802049" y="46700"/>
                      <a:pt x="802049" y="63557"/>
                    </a:cubicBezTo>
                    <a:lnTo>
                      <a:pt x="802049" y="317188"/>
                    </a:lnTo>
                    <a:cubicBezTo>
                      <a:pt x="802049" y="334044"/>
                      <a:pt x="795353" y="350210"/>
                      <a:pt x="783434" y="362129"/>
                    </a:cubicBezTo>
                    <a:cubicBezTo>
                      <a:pt x="771515" y="374048"/>
                      <a:pt x="755349" y="380745"/>
                      <a:pt x="738492" y="380745"/>
                    </a:cubicBezTo>
                    <a:lnTo>
                      <a:pt x="63557" y="380745"/>
                    </a:lnTo>
                    <a:cubicBezTo>
                      <a:pt x="46700" y="380745"/>
                      <a:pt x="30535" y="374048"/>
                      <a:pt x="18615" y="362129"/>
                    </a:cubicBezTo>
                    <a:cubicBezTo>
                      <a:pt x="6696" y="350210"/>
                      <a:pt x="0" y="334044"/>
                      <a:pt x="0" y="317188"/>
                    </a:cubicBezTo>
                    <a:lnTo>
                      <a:pt x="0" y="63557"/>
                    </a:lnTo>
                    <a:cubicBezTo>
                      <a:pt x="0" y="46700"/>
                      <a:pt x="6696" y="30535"/>
                      <a:pt x="18615" y="18615"/>
                    </a:cubicBezTo>
                    <a:cubicBezTo>
                      <a:pt x="30535" y="6696"/>
                      <a:pt x="46700" y="0"/>
                      <a:pt x="63557" y="0"/>
                    </a:cubicBezTo>
                    <a:close/>
                  </a:path>
                </a:pathLst>
              </a:custGeom>
              <a:solidFill>
                <a:srgbClr val="484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TextBox 257"/>
              <p:cNvSpPr txBox="1"/>
              <p:nvPr/>
            </p:nvSpPr>
            <p:spPr>
              <a:xfrm>
                <a:off x="0" y="-47625"/>
                <a:ext cx="802049" cy="4283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☀️</a:t>
                </a:r>
              </a:p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You’ve been real 3 days in a row</a:t>
                </a:r>
              </a:p>
            </p:txBody>
          </p:sp>
        </p:grpSp>
      </p:grpSp>
      <p:grpSp>
        <p:nvGrpSpPr>
          <p:cNvPr id="258" name="Group 258"/>
          <p:cNvGrpSpPr/>
          <p:nvPr/>
        </p:nvGrpSpPr>
        <p:grpSpPr>
          <a:xfrm>
            <a:off x="5440683" y="9623975"/>
            <a:ext cx="2951606" cy="580191"/>
            <a:chOff x="0" y="0"/>
            <a:chExt cx="4698390" cy="923552"/>
          </a:xfrm>
        </p:grpSpPr>
        <p:sp>
          <p:nvSpPr>
            <p:cNvPr id="259" name="Freeform 259"/>
            <p:cNvSpPr/>
            <p:nvPr/>
          </p:nvSpPr>
          <p:spPr>
            <a:xfrm>
              <a:off x="0" y="0"/>
              <a:ext cx="4698390" cy="923552"/>
            </a:xfrm>
            <a:custGeom>
              <a:avLst/>
              <a:gdLst/>
              <a:ahLst/>
              <a:cxnLst/>
              <a:rect l="l" t="t" r="r" b="b"/>
              <a:pathLst>
                <a:path w="4698390" h="923552">
                  <a:moveTo>
                    <a:pt x="0" y="0"/>
                  </a:moveTo>
                  <a:lnTo>
                    <a:pt x="4698390" y="0"/>
                  </a:lnTo>
                  <a:lnTo>
                    <a:pt x="4698390" y="923552"/>
                  </a:lnTo>
                  <a:lnTo>
                    <a:pt x="0" y="923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072" r="-308701" b="-399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TextBox 260"/>
            <p:cNvSpPr txBox="1"/>
            <p:nvPr/>
          </p:nvSpPr>
          <p:spPr>
            <a:xfrm>
              <a:off x="0" y="0"/>
              <a:ext cx="4698390" cy="923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Reminder Bubble</a:t>
              </a:r>
            </a:p>
          </p:txBody>
        </p:sp>
      </p:grpSp>
      <p:grpSp>
        <p:nvGrpSpPr>
          <p:cNvPr id="261" name="Group 261"/>
          <p:cNvGrpSpPr/>
          <p:nvPr/>
        </p:nvGrpSpPr>
        <p:grpSpPr>
          <a:xfrm>
            <a:off x="9144000" y="9452525"/>
            <a:ext cx="3532819" cy="580191"/>
            <a:chOff x="0" y="0"/>
            <a:chExt cx="5623571" cy="923552"/>
          </a:xfrm>
        </p:grpSpPr>
        <p:sp>
          <p:nvSpPr>
            <p:cNvPr id="262" name="Freeform 262"/>
            <p:cNvSpPr/>
            <p:nvPr/>
          </p:nvSpPr>
          <p:spPr>
            <a:xfrm>
              <a:off x="0" y="0"/>
              <a:ext cx="5623571" cy="923552"/>
            </a:xfrm>
            <a:custGeom>
              <a:avLst/>
              <a:gdLst/>
              <a:ahLst/>
              <a:cxnLst/>
              <a:rect l="l" t="t" r="r" b="b"/>
              <a:pathLst>
                <a:path w="5623571" h="923552">
                  <a:moveTo>
                    <a:pt x="0" y="0"/>
                  </a:moveTo>
                  <a:lnTo>
                    <a:pt x="5623571" y="0"/>
                  </a:lnTo>
                  <a:lnTo>
                    <a:pt x="5623571" y="923552"/>
                  </a:lnTo>
                  <a:lnTo>
                    <a:pt x="0" y="923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072" r="-241462" b="-399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TextBox 263"/>
            <p:cNvSpPr txBox="1"/>
            <p:nvPr/>
          </p:nvSpPr>
          <p:spPr>
            <a:xfrm>
              <a:off x="0" y="0"/>
              <a:ext cx="5623571" cy="923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Soft Streak Cue  </a:t>
              </a:r>
            </a:p>
          </p:txBody>
        </p:sp>
      </p:grpSp>
      <p:grpSp>
        <p:nvGrpSpPr>
          <p:cNvPr id="470" name="Group 470"/>
          <p:cNvGrpSpPr/>
          <p:nvPr/>
        </p:nvGrpSpPr>
        <p:grpSpPr>
          <a:xfrm>
            <a:off x="13726481" y="9333880"/>
            <a:ext cx="3532819" cy="580191"/>
            <a:chOff x="0" y="0"/>
            <a:chExt cx="5623571" cy="923552"/>
          </a:xfrm>
        </p:grpSpPr>
        <p:sp>
          <p:nvSpPr>
            <p:cNvPr id="471" name="Freeform 471"/>
            <p:cNvSpPr/>
            <p:nvPr/>
          </p:nvSpPr>
          <p:spPr>
            <a:xfrm>
              <a:off x="0" y="0"/>
              <a:ext cx="5623571" cy="923552"/>
            </a:xfrm>
            <a:custGeom>
              <a:avLst/>
              <a:gdLst/>
              <a:ahLst/>
              <a:cxnLst/>
              <a:rect l="l" t="t" r="r" b="b"/>
              <a:pathLst>
                <a:path w="5623571" h="923552">
                  <a:moveTo>
                    <a:pt x="0" y="0"/>
                  </a:moveTo>
                  <a:lnTo>
                    <a:pt x="5623571" y="0"/>
                  </a:lnTo>
                  <a:lnTo>
                    <a:pt x="5623571" y="923552"/>
                  </a:lnTo>
                  <a:lnTo>
                    <a:pt x="0" y="923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072" r="-241462" b="-399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2" name="TextBox 472"/>
            <p:cNvSpPr txBox="1"/>
            <p:nvPr/>
          </p:nvSpPr>
          <p:spPr>
            <a:xfrm>
              <a:off x="0" y="0"/>
              <a:ext cx="5623571" cy="923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Come-back Banner</a:t>
              </a:r>
            </a:p>
          </p:txBody>
        </p:sp>
      </p:grpSp>
      <p:grpSp>
        <p:nvGrpSpPr>
          <p:cNvPr id="473" name="Group 264">
            <a:extLst>
              <a:ext uri="{FF2B5EF4-FFF2-40B4-BE49-F238E27FC236}">
                <a16:creationId xmlns:a16="http://schemas.microsoft.com/office/drawing/2014/main" id="{4D1CA566-30BC-2C44-D996-75CC5239C1E7}"/>
              </a:ext>
            </a:extLst>
          </p:cNvPr>
          <p:cNvGrpSpPr/>
          <p:nvPr/>
        </p:nvGrpSpPr>
        <p:grpSpPr>
          <a:xfrm>
            <a:off x="13287323" y="933450"/>
            <a:ext cx="4182327" cy="8275452"/>
            <a:chOff x="0" y="0"/>
            <a:chExt cx="5576435" cy="11033936"/>
          </a:xfrm>
        </p:grpSpPr>
        <p:grpSp>
          <p:nvGrpSpPr>
            <p:cNvPr id="474" name="Group 265">
              <a:extLst>
                <a:ext uri="{FF2B5EF4-FFF2-40B4-BE49-F238E27FC236}">
                  <a16:creationId xmlns:a16="http://schemas.microsoft.com/office/drawing/2014/main" id="{1EE8C427-3E0C-6BB6-A568-CA7FD88AA9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5576435" cy="11033936"/>
              <a:chOff x="0" y="0"/>
              <a:chExt cx="2620010" cy="5184140"/>
            </a:xfrm>
          </p:grpSpPr>
          <p:sp>
            <p:nvSpPr>
              <p:cNvPr id="670" name="Freeform 266">
                <a:extLst>
                  <a:ext uri="{FF2B5EF4-FFF2-40B4-BE49-F238E27FC236}">
                    <a16:creationId xmlns:a16="http://schemas.microsoft.com/office/drawing/2014/main" id="{7C0C98E8-2A66-A869-3275-47C1E521BC0E}"/>
                  </a:ext>
                </a:extLst>
              </p:cNvPr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Freeform 267">
                <a:extLst>
                  <a:ext uri="{FF2B5EF4-FFF2-40B4-BE49-F238E27FC236}">
                    <a16:creationId xmlns:a16="http://schemas.microsoft.com/office/drawing/2014/main" id="{2FD08B73-1186-B5A5-0302-37D916A9946F}"/>
                  </a:ext>
                </a:extLst>
              </p:cNvPr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Freeform 268">
                <a:extLst>
                  <a:ext uri="{FF2B5EF4-FFF2-40B4-BE49-F238E27FC236}">
                    <a16:creationId xmlns:a16="http://schemas.microsoft.com/office/drawing/2014/main" id="{AC0CEF4D-9B60-2B7B-A7F7-10F17681CB3A}"/>
                  </a:ext>
                </a:extLst>
              </p:cNvPr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Freeform 269">
                <a:extLst>
                  <a:ext uri="{FF2B5EF4-FFF2-40B4-BE49-F238E27FC236}">
                    <a16:creationId xmlns:a16="http://schemas.microsoft.com/office/drawing/2014/main" id="{15705061-6B8D-2BA2-9234-D240C9D6F86C}"/>
                  </a:ext>
                </a:extLst>
              </p:cNvPr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Freeform 270">
                <a:extLst>
                  <a:ext uri="{FF2B5EF4-FFF2-40B4-BE49-F238E27FC236}">
                    <a16:creationId xmlns:a16="http://schemas.microsoft.com/office/drawing/2014/main" id="{4E7AF351-71F1-BDAF-6B3A-5448BF3CC833}"/>
                  </a:ext>
                </a:extLst>
              </p:cNvPr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271">
                <a:extLst>
                  <a:ext uri="{FF2B5EF4-FFF2-40B4-BE49-F238E27FC236}">
                    <a16:creationId xmlns:a16="http://schemas.microsoft.com/office/drawing/2014/main" id="{4D55CDE8-FABC-8C23-65FA-C1412A433861}"/>
                  </a:ext>
                </a:extLst>
              </p:cNvPr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272">
                <a:extLst>
                  <a:ext uri="{FF2B5EF4-FFF2-40B4-BE49-F238E27FC236}">
                    <a16:creationId xmlns:a16="http://schemas.microsoft.com/office/drawing/2014/main" id="{921738F9-EAAA-ACD3-9AD5-A4489BD26DB1}"/>
                  </a:ext>
                </a:extLst>
              </p:cNvPr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Freeform 273">
                <a:extLst>
                  <a:ext uri="{FF2B5EF4-FFF2-40B4-BE49-F238E27FC236}">
                    <a16:creationId xmlns:a16="http://schemas.microsoft.com/office/drawing/2014/main" id="{17858146-60EE-7599-AB92-FC14155CA239}"/>
                  </a:ext>
                </a:extLst>
              </p:cNvPr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Freeform 274">
                <a:extLst>
                  <a:ext uri="{FF2B5EF4-FFF2-40B4-BE49-F238E27FC236}">
                    <a16:creationId xmlns:a16="http://schemas.microsoft.com/office/drawing/2014/main" id="{BBCBC01D-560F-9B2D-1C71-F1E79103415E}"/>
                  </a:ext>
                </a:extLst>
              </p:cNvPr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5" name="Group 275">
              <a:extLst>
                <a:ext uri="{FF2B5EF4-FFF2-40B4-BE49-F238E27FC236}">
                  <a16:creationId xmlns:a16="http://schemas.microsoft.com/office/drawing/2014/main" id="{0F609725-EFEF-9782-2E85-CDC195FDB2CB}"/>
                </a:ext>
              </a:extLst>
            </p:cNvPr>
            <p:cNvGrpSpPr/>
            <p:nvPr/>
          </p:nvGrpSpPr>
          <p:grpSpPr>
            <a:xfrm>
              <a:off x="132110" y="161647"/>
              <a:ext cx="5089955" cy="10658674"/>
              <a:chOff x="0" y="0"/>
              <a:chExt cx="1005423" cy="2105417"/>
            </a:xfrm>
          </p:grpSpPr>
          <p:sp>
            <p:nvSpPr>
              <p:cNvPr id="668" name="Freeform 276">
                <a:extLst>
                  <a:ext uri="{FF2B5EF4-FFF2-40B4-BE49-F238E27FC236}">
                    <a16:creationId xmlns:a16="http://schemas.microsoft.com/office/drawing/2014/main" id="{93D22EA7-E7D6-7675-292B-A9B416A5C134}"/>
                  </a:ext>
                </a:extLst>
              </p:cNvPr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TextBox 277">
                <a:extLst>
                  <a:ext uri="{FF2B5EF4-FFF2-40B4-BE49-F238E27FC236}">
                    <a16:creationId xmlns:a16="http://schemas.microsoft.com/office/drawing/2014/main" id="{2D7A3A95-14BC-AABC-A6D2-FDC0C0BF835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476" name="Freeform 278">
              <a:extLst>
                <a:ext uri="{FF2B5EF4-FFF2-40B4-BE49-F238E27FC236}">
                  <a16:creationId xmlns:a16="http://schemas.microsoft.com/office/drawing/2014/main" id="{38401664-F88C-618A-A741-88EF3DA1BF92}"/>
                </a:ext>
              </a:extLst>
            </p:cNvPr>
            <p:cNvSpPr/>
            <p:nvPr/>
          </p:nvSpPr>
          <p:spPr>
            <a:xfrm>
              <a:off x="345184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3" y="0"/>
                  </a:lnTo>
                  <a:lnTo>
                    <a:pt x="942673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7" name="Freeform 279">
              <a:extLst>
                <a:ext uri="{FF2B5EF4-FFF2-40B4-BE49-F238E27FC236}">
                  <a16:creationId xmlns:a16="http://schemas.microsoft.com/office/drawing/2014/main" id="{235E8E37-3DD5-25AE-2233-1E4D939FE9C9}"/>
                </a:ext>
              </a:extLst>
            </p:cNvPr>
            <p:cNvSpPr/>
            <p:nvPr/>
          </p:nvSpPr>
          <p:spPr>
            <a:xfrm>
              <a:off x="607468" y="812658"/>
              <a:ext cx="418106" cy="529248"/>
            </a:xfrm>
            <a:custGeom>
              <a:avLst/>
              <a:gdLst/>
              <a:ahLst/>
              <a:cxnLst/>
              <a:rect l="l" t="t" r="r" b="b"/>
              <a:pathLst>
                <a:path w="418106" h="529248">
                  <a:moveTo>
                    <a:pt x="0" y="0"/>
                  </a:moveTo>
                  <a:lnTo>
                    <a:pt x="418106" y="0"/>
                  </a:lnTo>
                  <a:lnTo>
                    <a:pt x="418106" y="529248"/>
                  </a:lnTo>
                  <a:lnTo>
                    <a:pt x="0" y="52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8" name="Freeform 280">
              <a:extLst>
                <a:ext uri="{FF2B5EF4-FFF2-40B4-BE49-F238E27FC236}">
                  <a16:creationId xmlns:a16="http://schemas.microsoft.com/office/drawing/2014/main" id="{50C03D1D-57FC-AECB-F45E-D9A794F62258}"/>
                </a:ext>
              </a:extLst>
            </p:cNvPr>
            <p:cNvSpPr/>
            <p:nvPr/>
          </p:nvSpPr>
          <p:spPr>
            <a:xfrm>
              <a:off x="4020713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2" y="0"/>
                  </a:lnTo>
                  <a:lnTo>
                    <a:pt x="942672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9" name="Freeform 281">
              <a:extLst>
                <a:ext uri="{FF2B5EF4-FFF2-40B4-BE49-F238E27FC236}">
                  <a16:creationId xmlns:a16="http://schemas.microsoft.com/office/drawing/2014/main" id="{9674779A-3993-0AC2-6960-81A9E1618D3F}"/>
                </a:ext>
              </a:extLst>
            </p:cNvPr>
            <p:cNvSpPr/>
            <p:nvPr/>
          </p:nvSpPr>
          <p:spPr>
            <a:xfrm>
              <a:off x="4252646" y="795632"/>
              <a:ext cx="478806" cy="563301"/>
            </a:xfrm>
            <a:custGeom>
              <a:avLst/>
              <a:gdLst/>
              <a:ahLst/>
              <a:cxnLst/>
              <a:rect l="l" t="t" r="r" b="b"/>
              <a:pathLst>
                <a:path w="478806" h="563301">
                  <a:moveTo>
                    <a:pt x="0" y="0"/>
                  </a:moveTo>
                  <a:lnTo>
                    <a:pt x="478806" y="0"/>
                  </a:lnTo>
                  <a:lnTo>
                    <a:pt x="478806" y="563301"/>
                  </a:lnTo>
                  <a:lnTo>
                    <a:pt x="0" y="5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0" name="Group 282">
              <a:extLst>
                <a:ext uri="{FF2B5EF4-FFF2-40B4-BE49-F238E27FC236}">
                  <a16:creationId xmlns:a16="http://schemas.microsoft.com/office/drawing/2014/main" id="{3D296740-5E60-33BF-4692-4724B8C86785}"/>
                </a:ext>
              </a:extLst>
            </p:cNvPr>
            <p:cNvGrpSpPr/>
            <p:nvPr/>
          </p:nvGrpSpPr>
          <p:grpSpPr>
            <a:xfrm>
              <a:off x="2913191" y="1850275"/>
              <a:ext cx="2318060" cy="798756"/>
              <a:chOff x="0" y="0"/>
              <a:chExt cx="2778550" cy="957431"/>
            </a:xfrm>
          </p:grpSpPr>
          <p:sp>
            <p:nvSpPr>
              <p:cNvPr id="666" name="Freeform 283">
                <a:extLst>
                  <a:ext uri="{FF2B5EF4-FFF2-40B4-BE49-F238E27FC236}">
                    <a16:creationId xmlns:a16="http://schemas.microsoft.com/office/drawing/2014/main" id="{5C6C9A45-4A60-8698-DF6B-0F5E11FD4606}"/>
                  </a:ext>
                </a:extLst>
              </p:cNvPr>
              <p:cNvSpPr/>
              <p:nvPr/>
            </p:nvSpPr>
            <p:spPr>
              <a:xfrm>
                <a:off x="0" y="0"/>
                <a:ext cx="2778550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778550" h="957431">
                    <a:moveTo>
                      <a:pt x="0" y="0"/>
                    </a:moveTo>
                    <a:lnTo>
                      <a:pt x="2778550" y="0"/>
                    </a:lnTo>
                    <a:lnTo>
                      <a:pt x="2778550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59109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TextBox 284">
                <a:extLst>
                  <a:ext uri="{FF2B5EF4-FFF2-40B4-BE49-F238E27FC236}">
                    <a16:creationId xmlns:a16="http://schemas.microsoft.com/office/drawing/2014/main" id="{37BA1736-3847-F6A5-6728-2DE807A9CC08}"/>
                  </a:ext>
                </a:extLst>
              </p:cNvPr>
              <p:cNvSpPr txBox="1"/>
              <p:nvPr/>
            </p:nvSpPr>
            <p:spPr>
              <a:xfrm>
                <a:off x="0" y="0"/>
                <a:ext cx="2778550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Friends of Friends</a:t>
                </a:r>
              </a:p>
            </p:txBody>
          </p:sp>
        </p:grpSp>
        <p:grpSp>
          <p:nvGrpSpPr>
            <p:cNvPr id="481" name="Group 285">
              <a:extLst>
                <a:ext uri="{FF2B5EF4-FFF2-40B4-BE49-F238E27FC236}">
                  <a16:creationId xmlns:a16="http://schemas.microsoft.com/office/drawing/2014/main" id="{030A93AC-D261-9431-423F-7FE73CB99190}"/>
                </a:ext>
              </a:extLst>
            </p:cNvPr>
            <p:cNvGrpSpPr/>
            <p:nvPr/>
          </p:nvGrpSpPr>
          <p:grpSpPr>
            <a:xfrm>
              <a:off x="377249" y="9549613"/>
              <a:ext cx="4854002" cy="1062208"/>
              <a:chOff x="0" y="0"/>
              <a:chExt cx="958815" cy="209819"/>
            </a:xfrm>
          </p:grpSpPr>
          <p:sp>
            <p:nvSpPr>
              <p:cNvPr id="664" name="Freeform 286">
                <a:extLst>
                  <a:ext uri="{FF2B5EF4-FFF2-40B4-BE49-F238E27FC236}">
                    <a16:creationId xmlns:a16="http://schemas.microsoft.com/office/drawing/2014/main" id="{7985CE1F-9D3F-8DB8-48EB-CBD796DA54D5}"/>
                  </a:ext>
                </a:extLst>
              </p:cNvPr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TextBox 287">
                <a:extLst>
                  <a:ext uri="{FF2B5EF4-FFF2-40B4-BE49-F238E27FC236}">
                    <a16:creationId xmlns:a16="http://schemas.microsoft.com/office/drawing/2014/main" id="{528343CE-0044-630C-5ACD-7A5C9864D6D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482" name="Group 288">
              <a:extLst>
                <a:ext uri="{FF2B5EF4-FFF2-40B4-BE49-F238E27FC236}">
                  <a16:creationId xmlns:a16="http://schemas.microsoft.com/office/drawing/2014/main" id="{080C2DDC-CA2D-54B4-B567-D02150C17D3F}"/>
                </a:ext>
              </a:extLst>
            </p:cNvPr>
            <p:cNvGrpSpPr/>
            <p:nvPr/>
          </p:nvGrpSpPr>
          <p:grpSpPr>
            <a:xfrm>
              <a:off x="1998789" y="605946"/>
              <a:ext cx="1578858" cy="957431"/>
              <a:chOff x="0" y="0"/>
              <a:chExt cx="1578858" cy="957431"/>
            </a:xfrm>
          </p:grpSpPr>
          <p:sp>
            <p:nvSpPr>
              <p:cNvPr id="662" name="Freeform 289">
                <a:extLst>
                  <a:ext uri="{FF2B5EF4-FFF2-40B4-BE49-F238E27FC236}">
                    <a16:creationId xmlns:a16="http://schemas.microsoft.com/office/drawing/2014/main" id="{AD7B58F4-1ED9-036E-70BA-C23E6759A446}"/>
                  </a:ext>
                </a:extLst>
              </p:cNvPr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TextBox 290">
                <a:extLst>
                  <a:ext uri="{FF2B5EF4-FFF2-40B4-BE49-F238E27FC236}">
                    <a16:creationId xmlns:a16="http://schemas.microsoft.com/office/drawing/2014/main" id="{C8093362-8647-E4C1-CB8A-8F5AACCCF078}"/>
                  </a:ext>
                </a:extLst>
              </p:cNvPr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483" name="Freeform 291">
              <a:extLst>
                <a:ext uri="{FF2B5EF4-FFF2-40B4-BE49-F238E27FC236}">
                  <a16:creationId xmlns:a16="http://schemas.microsoft.com/office/drawing/2014/main" id="{C330A2B4-2A52-2504-2FED-C189873B6614}"/>
                </a:ext>
              </a:extLst>
            </p:cNvPr>
            <p:cNvSpPr/>
            <p:nvPr/>
          </p:nvSpPr>
          <p:spPr>
            <a:xfrm>
              <a:off x="713612" y="9888564"/>
              <a:ext cx="256494" cy="238539"/>
            </a:xfrm>
            <a:custGeom>
              <a:avLst/>
              <a:gdLst/>
              <a:ahLst/>
              <a:cxnLst/>
              <a:rect l="l" t="t" r="r" b="b"/>
              <a:pathLst>
                <a:path w="256494" h="238539">
                  <a:moveTo>
                    <a:pt x="0" y="0"/>
                  </a:moveTo>
                  <a:lnTo>
                    <a:pt x="256494" y="0"/>
                  </a:lnTo>
                  <a:lnTo>
                    <a:pt x="256494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4" name="Freeform 292">
              <a:extLst>
                <a:ext uri="{FF2B5EF4-FFF2-40B4-BE49-F238E27FC236}">
                  <a16:creationId xmlns:a16="http://schemas.microsoft.com/office/drawing/2014/main" id="{2FEF3C5D-45A3-9212-82EE-715BAB0E545D}"/>
                </a:ext>
              </a:extLst>
            </p:cNvPr>
            <p:cNvSpPr/>
            <p:nvPr/>
          </p:nvSpPr>
          <p:spPr>
            <a:xfrm>
              <a:off x="1734675" y="9888564"/>
              <a:ext cx="265043" cy="238539"/>
            </a:xfrm>
            <a:custGeom>
              <a:avLst/>
              <a:gdLst/>
              <a:ahLst/>
              <a:cxnLst/>
              <a:rect l="l" t="t" r="r" b="b"/>
              <a:pathLst>
                <a:path w="265043" h="238539">
                  <a:moveTo>
                    <a:pt x="0" y="0"/>
                  </a:moveTo>
                  <a:lnTo>
                    <a:pt x="265043" y="0"/>
                  </a:lnTo>
                  <a:lnTo>
                    <a:pt x="265043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5" name="Freeform 293">
              <a:extLst>
                <a:ext uri="{FF2B5EF4-FFF2-40B4-BE49-F238E27FC236}">
                  <a16:creationId xmlns:a16="http://schemas.microsoft.com/office/drawing/2014/main" id="{53E70E93-618E-B2C7-F486-2C6BBE0D746C}"/>
                </a:ext>
              </a:extLst>
            </p:cNvPr>
            <p:cNvSpPr/>
            <p:nvPr/>
          </p:nvSpPr>
          <p:spPr>
            <a:xfrm>
              <a:off x="3577647" y="9765887"/>
              <a:ext cx="371258" cy="373124"/>
            </a:xfrm>
            <a:custGeom>
              <a:avLst/>
              <a:gdLst/>
              <a:ahLst/>
              <a:cxnLst/>
              <a:rect l="l" t="t" r="r" b="b"/>
              <a:pathLst>
                <a:path w="371258" h="373124">
                  <a:moveTo>
                    <a:pt x="0" y="0"/>
                  </a:moveTo>
                  <a:lnTo>
                    <a:pt x="371258" y="0"/>
                  </a:lnTo>
                  <a:lnTo>
                    <a:pt x="371258" y="373124"/>
                  </a:lnTo>
                  <a:lnTo>
                    <a:pt x="0" y="373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6" name="Group 294">
              <a:extLst>
                <a:ext uri="{FF2B5EF4-FFF2-40B4-BE49-F238E27FC236}">
                  <a16:creationId xmlns:a16="http://schemas.microsoft.com/office/drawing/2014/main" id="{79B41EC6-79D4-59A0-0283-EC3B18C784DD}"/>
                </a:ext>
              </a:extLst>
            </p:cNvPr>
            <p:cNvGrpSpPr/>
            <p:nvPr/>
          </p:nvGrpSpPr>
          <p:grpSpPr>
            <a:xfrm>
              <a:off x="4535455" y="9735621"/>
              <a:ext cx="433657" cy="433657"/>
              <a:chOff x="0" y="0"/>
              <a:chExt cx="812800" cy="812800"/>
            </a:xfrm>
          </p:grpSpPr>
          <p:sp>
            <p:nvSpPr>
              <p:cNvPr id="661" name="Freeform 295">
                <a:extLst>
                  <a:ext uri="{FF2B5EF4-FFF2-40B4-BE49-F238E27FC236}">
                    <a16:creationId xmlns:a16="http://schemas.microsoft.com/office/drawing/2014/main" id="{18CFA0CE-53BA-E3AE-4F3F-0840779384F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9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87" name="Freeform 296">
              <a:extLst>
                <a:ext uri="{FF2B5EF4-FFF2-40B4-BE49-F238E27FC236}">
                  <a16:creationId xmlns:a16="http://schemas.microsoft.com/office/drawing/2014/main" id="{62F8E04B-7ED4-DE5A-37B2-5C630E8E9BE8}"/>
                </a:ext>
              </a:extLst>
            </p:cNvPr>
            <p:cNvSpPr/>
            <p:nvPr/>
          </p:nvSpPr>
          <p:spPr>
            <a:xfrm>
              <a:off x="2464456" y="9747998"/>
              <a:ext cx="620166" cy="620166"/>
            </a:xfrm>
            <a:custGeom>
              <a:avLst/>
              <a:gdLst/>
              <a:ahLst/>
              <a:cxnLst/>
              <a:rect l="l" t="t" r="r" b="b"/>
              <a:pathLst>
                <a:path w="620166" h="620166">
                  <a:moveTo>
                    <a:pt x="0" y="0"/>
                  </a:moveTo>
                  <a:lnTo>
                    <a:pt x="620166" y="0"/>
                  </a:lnTo>
                  <a:lnTo>
                    <a:pt x="620166" y="620167"/>
                  </a:lnTo>
                  <a:lnTo>
                    <a:pt x="0" y="620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8" name="Freeform 297">
              <a:extLst>
                <a:ext uri="{FF2B5EF4-FFF2-40B4-BE49-F238E27FC236}">
                  <a16:creationId xmlns:a16="http://schemas.microsoft.com/office/drawing/2014/main" id="{C23664F7-8E72-CBD5-6AF1-575EF33132DB}"/>
                </a:ext>
              </a:extLst>
            </p:cNvPr>
            <p:cNvSpPr/>
            <p:nvPr/>
          </p:nvSpPr>
          <p:spPr>
            <a:xfrm>
              <a:off x="2567835" y="9889618"/>
              <a:ext cx="413408" cy="336928"/>
            </a:xfrm>
            <a:custGeom>
              <a:avLst/>
              <a:gdLst/>
              <a:ahLst/>
              <a:cxnLst/>
              <a:rect l="l" t="t" r="r" b="b"/>
              <a:pathLst>
                <a:path w="413408" h="336928">
                  <a:moveTo>
                    <a:pt x="0" y="0"/>
                  </a:moveTo>
                  <a:lnTo>
                    <a:pt x="413408" y="0"/>
                  </a:lnTo>
                  <a:lnTo>
                    <a:pt x="413408" y="336927"/>
                  </a:lnTo>
                  <a:lnTo>
                    <a:pt x="0" y="336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9" name="TextBox 298">
              <a:extLst>
                <a:ext uri="{FF2B5EF4-FFF2-40B4-BE49-F238E27FC236}">
                  <a16:creationId xmlns:a16="http://schemas.microsoft.com/office/drawing/2014/main" id="{A9B4157D-1A47-F7BE-D29A-2429C2601A81}"/>
                </a:ext>
              </a:extLst>
            </p:cNvPr>
            <p:cNvSpPr txBox="1"/>
            <p:nvPr/>
          </p:nvSpPr>
          <p:spPr>
            <a:xfrm>
              <a:off x="455305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490" name="TextBox 299">
              <a:extLst>
                <a:ext uri="{FF2B5EF4-FFF2-40B4-BE49-F238E27FC236}">
                  <a16:creationId xmlns:a16="http://schemas.microsoft.com/office/drawing/2014/main" id="{12B3F255-D080-13BA-0EC4-6779D3919B11}"/>
                </a:ext>
              </a:extLst>
            </p:cNvPr>
            <p:cNvSpPr txBox="1"/>
            <p:nvPr/>
          </p:nvSpPr>
          <p:spPr>
            <a:xfrm>
              <a:off x="1480643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491" name="TextBox 300">
              <a:extLst>
                <a:ext uri="{FF2B5EF4-FFF2-40B4-BE49-F238E27FC236}">
                  <a16:creationId xmlns:a16="http://schemas.microsoft.com/office/drawing/2014/main" id="{81639B49-3F22-B525-A7B0-F7EDD6BA6203}"/>
                </a:ext>
              </a:extLst>
            </p:cNvPr>
            <p:cNvSpPr txBox="1"/>
            <p:nvPr/>
          </p:nvSpPr>
          <p:spPr>
            <a:xfrm>
              <a:off x="3376722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492" name="TextBox 301">
              <a:extLst>
                <a:ext uri="{FF2B5EF4-FFF2-40B4-BE49-F238E27FC236}">
                  <a16:creationId xmlns:a16="http://schemas.microsoft.com/office/drawing/2014/main" id="{444878C5-4AAA-9E36-75DB-689D48076447}"/>
                </a:ext>
              </a:extLst>
            </p:cNvPr>
            <p:cNvSpPr txBox="1"/>
            <p:nvPr/>
          </p:nvSpPr>
          <p:spPr>
            <a:xfrm>
              <a:off x="4365730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493" name="Group 302">
              <a:extLst>
                <a:ext uri="{FF2B5EF4-FFF2-40B4-BE49-F238E27FC236}">
                  <a16:creationId xmlns:a16="http://schemas.microsoft.com/office/drawing/2014/main" id="{C8FA1C40-7D8A-20AB-0052-78F628612088}"/>
                </a:ext>
              </a:extLst>
            </p:cNvPr>
            <p:cNvGrpSpPr/>
            <p:nvPr/>
          </p:nvGrpSpPr>
          <p:grpSpPr>
            <a:xfrm>
              <a:off x="251597" y="2804708"/>
              <a:ext cx="1588850" cy="613535"/>
              <a:chOff x="0" y="0"/>
              <a:chExt cx="313847" cy="121192"/>
            </a:xfrm>
          </p:grpSpPr>
          <p:sp>
            <p:nvSpPr>
              <p:cNvPr id="659" name="Freeform 303">
                <a:extLst>
                  <a:ext uri="{FF2B5EF4-FFF2-40B4-BE49-F238E27FC236}">
                    <a16:creationId xmlns:a16="http://schemas.microsoft.com/office/drawing/2014/main" id="{92C473E7-C5C0-2C5B-9FB6-DA2C2E411EF9}"/>
                  </a:ext>
                </a:extLst>
              </p:cNvPr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TextBox 304">
                <a:extLst>
                  <a:ext uri="{FF2B5EF4-FFF2-40B4-BE49-F238E27FC236}">
                    <a16:creationId xmlns:a16="http://schemas.microsoft.com/office/drawing/2014/main" id="{722F1A90-1880-3D5F-9B1C-33763B80146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494" name="Group 305">
              <a:extLst>
                <a:ext uri="{FF2B5EF4-FFF2-40B4-BE49-F238E27FC236}">
                  <a16:creationId xmlns:a16="http://schemas.microsoft.com/office/drawing/2014/main" id="{B462D17B-6193-C5CD-5637-DB57ACE34C2B}"/>
                </a:ext>
              </a:extLst>
            </p:cNvPr>
            <p:cNvGrpSpPr/>
            <p:nvPr/>
          </p:nvGrpSpPr>
          <p:grpSpPr>
            <a:xfrm>
              <a:off x="816521" y="1929613"/>
              <a:ext cx="1578858" cy="798756"/>
              <a:chOff x="0" y="0"/>
              <a:chExt cx="1892503" cy="957431"/>
            </a:xfrm>
          </p:grpSpPr>
          <p:sp>
            <p:nvSpPr>
              <p:cNvPr id="657" name="Freeform 306">
                <a:extLst>
                  <a:ext uri="{FF2B5EF4-FFF2-40B4-BE49-F238E27FC236}">
                    <a16:creationId xmlns:a16="http://schemas.microsoft.com/office/drawing/2014/main" id="{75BB583B-1755-E1D9-6505-7E454EA5D19C}"/>
                  </a:ext>
                </a:extLst>
              </p:cNvPr>
              <p:cNvSpPr/>
              <p:nvPr/>
            </p:nvSpPr>
            <p:spPr>
              <a:xfrm>
                <a:off x="0" y="0"/>
                <a:ext cx="189250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957431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91465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TextBox 307">
                <a:extLst>
                  <a:ext uri="{FF2B5EF4-FFF2-40B4-BE49-F238E27FC236}">
                    <a16:creationId xmlns:a16="http://schemas.microsoft.com/office/drawing/2014/main" id="{65A214D7-EAB6-C26C-8864-B9C137B45E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89250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495" name="Group 308">
              <a:extLst>
                <a:ext uri="{FF2B5EF4-FFF2-40B4-BE49-F238E27FC236}">
                  <a16:creationId xmlns:a16="http://schemas.microsoft.com/office/drawing/2014/main" id="{2C0A82FB-C288-DA67-7B19-00B541B1E748}"/>
                </a:ext>
              </a:extLst>
            </p:cNvPr>
            <p:cNvGrpSpPr/>
            <p:nvPr/>
          </p:nvGrpSpPr>
          <p:grpSpPr>
            <a:xfrm>
              <a:off x="582024" y="2797176"/>
              <a:ext cx="1023926" cy="628600"/>
              <a:chOff x="0" y="0"/>
              <a:chExt cx="1559557" cy="957431"/>
            </a:xfrm>
          </p:grpSpPr>
          <p:sp>
            <p:nvSpPr>
              <p:cNvPr id="655" name="Freeform 309">
                <a:extLst>
                  <a:ext uri="{FF2B5EF4-FFF2-40B4-BE49-F238E27FC236}">
                    <a16:creationId xmlns:a16="http://schemas.microsoft.com/office/drawing/2014/main" id="{A25D3074-5D1D-717A-BE1A-B0D113656EF1}"/>
                  </a:ext>
                </a:extLst>
              </p:cNvPr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TextBox 310">
                <a:extLst>
                  <a:ext uri="{FF2B5EF4-FFF2-40B4-BE49-F238E27FC236}">
                    <a16:creationId xmlns:a16="http://schemas.microsoft.com/office/drawing/2014/main" id="{75A7DF3E-925D-B026-7C91-DED6B31895D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559557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Today</a:t>
                </a:r>
              </a:p>
            </p:txBody>
          </p:sp>
        </p:grpSp>
        <p:grpSp>
          <p:nvGrpSpPr>
            <p:cNvPr id="496" name="Group 311">
              <a:extLst>
                <a:ext uri="{FF2B5EF4-FFF2-40B4-BE49-F238E27FC236}">
                  <a16:creationId xmlns:a16="http://schemas.microsoft.com/office/drawing/2014/main" id="{D2F86E5B-54CA-8463-224C-30756BE93D71}"/>
                </a:ext>
              </a:extLst>
            </p:cNvPr>
            <p:cNvGrpSpPr/>
            <p:nvPr/>
          </p:nvGrpSpPr>
          <p:grpSpPr>
            <a:xfrm>
              <a:off x="1991405" y="2797176"/>
              <a:ext cx="1588850" cy="613535"/>
              <a:chOff x="0" y="0"/>
              <a:chExt cx="313847" cy="121192"/>
            </a:xfrm>
          </p:grpSpPr>
          <p:sp>
            <p:nvSpPr>
              <p:cNvPr id="653" name="Freeform 312">
                <a:extLst>
                  <a:ext uri="{FF2B5EF4-FFF2-40B4-BE49-F238E27FC236}">
                    <a16:creationId xmlns:a16="http://schemas.microsoft.com/office/drawing/2014/main" id="{A946DA2C-81BF-041F-9EA4-8665466879B6}"/>
                  </a:ext>
                </a:extLst>
              </p:cNvPr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TextBox 313">
                <a:extLst>
                  <a:ext uri="{FF2B5EF4-FFF2-40B4-BE49-F238E27FC236}">
                    <a16:creationId xmlns:a16="http://schemas.microsoft.com/office/drawing/2014/main" id="{9E1BA76E-CE66-F279-9FB0-662AF7C6A11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497" name="Group 314">
              <a:extLst>
                <a:ext uri="{FF2B5EF4-FFF2-40B4-BE49-F238E27FC236}">
                  <a16:creationId xmlns:a16="http://schemas.microsoft.com/office/drawing/2014/main" id="{6DA83731-369D-3730-FE66-64424A51DAEB}"/>
                </a:ext>
              </a:extLst>
            </p:cNvPr>
            <p:cNvGrpSpPr/>
            <p:nvPr/>
          </p:nvGrpSpPr>
          <p:grpSpPr>
            <a:xfrm>
              <a:off x="2323047" y="2797176"/>
              <a:ext cx="930342" cy="628600"/>
              <a:chOff x="0" y="0"/>
              <a:chExt cx="1417019" cy="957431"/>
            </a:xfrm>
          </p:grpSpPr>
          <p:sp>
            <p:nvSpPr>
              <p:cNvPr id="651" name="Freeform 315">
                <a:extLst>
                  <a:ext uri="{FF2B5EF4-FFF2-40B4-BE49-F238E27FC236}">
                    <a16:creationId xmlns:a16="http://schemas.microsoft.com/office/drawing/2014/main" id="{EDDD0911-414C-75E1-9F55-24FD6D7859F1}"/>
                  </a:ext>
                </a:extLst>
              </p:cNvPr>
              <p:cNvSpPr/>
              <p:nvPr/>
            </p:nvSpPr>
            <p:spPr>
              <a:xfrm>
                <a:off x="0" y="0"/>
                <a:ext cx="1417019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7019" h="957431">
                    <a:moveTo>
                      <a:pt x="0" y="0"/>
                    </a:moveTo>
                    <a:lnTo>
                      <a:pt x="1417019" y="0"/>
                    </a:lnTo>
                    <a:lnTo>
                      <a:pt x="1417019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512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TextBox 316">
                <a:extLst>
                  <a:ext uri="{FF2B5EF4-FFF2-40B4-BE49-F238E27FC236}">
                    <a16:creationId xmlns:a16="http://schemas.microsoft.com/office/drawing/2014/main" id="{B24302B9-FEDF-A803-2443-F39F667A6B8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417019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Board</a:t>
                </a:r>
              </a:p>
            </p:txBody>
          </p:sp>
        </p:grpSp>
        <p:grpSp>
          <p:nvGrpSpPr>
            <p:cNvPr id="498" name="Group 317">
              <a:extLst>
                <a:ext uri="{FF2B5EF4-FFF2-40B4-BE49-F238E27FC236}">
                  <a16:creationId xmlns:a16="http://schemas.microsoft.com/office/drawing/2014/main" id="{2789D64F-9A85-E11A-F44A-E38B167FAFB8}"/>
                </a:ext>
              </a:extLst>
            </p:cNvPr>
            <p:cNvGrpSpPr/>
            <p:nvPr/>
          </p:nvGrpSpPr>
          <p:grpSpPr>
            <a:xfrm>
              <a:off x="3731214" y="2789644"/>
              <a:ext cx="1588850" cy="613535"/>
              <a:chOff x="0" y="0"/>
              <a:chExt cx="313847" cy="121192"/>
            </a:xfrm>
          </p:grpSpPr>
          <p:sp>
            <p:nvSpPr>
              <p:cNvPr id="649" name="Freeform 318">
                <a:extLst>
                  <a:ext uri="{FF2B5EF4-FFF2-40B4-BE49-F238E27FC236}">
                    <a16:creationId xmlns:a16="http://schemas.microsoft.com/office/drawing/2014/main" id="{7686CDDB-53BC-2D48-3EA4-1EBB73506E8B}"/>
                  </a:ext>
                </a:extLst>
              </p:cNvPr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TextBox 319">
                <a:extLst>
                  <a:ext uri="{FF2B5EF4-FFF2-40B4-BE49-F238E27FC236}">
                    <a16:creationId xmlns:a16="http://schemas.microsoft.com/office/drawing/2014/main" id="{A5E4B2DE-E3D0-CC3F-B3B9-6934C8BC7A7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499" name="Group 320">
              <a:extLst>
                <a:ext uri="{FF2B5EF4-FFF2-40B4-BE49-F238E27FC236}">
                  <a16:creationId xmlns:a16="http://schemas.microsoft.com/office/drawing/2014/main" id="{700752BA-3796-0E3F-80BD-75EE12A21A28}"/>
                </a:ext>
              </a:extLst>
            </p:cNvPr>
            <p:cNvGrpSpPr/>
            <p:nvPr/>
          </p:nvGrpSpPr>
          <p:grpSpPr>
            <a:xfrm>
              <a:off x="4062855" y="2804708"/>
              <a:ext cx="928093" cy="628600"/>
              <a:chOff x="0" y="0"/>
              <a:chExt cx="1413593" cy="957431"/>
            </a:xfrm>
          </p:grpSpPr>
          <p:sp>
            <p:nvSpPr>
              <p:cNvPr id="647" name="Freeform 321">
                <a:extLst>
                  <a:ext uri="{FF2B5EF4-FFF2-40B4-BE49-F238E27FC236}">
                    <a16:creationId xmlns:a16="http://schemas.microsoft.com/office/drawing/2014/main" id="{F03101FD-54A4-3709-F14E-2F497F65A162}"/>
                  </a:ext>
                </a:extLst>
              </p:cNvPr>
              <p:cNvSpPr/>
              <p:nvPr/>
            </p:nvSpPr>
            <p:spPr>
              <a:xfrm>
                <a:off x="0" y="0"/>
                <a:ext cx="141359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3593" h="957431">
                    <a:moveTo>
                      <a:pt x="0" y="0"/>
                    </a:moveTo>
                    <a:lnTo>
                      <a:pt x="1413593" y="0"/>
                    </a:lnTo>
                    <a:lnTo>
                      <a:pt x="141359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841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TextBox 322">
                <a:extLst>
                  <a:ext uri="{FF2B5EF4-FFF2-40B4-BE49-F238E27FC236}">
                    <a16:creationId xmlns:a16="http://schemas.microsoft.com/office/drawing/2014/main" id="{16F5E072-EF7C-E6C0-D7D9-493DD06D7BB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41359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Passport</a:t>
                </a:r>
              </a:p>
            </p:txBody>
          </p:sp>
        </p:grpSp>
        <p:grpSp>
          <p:nvGrpSpPr>
            <p:cNvPr id="500" name="Group 323">
              <a:extLst>
                <a:ext uri="{FF2B5EF4-FFF2-40B4-BE49-F238E27FC236}">
                  <a16:creationId xmlns:a16="http://schemas.microsoft.com/office/drawing/2014/main" id="{FE11459B-038B-CC5E-6D45-5B30A8E9683D}"/>
                </a:ext>
              </a:extLst>
            </p:cNvPr>
            <p:cNvGrpSpPr/>
            <p:nvPr/>
          </p:nvGrpSpPr>
          <p:grpSpPr>
            <a:xfrm>
              <a:off x="333920" y="3527760"/>
              <a:ext cx="2781418" cy="798756"/>
              <a:chOff x="0" y="0"/>
              <a:chExt cx="3333956" cy="957431"/>
            </a:xfrm>
          </p:grpSpPr>
          <p:sp>
            <p:nvSpPr>
              <p:cNvPr id="645" name="Freeform 324">
                <a:extLst>
                  <a:ext uri="{FF2B5EF4-FFF2-40B4-BE49-F238E27FC236}">
                    <a16:creationId xmlns:a16="http://schemas.microsoft.com/office/drawing/2014/main" id="{B1CED8AB-313A-1228-77FE-EFD747B38E7C}"/>
                  </a:ext>
                </a:extLst>
              </p:cNvPr>
              <p:cNvSpPr/>
              <p:nvPr/>
            </p:nvSpPr>
            <p:spPr>
              <a:xfrm>
                <a:off x="0" y="0"/>
                <a:ext cx="3333956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3333956" h="957431">
                    <a:moveTo>
                      <a:pt x="0" y="0"/>
                    </a:moveTo>
                    <a:lnTo>
                      <a:pt x="3333956" y="0"/>
                    </a:lnTo>
                    <a:lnTo>
                      <a:pt x="3333956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47596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TextBox 325">
                <a:extLst>
                  <a:ext uri="{FF2B5EF4-FFF2-40B4-BE49-F238E27FC236}">
                    <a16:creationId xmlns:a16="http://schemas.microsoft.com/office/drawing/2014/main" id="{3AA202BE-F394-9349-D6E8-BAE215E31526}"/>
                  </a:ext>
                </a:extLst>
              </p:cNvPr>
              <p:cNvSpPr txBox="1"/>
              <p:nvPr/>
            </p:nvSpPr>
            <p:spPr>
              <a:xfrm>
                <a:off x="0" y="0"/>
                <a:ext cx="3333956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813"/>
                  </a:lnSpc>
                </a:pPr>
                <a:r>
                  <a:rPr lang="en-US" sz="17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October 2026 Board</a:t>
                </a:r>
              </a:p>
            </p:txBody>
          </p:sp>
        </p:grpSp>
        <p:grpSp>
          <p:nvGrpSpPr>
            <p:cNvPr id="501" name="Group 326">
              <a:extLst>
                <a:ext uri="{FF2B5EF4-FFF2-40B4-BE49-F238E27FC236}">
                  <a16:creationId xmlns:a16="http://schemas.microsoft.com/office/drawing/2014/main" id="{BBE4511A-4C3F-910E-20B9-72CD22C2131A}"/>
                </a:ext>
              </a:extLst>
            </p:cNvPr>
            <p:cNvGrpSpPr/>
            <p:nvPr/>
          </p:nvGrpSpPr>
          <p:grpSpPr>
            <a:xfrm>
              <a:off x="3866747" y="3727448"/>
              <a:ext cx="1259734" cy="399378"/>
              <a:chOff x="0" y="0"/>
              <a:chExt cx="1509985" cy="478716"/>
            </a:xfrm>
          </p:grpSpPr>
          <p:sp>
            <p:nvSpPr>
              <p:cNvPr id="643" name="Freeform 327">
                <a:extLst>
                  <a:ext uri="{FF2B5EF4-FFF2-40B4-BE49-F238E27FC236}">
                    <a16:creationId xmlns:a16="http://schemas.microsoft.com/office/drawing/2014/main" id="{166D8103-6092-90A9-E650-CD4FD98915FF}"/>
                  </a:ext>
                </a:extLst>
              </p:cNvPr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TextBox 328">
                <a:extLst>
                  <a:ext uri="{FF2B5EF4-FFF2-40B4-BE49-F238E27FC236}">
                    <a16:creationId xmlns:a16="http://schemas.microsoft.com/office/drawing/2014/main" id="{01041195-1AD4-C189-70EC-57065975EC7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6 FRIENDS</a:t>
                </a:r>
              </a:p>
            </p:txBody>
          </p:sp>
        </p:grpSp>
        <p:grpSp>
          <p:nvGrpSpPr>
            <p:cNvPr id="502" name="Group 329">
              <a:extLst>
                <a:ext uri="{FF2B5EF4-FFF2-40B4-BE49-F238E27FC236}">
                  <a16:creationId xmlns:a16="http://schemas.microsoft.com/office/drawing/2014/main" id="{DC3858D3-A6AA-6478-E3E2-F7A7B8FD84BF}"/>
                </a:ext>
              </a:extLst>
            </p:cNvPr>
            <p:cNvGrpSpPr/>
            <p:nvPr/>
          </p:nvGrpSpPr>
          <p:grpSpPr>
            <a:xfrm>
              <a:off x="333920" y="4326515"/>
              <a:ext cx="4850948" cy="914564"/>
              <a:chOff x="0" y="0"/>
              <a:chExt cx="958212" cy="180655"/>
            </a:xfrm>
          </p:grpSpPr>
          <p:sp>
            <p:nvSpPr>
              <p:cNvPr id="641" name="Freeform 330">
                <a:extLst>
                  <a:ext uri="{FF2B5EF4-FFF2-40B4-BE49-F238E27FC236}">
                    <a16:creationId xmlns:a16="http://schemas.microsoft.com/office/drawing/2014/main" id="{CB73B44C-B0B5-A68F-10BD-EE54C234F4B8}"/>
                  </a:ext>
                </a:extLst>
              </p:cNvPr>
              <p:cNvSpPr/>
              <p:nvPr/>
            </p:nvSpPr>
            <p:spPr>
              <a:xfrm>
                <a:off x="0" y="0"/>
                <a:ext cx="958212" cy="180655"/>
              </a:xfrm>
              <a:custGeom>
                <a:avLst/>
                <a:gdLst/>
                <a:ahLst/>
                <a:cxnLst/>
                <a:rect l="l" t="t" r="r" b="b"/>
                <a:pathLst>
                  <a:path w="958212" h="180655">
                    <a:moveTo>
                      <a:pt x="90327" y="0"/>
                    </a:moveTo>
                    <a:lnTo>
                      <a:pt x="867885" y="0"/>
                    </a:lnTo>
                    <a:cubicBezTo>
                      <a:pt x="891841" y="0"/>
                      <a:pt x="914816" y="9517"/>
                      <a:pt x="931756" y="26456"/>
                    </a:cubicBezTo>
                    <a:cubicBezTo>
                      <a:pt x="948695" y="43396"/>
                      <a:pt x="958212" y="66371"/>
                      <a:pt x="958212" y="90327"/>
                    </a:cubicBezTo>
                    <a:lnTo>
                      <a:pt x="958212" y="90327"/>
                    </a:lnTo>
                    <a:cubicBezTo>
                      <a:pt x="958212" y="140214"/>
                      <a:pt x="917771" y="180655"/>
                      <a:pt x="867885" y="180655"/>
                    </a:cubicBezTo>
                    <a:lnTo>
                      <a:pt x="90327" y="180655"/>
                    </a:lnTo>
                    <a:cubicBezTo>
                      <a:pt x="40441" y="180655"/>
                      <a:pt x="0" y="140214"/>
                      <a:pt x="0" y="90327"/>
                    </a:cubicBezTo>
                    <a:lnTo>
                      <a:pt x="0" y="90327"/>
                    </a:lnTo>
                    <a:cubicBezTo>
                      <a:pt x="0" y="40441"/>
                      <a:pt x="40441" y="0"/>
                      <a:pt x="90327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TextBox 331">
                <a:extLst>
                  <a:ext uri="{FF2B5EF4-FFF2-40B4-BE49-F238E27FC236}">
                    <a16:creationId xmlns:a16="http://schemas.microsoft.com/office/drawing/2014/main" id="{08100C47-2923-CEAD-0CFC-531E30FE568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958212" cy="2092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Powered by Iced Coffee &amp; Delusion</a:t>
                </a:r>
                <a:r>
                  <a:rPr lang="en-US" sz="165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☕️</a:t>
                </a:r>
              </a:p>
              <a:p>
                <a:pPr algn="ctr">
                  <a:lnSpc>
                    <a:spcPts val="1020"/>
                  </a:lnSpc>
                </a:pPr>
                <a:r>
                  <a:rPr lang="en-US" sz="8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Shared monthly collage • Boards locks 10/31/2026</a:t>
                </a:r>
              </a:p>
            </p:txBody>
          </p:sp>
        </p:grpSp>
        <p:grpSp>
          <p:nvGrpSpPr>
            <p:cNvPr id="503" name="Group 332">
              <a:extLst>
                <a:ext uri="{FF2B5EF4-FFF2-40B4-BE49-F238E27FC236}">
                  <a16:creationId xmlns:a16="http://schemas.microsoft.com/office/drawing/2014/main" id="{2B59184D-D65F-BAE9-28C0-7E241E916EFE}"/>
                </a:ext>
              </a:extLst>
            </p:cNvPr>
            <p:cNvGrpSpPr/>
            <p:nvPr/>
          </p:nvGrpSpPr>
          <p:grpSpPr>
            <a:xfrm>
              <a:off x="333920" y="5355379"/>
              <a:ext cx="1553317" cy="1866579"/>
              <a:chOff x="0" y="0"/>
              <a:chExt cx="306828" cy="368707"/>
            </a:xfrm>
          </p:grpSpPr>
          <p:sp>
            <p:nvSpPr>
              <p:cNvPr id="639" name="Freeform 333">
                <a:extLst>
                  <a:ext uri="{FF2B5EF4-FFF2-40B4-BE49-F238E27FC236}">
                    <a16:creationId xmlns:a16="http://schemas.microsoft.com/office/drawing/2014/main" id="{7582CB1C-08A7-0229-FEBF-1941CA5822D3}"/>
                  </a:ext>
                </a:extLst>
              </p:cNvPr>
              <p:cNvSpPr/>
              <p:nvPr/>
            </p:nvSpPr>
            <p:spPr>
              <a:xfrm>
                <a:off x="0" y="0"/>
                <a:ext cx="306828" cy="368707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68707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9088"/>
                    </a:lnTo>
                    <a:cubicBezTo>
                      <a:pt x="306828" y="315152"/>
                      <a:pt x="253273" y="368707"/>
                      <a:pt x="187209" y="368707"/>
                    </a:cubicBezTo>
                    <a:lnTo>
                      <a:pt x="119619" y="368707"/>
                    </a:lnTo>
                    <a:cubicBezTo>
                      <a:pt x="53555" y="368707"/>
                      <a:pt x="0" y="315152"/>
                      <a:pt x="0" y="249088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TextBox 334">
                <a:extLst>
                  <a:ext uri="{FF2B5EF4-FFF2-40B4-BE49-F238E27FC236}">
                    <a16:creationId xmlns:a16="http://schemas.microsoft.com/office/drawing/2014/main" id="{FB86D57B-0494-B3C2-F74B-A7A23D54493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06828" cy="4163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504" name="Freeform 335">
              <a:extLst>
                <a:ext uri="{FF2B5EF4-FFF2-40B4-BE49-F238E27FC236}">
                  <a16:creationId xmlns:a16="http://schemas.microsoft.com/office/drawing/2014/main" id="{C5432CF9-0756-5337-EC40-907E69ABC5E2}"/>
                </a:ext>
              </a:extLst>
            </p:cNvPr>
            <p:cNvSpPr/>
            <p:nvPr/>
          </p:nvSpPr>
          <p:spPr>
            <a:xfrm>
              <a:off x="667093" y="5648629"/>
              <a:ext cx="826397" cy="826397"/>
            </a:xfrm>
            <a:custGeom>
              <a:avLst/>
              <a:gdLst/>
              <a:ahLst/>
              <a:cxnLst/>
              <a:rect l="l" t="t" r="r" b="b"/>
              <a:pathLst>
                <a:path w="826397" h="826397">
                  <a:moveTo>
                    <a:pt x="0" y="0"/>
                  </a:moveTo>
                  <a:lnTo>
                    <a:pt x="826397" y="0"/>
                  </a:lnTo>
                  <a:lnTo>
                    <a:pt x="826397" y="826397"/>
                  </a:lnTo>
                  <a:lnTo>
                    <a:pt x="0" y="82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5" name="Freeform 336">
              <a:extLst>
                <a:ext uri="{FF2B5EF4-FFF2-40B4-BE49-F238E27FC236}">
                  <a16:creationId xmlns:a16="http://schemas.microsoft.com/office/drawing/2014/main" id="{CCAD89C4-0CDD-EA5D-D7FB-579DE9849F40}"/>
                </a:ext>
              </a:extLst>
            </p:cNvPr>
            <p:cNvSpPr/>
            <p:nvPr/>
          </p:nvSpPr>
          <p:spPr>
            <a:xfrm>
              <a:off x="833419" y="5818134"/>
              <a:ext cx="515045" cy="275549"/>
            </a:xfrm>
            <a:custGeom>
              <a:avLst/>
              <a:gdLst/>
              <a:ahLst/>
              <a:cxnLst/>
              <a:rect l="l" t="t" r="r" b="b"/>
              <a:pathLst>
                <a:path w="515045" h="275549">
                  <a:moveTo>
                    <a:pt x="0" y="0"/>
                  </a:moveTo>
                  <a:lnTo>
                    <a:pt x="515045" y="0"/>
                  </a:lnTo>
                  <a:lnTo>
                    <a:pt x="515045" y="275549"/>
                  </a:lnTo>
                  <a:lnTo>
                    <a:pt x="0" y="27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TextBox 337">
              <a:extLst>
                <a:ext uri="{FF2B5EF4-FFF2-40B4-BE49-F238E27FC236}">
                  <a16:creationId xmlns:a16="http://schemas.microsoft.com/office/drawing/2014/main" id="{EE146D5D-134B-9358-5C1B-3A17E1B12445}"/>
                </a:ext>
              </a:extLst>
            </p:cNvPr>
            <p:cNvSpPr txBox="1"/>
            <p:nvPr/>
          </p:nvSpPr>
          <p:spPr>
            <a:xfrm>
              <a:off x="766666" y="5674239"/>
              <a:ext cx="648552" cy="290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r>
                <a:rPr lang="en-US" sz="657" b="1" spc="8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507" name="Freeform 338">
              <a:extLst>
                <a:ext uri="{FF2B5EF4-FFF2-40B4-BE49-F238E27FC236}">
                  <a16:creationId xmlns:a16="http://schemas.microsoft.com/office/drawing/2014/main" id="{2AD6B5E0-A78C-193D-A8EE-0E6D7BB4D87E}"/>
                </a:ext>
              </a:extLst>
            </p:cNvPr>
            <p:cNvSpPr/>
            <p:nvPr/>
          </p:nvSpPr>
          <p:spPr>
            <a:xfrm rot="-3394830" flipV="1">
              <a:off x="717926" y="5989543"/>
              <a:ext cx="127396" cy="40044"/>
            </a:xfrm>
            <a:custGeom>
              <a:avLst/>
              <a:gdLst/>
              <a:ahLst/>
              <a:cxnLst/>
              <a:rect l="l" t="t" r="r" b="b"/>
              <a:pathLst>
                <a:path w="127396" h="40044">
                  <a:moveTo>
                    <a:pt x="0" y="40044"/>
                  </a:moveTo>
                  <a:lnTo>
                    <a:pt x="127397" y="40044"/>
                  </a:lnTo>
                  <a:lnTo>
                    <a:pt x="127397" y="0"/>
                  </a:lnTo>
                  <a:lnTo>
                    <a:pt x="0" y="0"/>
                  </a:lnTo>
                  <a:lnTo>
                    <a:pt x="0" y="4004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8" name="Freeform 339">
              <a:extLst>
                <a:ext uri="{FF2B5EF4-FFF2-40B4-BE49-F238E27FC236}">
                  <a16:creationId xmlns:a16="http://schemas.microsoft.com/office/drawing/2014/main" id="{F786E8A3-15DE-AD70-26F1-4B8AAC43A8A8}"/>
                </a:ext>
              </a:extLst>
            </p:cNvPr>
            <p:cNvSpPr/>
            <p:nvPr/>
          </p:nvSpPr>
          <p:spPr>
            <a:xfrm rot="-6716943">
              <a:off x="1337250" y="5991172"/>
              <a:ext cx="117029" cy="36785"/>
            </a:xfrm>
            <a:custGeom>
              <a:avLst/>
              <a:gdLst/>
              <a:ahLst/>
              <a:cxnLst/>
              <a:rect l="l" t="t" r="r" b="b"/>
              <a:pathLst>
                <a:path w="117029" h="36785">
                  <a:moveTo>
                    <a:pt x="0" y="0"/>
                  </a:moveTo>
                  <a:lnTo>
                    <a:pt x="117028" y="0"/>
                  </a:lnTo>
                  <a:lnTo>
                    <a:pt x="117028" y="36786"/>
                  </a:lnTo>
                  <a:lnTo>
                    <a:pt x="0" y="36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Freeform 340">
              <a:extLst>
                <a:ext uri="{FF2B5EF4-FFF2-40B4-BE49-F238E27FC236}">
                  <a16:creationId xmlns:a16="http://schemas.microsoft.com/office/drawing/2014/main" id="{B41E8DB9-58FA-EC3C-F2D3-1CACEF31AF06}"/>
                </a:ext>
              </a:extLst>
            </p:cNvPr>
            <p:cNvSpPr/>
            <p:nvPr/>
          </p:nvSpPr>
          <p:spPr>
            <a:xfrm rot="2699999">
              <a:off x="816100" y="5899924"/>
              <a:ext cx="534627" cy="534627"/>
            </a:xfrm>
            <a:custGeom>
              <a:avLst/>
              <a:gdLst/>
              <a:ahLst/>
              <a:cxnLst/>
              <a:rect l="l" t="t" r="r" b="b"/>
              <a:pathLst>
                <a:path w="534627" h="534627">
                  <a:moveTo>
                    <a:pt x="0" y="0"/>
                  </a:moveTo>
                  <a:lnTo>
                    <a:pt x="534626" y="0"/>
                  </a:lnTo>
                  <a:lnTo>
                    <a:pt x="534626" y="534626"/>
                  </a:lnTo>
                  <a:lnTo>
                    <a:pt x="0" y="53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TextBox 341">
              <a:extLst>
                <a:ext uri="{FF2B5EF4-FFF2-40B4-BE49-F238E27FC236}">
                  <a16:creationId xmlns:a16="http://schemas.microsoft.com/office/drawing/2014/main" id="{6CA834EF-C872-F241-75D6-FBFE970FBDCF}"/>
                </a:ext>
              </a:extLst>
            </p:cNvPr>
            <p:cNvSpPr txBox="1"/>
            <p:nvPr/>
          </p:nvSpPr>
          <p:spPr>
            <a:xfrm>
              <a:off x="962894" y="6340736"/>
              <a:ext cx="234794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511" name="Freeform 342">
              <a:extLst>
                <a:ext uri="{FF2B5EF4-FFF2-40B4-BE49-F238E27FC236}">
                  <a16:creationId xmlns:a16="http://schemas.microsoft.com/office/drawing/2014/main" id="{01B8C187-B9D4-6C61-6809-55B0A562FFE4}"/>
                </a:ext>
              </a:extLst>
            </p:cNvPr>
            <p:cNvSpPr/>
            <p:nvPr/>
          </p:nvSpPr>
          <p:spPr>
            <a:xfrm rot="2699999">
              <a:off x="879758" y="6095442"/>
              <a:ext cx="401067" cy="401067"/>
            </a:xfrm>
            <a:custGeom>
              <a:avLst/>
              <a:gdLst/>
              <a:ahLst/>
              <a:cxnLst/>
              <a:rect l="l" t="t" r="r" b="b"/>
              <a:pathLst>
                <a:path w="401067" h="401067">
                  <a:moveTo>
                    <a:pt x="0" y="0"/>
                  </a:moveTo>
                  <a:lnTo>
                    <a:pt x="401067" y="0"/>
                  </a:lnTo>
                  <a:lnTo>
                    <a:pt x="401067" y="401067"/>
                  </a:lnTo>
                  <a:lnTo>
                    <a:pt x="0" y="401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Freeform 343">
              <a:extLst>
                <a:ext uri="{FF2B5EF4-FFF2-40B4-BE49-F238E27FC236}">
                  <a16:creationId xmlns:a16="http://schemas.microsoft.com/office/drawing/2014/main" id="{C18C6C1B-D8B1-C49B-51C4-570AB68AA401}"/>
                </a:ext>
              </a:extLst>
            </p:cNvPr>
            <p:cNvSpPr/>
            <p:nvPr/>
          </p:nvSpPr>
          <p:spPr>
            <a:xfrm>
              <a:off x="999513" y="5907411"/>
              <a:ext cx="182857" cy="179200"/>
            </a:xfrm>
            <a:custGeom>
              <a:avLst/>
              <a:gdLst/>
              <a:ahLst/>
              <a:cxnLst/>
              <a:rect l="l" t="t" r="r" b="b"/>
              <a:pathLst>
                <a:path w="182857" h="179200">
                  <a:moveTo>
                    <a:pt x="0" y="0"/>
                  </a:moveTo>
                  <a:lnTo>
                    <a:pt x="182857" y="0"/>
                  </a:lnTo>
                  <a:lnTo>
                    <a:pt x="182857" y="179199"/>
                  </a:lnTo>
                  <a:lnTo>
                    <a:pt x="0" y="17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TextBox 344">
              <a:extLst>
                <a:ext uri="{FF2B5EF4-FFF2-40B4-BE49-F238E27FC236}">
                  <a16:creationId xmlns:a16="http://schemas.microsoft.com/office/drawing/2014/main" id="{47A57DB8-F3A1-8EC3-7C3B-81CA25EBC331}"/>
                </a:ext>
              </a:extLst>
            </p:cNvPr>
            <p:cNvSpPr txBox="1"/>
            <p:nvPr/>
          </p:nvSpPr>
          <p:spPr>
            <a:xfrm>
              <a:off x="892311" y="6200830"/>
              <a:ext cx="382204" cy="75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"/>
                </a:lnSpc>
                <a:spcBef>
                  <a:spcPct val="0"/>
                </a:spcBef>
              </a:pPr>
              <a:r>
                <a:rPr lang="en-US" sz="33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514" name="TextBox 345">
              <a:extLst>
                <a:ext uri="{FF2B5EF4-FFF2-40B4-BE49-F238E27FC236}">
                  <a16:creationId xmlns:a16="http://schemas.microsoft.com/office/drawing/2014/main" id="{273E388D-5006-9228-164C-00CA6ED97D93}"/>
                </a:ext>
              </a:extLst>
            </p:cNvPr>
            <p:cNvSpPr txBox="1"/>
            <p:nvPr/>
          </p:nvSpPr>
          <p:spPr>
            <a:xfrm>
              <a:off x="721719" y="6083924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515" name="TextBox 346">
              <a:extLst>
                <a:ext uri="{FF2B5EF4-FFF2-40B4-BE49-F238E27FC236}">
                  <a16:creationId xmlns:a16="http://schemas.microsoft.com/office/drawing/2014/main" id="{40FA1EAC-2B10-77FC-6491-658A89BB01B4}"/>
                </a:ext>
              </a:extLst>
            </p:cNvPr>
            <p:cNvSpPr txBox="1"/>
            <p:nvPr/>
          </p:nvSpPr>
          <p:spPr>
            <a:xfrm>
              <a:off x="1253403" y="6083924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grpSp>
          <p:nvGrpSpPr>
            <p:cNvPr id="516" name="Group 347">
              <a:extLst>
                <a:ext uri="{FF2B5EF4-FFF2-40B4-BE49-F238E27FC236}">
                  <a16:creationId xmlns:a16="http://schemas.microsoft.com/office/drawing/2014/main" id="{065472D8-6D2E-1E6A-B740-1CFA8A494883}"/>
                </a:ext>
              </a:extLst>
            </p:cNvPr>
            <p:cNvGrpSpPr/>
            <p:nvPr/>
          </p:nvGrpSpPr>
          <p:grpSpPr>
            <a:xfrm>
              <a:off x="2026938" y="5355379"/>
              <a:ext cx="1553317" cy="1866579"/>
              <a:chOff x="0" y="0"/>
              <a:chExt cx="306828" cy="368707"/>
            </a:xfrm>
          </p:grpSpPr>
          <p:sp>
            <p:nvSpPr>
              <p:cNvPr id="637" name="Freeform 348">
                <a:extLst>
                  <a:ext uri="{FF2B5EF4-FFF2-40B4-BE49-F238E27FC236}">
                    <a16:creationId xmlns:a16="http://schemas.microsoft.com/office/drawing/2014/main" id="{929F4664-E47D-5AAF-77F6-5771718A3499}"/>
                  </a:ext>
                </a:extLst>
              </p:cNvPr>
              <p:cNvSpPr/>
              <p:nvPr/>
            </p:nvSpPr>
            <p:spPr>
              <a:xfrm>
                <a:off x="0" y="0"/>
                <a:ext cx="306828" cy="368707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68707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9088"/>
                    </a:lnTo>
                    <a:cubicBezTo>
                      <a:pt x="306828" y="315152"/>
                      <a:pt x="253273" y="368707"/>
                      <a:pt x="187209" y="368707"/>
                    </a:cubicBezTo>
                    <a:lnTo>
                      <a:pt x="119619" y="368707"/>
                    </a:lnTo>
                    <a:cubicBezTo>
                      <a:pt x="53555" y="368707"/>
                      <a:pt x="0" y="315152"/>
                      <a:pt x="0" y="249088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TextBox 349">
                <a:extLst>
                  <a:ext uri="{FF2B5EF4-FFF2-40B4-BE49-F238E27FC236}">
                    <a16:creationId xmlns:a16="http://schemas.microsoft.com/office/drawing/2014/main" id="{2BC547EC-CE01-1571-ED42-FF47F7ACE52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06828" cy="4163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517" name="Group 350">
              <a:extLst>
                <a:ext uri="{FF2B5EF4-FFF2-40B4-BE49-F238E27FC236}">
                  <a16:creationId xmlns:a16="http://schemas.microsoft.com/office/drawing/2014/main" id="{608677B7-31CE-93B7-5196-C8F1FD81925B}"/>
                </a:ext>
              </a:extLst>
            </p:cNvPr>
            <p:cNvGrpSpPr/>
            <p:nvPr/>
          </p:nvGrpSpPr>
          <p:grpSpPr>
            <a:xfrm>
              <a:off x="3719955" y="5399587"/>
              <a:ext cx="1553317" cy="1822371"/>
              <a:chOff x="0" y="0"/>
              <a:chExt cx="306828" cy="359975"/>
            </a:xfrm>
          </p:grpSpPr>
          <p:sp>
            <p:nvSpPr>
              <p:cNvPr id="635" name="Freeform 351">
                <a:extLst>
                  <a:ext uri="{FF2B5EF4-FFF2-40B4-BE49-F238E27FC236}">
                    <a16:creationId xmlns:a16="http://schemas.microsoft.com/office/drawing/2014/main" id="{9168C7A3-1A12-BD8C-F5BD-A120BE2B4370}"/>
                  </a:ext>
                </a:extLst>
              </p:cNvPr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TextBox 352">
                <a:extLst>
                  <a:ext uri="{FF2B5EF4-FFF2-40B4-BE49-F238E27FC236}">
                    <a16:creationId xmlns:a16="http://schemas.microsoft.com/office/drawing/2014/main" id="{F2B1D0A4-0548-9E86-A1A1-FEEE49743A2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518" name="Freeform 353">
              <a:extLst>
                <a:ext uri="{FF2B5EF4-FFF2-40B4-BE49-F238E27FC236}">
                  <a16:creationId xmlns:a16="http://schemas.microsoft.com/office/drawing/2014/main" id="{EB3EC072-0D6C-294C-1265-EF540AB299F6}"/>
                </a:ext>
              </a:extLst>
            </p:cNvPr>
            <p:cNvSpPr/>
            <p:nvPr/>
          </p:nvSpPr>
          <p:spPr>
            <a:xfrm>
              <a:off x="2390398" y="5633907"/>
              <a:ext cx="826397" cy="826397"/>
            </a:xfrm>
            <a:custGeom>
              <a:avLst/>
              <a:gdLst/>
              <a:ahLst/>
              <a:cxnLst/>
              <a:rect l="l" t="t" r="r" b="b"/>
              <a:pathLst>
                <a:path w="826397" h="826397">
                  <a:moveTo>
                    <a:pt x="0" y="0"/>
                  </a:moveTo>
                  <a:lnTo>
                    <a:pt x="826397" y="0"/>
                  </a:lnTo>
                  <a:lnTo>
                    <a:pt x="826397" y="826397"/>
                  </a:lnTo>
                  <a:lnTo>
                    <a:pt x="0" y="826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9" name="Freeform 354">
              <a:extLst>
                <a:ext uri="{FF2B5EF4-FFF2-40B4-BE49-F238E27FC236}">
                  <a16:creationId xmlns:a16="http://schemas.microsoft.com/office/drawing/2014/main" id="{A41032ED-94B1-8EF6-D782-D75B7FC25427}"/>
                </a:ext>
              </a:extLst>
            </p:cNvPr>
            <p:cNvSpPr/>
            <p:nvPr/>
          </p:nvSpPr>
          <p:spPr>
            <a:xfrm>
              <a:off x="2556724" y="5803412"/>
              <a:ext cx="515045" cy="275549"/>
            </a:xfrm>
            <a:custGeom>
              <a:avLst/>
              <a:gdLst/>
              <a:ahLst/>
              <a:cxnLst/>
              <a:rect l="l" t="t" r="r" b="b"/>
              <a:pathLst>
                <a:path w="515045" h="275549">
                  <a:moveTo>
                    <a:pt x="0" y="0"/>
                  </a:moveTo>
                  <a:lnTo>
                    <a:pt x="515045" y="0"/>
                  </a:lnTo>
                  <a:lnTo>
                    <a:pt x="515045" y="275549"/>
                  </a:lnTo>
                  <a:lnTo>
                    <a:pt x="0" y="27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0" name="TextBox 355">
              <a:extLst>
                <a:ext uri="{FF2B5EF4-FFF2-40B4-BE49-F238E27FC236}">
                  <a16:creationId xmlns:a16="http://schemas.microsoft.com/office/drawing/2014/main" id="{D1AC57FB-FC91-2CCE-08CE-28C77622F963}"/>
                </a:ext>
              </a:extLst>
            </p:cNvPr>
            <p:cNvSpPr txBox="1"/>
            <p:nvPr/>
          </p:nvSpPr>
          <p:spPr>
            <a:xfrm>
              <a:off x="2665665" y="5659517"/>
              <a:ext cx="297164" cy="17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9"/>
                </a:lnSpc>
                <a:spcBef>
                  <a:spcPct val="0"/>
                </a:spcBef>
              </a:pPr>
              <a:r>
                <a:rPr lang="en-US" sz="657" b="1" spc="8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HIKE</a:t>
              </a:r>
            </a:p>
          </p:txBody>
        </p:sp>
        <p:sp>
          <p:nvSpPr>
            <p:cNvPr id="521" name="Freeform 356">
              <a:extLst>
                <a:ext uri="{FF2B5EF4-FFF2-40B4-BE49-F238E27FC236}">
                  <a16:creationId xmlns:a16="http://schemas.microsoft.com/office/drawing/2014/main" id="{D63B7D71-00D2-D204-F58B-81F5A986ADDE}"/>
                </a:ext>
              </a:extLst>
            </p:cNvPr>
            <p:cNvSpPr/>
            <p:nvPr/>
          </p:nvSpPr>
          <p:spPr>
            <a:xfrm rot="-3394830" flipV="1">
              <a:off x="2441231" y="5974821"/>
              <a:ext cx="127396" cy="40044"/>
            </a:xfrm>
            <a:custGeom>
              <a:avLst/>
              <a:gdLst/>
              <a:ahLst/>
              <a:cxnLst/>
              <a:rect l="l" t="t" r="r" b="b"/>
              <a:pathLst>
                <a:path w="127396" h="40044">
                  <a:moveTo>
                    <a:pt x="0" y="40044"/>
                  </a:moveTo>
                  <a:lnTo>
                    <a:pt x="127397" y="40044"/>
                  </a:lnTo>
                  <a:lnTo>
                    <a:pt x="127397" y="0"/>
                  </a:lnTo>
                  <a:lnTo>
                    <a:pt x="0" y="0"/>
                  </a:lnTo>
                  <a:lnTo>
                    <a:pt x="0" y="4004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2" name="Freeform 357">
              <a:extLst>
                <a:ext uri="{FF2B5EF4-FFF2-40B4-BE49-F238E27FC236}">
                  <a16:creationId xmlns:a16="http://schemas.microsoft.com/office/drawing/2014/main" id="{C49F95CA-8405-B0C3-4602-E3115E81299E}"/>
                </a:ext>
              </a:extLst>
            </p:cNvPr>
            <p:cNvSpPr/>
            <p:nvPr/>
          </p:nvSpPr>
          <p:spPr>
            <a:xfrm rot="-6716943">
              <a:off x="3060555" y="5976451"/>
              <a:ext cx="117029" cy="36785"/>
            </a:xfrm>
            <a:custGeom>
              <a:avLst/>
              <a:gdLst/>
              <a:ahLst/>
              <a:cxnLst/>
              <a:rect l="l" t="t" r="r" b="b"/>
              <a:pathLst>
                <a:path w="117029" h="36785">
                  <a:moveTo>
                    <a:pt x="0" y="0"/>
                  </a:moveTo>
                  <a:lnTo>
                    <a:pt x="117028" y="0"/>
                  </a:lnTo>
                  <a:lnTo>
                    <a:pt x="117028" y="36785"/>
                  </a:lnTo>
                  <a:lnTo>
                    <a:pt x="0" y="3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3" name="Freeform 358">
              <a:extLst>
                <a:ext uri="{FF2B5EF4-FFF2-40B4-BE49-F238E27FC236}">
                  <a16:creationId xmlns:a16="http://schemas.microsoft.com/office/drawing/2014/main" id="{1DB2E48D-18EC-B50F-F066-7D87AFC6A44D}"/>
                </a:ext>
              </a:extLst>
            </p:cNvPr>
            <p:cNvSpPr/>
            <p:nvPr/>
          </p:nvSpPr>
          <p:spPr>
            <a:xfrm rot="2699999">
              <a:off x="2539405" y="5885202"/>
              <a:ext cx="534627" cy="534627"/>
            </a:xfrm>
            <a:custGeom>
              <a:avLst/>
              <a:gdLst/>
              <a:ahLst/>
              <a:cxnLst/>
              <a:rect l="l" t="t" r="r" b="b"/>
              <a:pathLst>
                <a:path w="534627" h="534627">
                  <a:moveTo>
                    <a:pt x="0" y="0"/>
                  </a:moveTo>
                  <a:lnTo>
                    <a:pt x="534626" y="0"/>
                  </a:lnTo>
                  <a:lnTo>
                    <a:pt x="534626" y="534626"/>
                  </a:lnTo>
                  <a:lnTo>
                    <a:pt x="0" y="53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4" name="TextBox 359">
              <a:extLst>
                <a:ext uri="{FF2B5EF4-FFF2-40B4-BE49-F238E27FC236}">
                  <a16:creationId xmlns:a16="http://schemas.microsoft.com/office/drawing/2014/main" id="{1A662DA6-4EA3-BF44-2055-43D8F630C3E8}"/>
                </a:ext>
              </a:extLst>
            </p:cNvPr>
            <p:cNvSpPr txBox="1"/>
            <p:nvPr/>
          </p:nvSpPr>
          <p:spPr>
            <a:xfrm>
              <a:off x="2686199" y="6326014"/>
              <a:ext cx="234794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525" name="Freeform 360">
              <a:extLst>
                <a:ext uri="{FF2B5EF4-FFF2-40B4-BE49-F238E27FC236}">
                  <a16:creationId xmlns:a16="http://schemas.microsoft.com/office/drawing/2014/main" id="{0996567C-F825-630B-9C60-5FC8162B62A2}"/>
                </a:ext>
              </a:extLst>
            </p:cNvPr>
            <p:cNvSpPr/>
            <p:nvPr/>
          </p:nvSpPr>
          <p:spPr>
            <a:xfrm rot="2699999">
              <a:off x="2603063" y="6080720"/>
              <a:ext cx="401067" cy="401067"/>
            </a:xfrm>
            <a:custGeom>
              <a:avLst/>
              <a:gdLst/>
              <a:ahLst/>
              <a:cxnLst/>
              <a:rect l="l" t="t" r="r" b="b"/>
              <a:pathLst>
                <a:path w="401067" h="401067">
                  <a:moveTo>
                    <a:pt x="0" y="0"/>
                  </a:moveTo>
                  <a:lnTo>
                    <a:pt x="401067" y="0"/>
                  </a:lnTo>
                  <a:lnTo>
                    <a:pt x="401067" y="401067"/>
                  </a:lnTo>
                  <a:lnTo>
                    <a:pt x="0" y="401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6" name="TextBox 361">
              <a:extLst>
                <a:ext uri="{FF2B5EF4-FFF2-40B4-BE49-F238E27FC236}">
                  <a16:creationId xmlns:a16="http://schemas.microsoft.com/office/drawing/2014/main" id="{5E779101-5548-3BD6-A26E-214BF7C9D2A2}"/>
                </a:ext>
              </a:extLst>
            </p:cNvPr>
            <p:cNvSpPr txBox="1"/>
            <p:nvPr/>
          </p:nvSpPr>
          <p:spPr>
            <a:xfrm>
              <a:off x="2615616" y="6186108"/>
              <a:ext cx="382204" cy="75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"/>
                </a:lnSpc>
                <a:spcBef>
                  <a:spcPct val="0"/>
                </a:spcBef>
              </a:pPr>
              <a:r>
                <a:rPr lang="en-US" sz="33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527" name="TextBox 362">
              <a:extLst>
                <a:ext uri="{FF2B5EF4-FFF2-40B4-BE49-F238E27FC236}">
                  <a16:creationId xmlns:a16="http://schemas.microsoft.com/office/drawing/2014/main" id="{B2CA2AA8-D75B-EADA-FA24-DA4D7C510479}"/>
                </a:ext>
              </a:extLst>
            </p:cNvPr>
            <p:cNvSpPr txBox="1"/>
            <p:nvPr/>
          </p:nvSpPr>
          <p:spPr>
            <a:xfrm>
              <a:off x="2445024" y="6069202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528" name="TextBox 363">
              <a:extLst>
                <a:ext uri="{FF2B5EF4-FFF2-40B4-BE49-F238E27FC236}">
                  <a16:creationId xmlns:a16="http://schemas.microsoft.com/office/drawing/2014/main" id="{D3BD36B7-D4C9-1D0E-0CA6-B4447E5F4B52}"/>
                </a:ext>
              </a:extLst>
            </p:cNvPr>
            <p:cNvSpPr txBox="1"/>
            <p:nvPr/>
          </p:nvSpPr>
          <p:spPr>
            <a:xfrm>
              <a:off x="2976708" y="6069202"/>
              <a:ext cx="181292" cy="50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"/>
                </a:lnSpc>
                <a:spcBef>
                  <a:spcPct val="0"/>
                </a:spcBef>
              </a:pPr>
              <a:r>
                <a:rPr lang="en-US" sz="205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529" name="Freeform 364">
              <a:extLst>
                <a:ext uri="{FF2B5EF4-FFF2-40B4-BE49-F238E27FC236}">
                  <a16:creationId xmlns:a16="http://schemas.microsoft.com/office/drawing/2014/main" id="{DF55E678-4223-C199-B3E2-BD3A44B3C35F}"/>
                </a:ext>
              </a:extLst>
            </p:cNvPr>
            <p:cNvSpPr/>
            <p:nvPr/>
          </p:nvSpPr>
          <p:spPr>
            <a:xfrm>
              <a:off x="2673645" y="5910240"/>
              <a:ext cx="259903" cy="159841"/>
            </a:xfrm>
            <a:custGeom>
              <a:avLst/>
              <a:gdLst/>
              <a:ahLst/>
              <a:cxnLst/>
              <a:rect l="l" t="t" r="r" b="b"/>
              <a:pathLst>
                <a:path w="259903" h="159841">
                  <a:moveTo>
                    <a:pt x="0" y="0"/>
                  </a:moveTo>
                  <a:lnTo>
                    <a:pt x="259903" y="0"/>
                  </a:lnTo>
                  <a:lnTo>
                    <a:pt x="259903" y="159841"/>
                  </a:lnTo>
                  <a:lnTo>
                    <a:pt x="0" y="159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30" name="Group 365">
              <a:extLst>
                <a:ext uri="{FF2B5EF4-FFF2-40B4-BE49-F238E27FC236}">
                  <a16:creationId xmlns:a16="http://schemas.microsoft.com/office/drawing/2014/main" id="{E465447F-20F1-2EBF-60DA-48DCB9949978}"/>
                </a:ext>
              </a:extLst>
            </p:cNvPr>
            <p:cNvGrpSpPr/>
            <p:nvPr/>
          </p:nvGrpSpPr>
          <p:grpSpPr>
            <a:xfrm>
              <a:off x="3750243" y="7425158"/>
              <a:ext cx="1553317" cy="1822371"/>
              <a:chOff x="0" y="0"/>
              <a:chExt cx="306828" cy="359975"/>
            </a:xfrm>
          </p:grpSpPr>
          <p:sp>
            <p:nvSpPr>
              <p:cNvPr id="633" name="Freeform 366">
                <a:extLst>
                  <a:ext uri="{FF2B5EF4-FFF2-40B4-BE49-F238E27FC236}">
                    <a16:creationId xmlns:a16="http://schemas.microsoft.com/office/drawing/2014/main" id="{21F4E587-5ED5-564C-D243-733766ED4DAD}"/>
                  </a:ext>
                </a:extLst>
              </p:cNvPr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TextBox 367">
                <a:extLst>
                  <a:ext uri="{FF2B5EF4-FFF2-40B4-BE49-F238E27FC236}">
                    <a16:creationId xmlns:a16="http://schemas.microsoft.com/office/drawing/2014/main" id="{E03E8D9F-AD30-DB72-83D8-4492CC28DDC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531" name="Group 368">
              <a:extLst>
                <a:ext uri="{FF2B5EF4-FFF2-40B4-BE49-F238E27FC236}">
                  <a16:creationId xmlns:a16="http://schemas.microsoft.com/office/drawing/2014/main" id="{7A042BF3-B1D9-A1E6-6891-49F4DB49B014}"/>
                </a:ext>
              </a:extLst>
            </p:cNvPr>
            <p:cNvGrpSpPr/>
            <p:nvPr/>
          </p:nvGrpSpPr>
          <p:grpSpPr>
            <a:xfrm>
              <a:off x="2026938" y="7425158"/>
              <a:ext cx="1553317" cy="1822371"/>
              <a:chOff x="0" y="0"/>
              <a:chExt cx="306828" cy="359975"/>
            </a:xfrm>
          </p:grpSpPr>
          <p:sp>
            <p:nvSpPr>
              <p:cNvPr id="631" name="Freeform 369">
                <a:extLst>
                  <a:ext uri="{FF2B5EF4-FFF2-40B4-BE49-F238E27FC236}">
                    <a16:creationId xmlns:a16="http://schemas.microsoft.com/office/drawing/2014/main" id="{3294A8CE-A87C-7AF0-F00B-1299AAFB4460}"/>
                  </a:ext>
                </a:extLst>
              </p:cNvPr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TextBox 370">
                <a:extLst>
                  <a:ext uri="{FF2B5EF4-FFF2-40B4-BE49-F238E27FC236}">
                    <a16:creationId xmlns:a16="http://schemas.microsoft.com/office/drawing/2014/main" id="{79ED8AAD-C572-C687-0B5B-8FB313CD319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532" name="Group 371">
              <a:extLst>
                <a:ext uri="{FF2B5EF4-FFF2-40B4-BE49-F238E27FC236}">
                  <a16:creationId xmlns:a16="http://schemas.microsoft.com/office/drawing/2014/main" id="{B2E88518-47E7-45F0-2160-FA932798B712}"/>
                </a:ext>
              </a:extLst>
            </p:cNvPr>
            <p:cNvGrpSpPr/>
            <p:nvPr/>
          </p:nvGrpSpPr>
          <p:grpSpPr>
            <a:xfrm>
              <a:off x="303632" y="7425158"/>
              <a:ext cx="1553317" cy="1822371"/>
              <a:chOff x="0" y="0"/>
              <a:chExt cx="306828" cy="359975"/>
            </a:xfrm>
          </p:grpSpPr>
          <p:sp>
            <p:nvSpPr>
              <p:cNvPr id="629" name="Freeform 372">
                <a:extLst>
                  <a:ext uri="{FF2B5EF4-FFF2-40B4-BE49-F238E27FC236}">
                    <a16:creationId xmlns:a16="http://schemas.microsoft.com/office/drawing/2014/main" id="{3AEE183F-8124-C41E-038F-02F44CAC345C}"/>
                  </a:ext>
                </a:extLst>
              </p:cNvPr>
              <p:cNvSpPr/>
              <p:nvPr/>
            </p:nvSpPr>
            <p:spPr>
              <a:xfrm>
                <a:off x="0" y="0"/>
                <a:ext cx="306828" cy="359975"/>
              </a:xfrm>
              <a:custGeom>
                <a:avLst/>
                <a:gdLst/>
                <a:ahLst/>
                <a:cxnLst/>
                <a:rect l="l" t="t" r="r" b="b"/>
                <a:pathLst>
                  <a:path w="306828" h="359975">
                    <a:moveTo>
                      <a:pt x="119619" y="0"/>
                    </a:moveTo>
                    <a:lnTo>
                      <a:pt x="187209" y="0"/>
                    </a:lnTo>
                    <a:cubicBezTo>
                      <a:pt x="253273" y="0"/>
                      <a:pt x="306828" y="53555"/>
                      <a:pt x="306828" y="119619"/>
                    </a:cubicBezTo>
                    <a:lnTo>
                      <a:pt x="306828" y="240356"/>
                    </a:lnTo>
                    <a:cubicBezTo>
                      <a:pt x="306828" y="306419"/>
                      <a:pt x="253273" y="359975"/>
                      <a:pt x="187209" y="359975"/>
                    </a:cubicBezTo>
                    <a:lnTo>
                      <a:pt x="119619" y="359975"/>
                    </a:lnTo>
                    <a:cubicBezTo>
                      <a:pt x="53555" y="359975"/>
                      <a:pt x="0" y="306419"/>
                      <a:pt x="0" y="240356"/>
                    </a:cubicBezTo>
                    <a:lnTo>
                      <a:pt x="0" y="119619"/>
                    </a:lnTo>
                    <a:cubicBezTo>
                      <a:pt x="0" y="53555"/>
                      <a:pt x="53555" y="0"/>
                      <a:pt x="119619" y="0"/>
                    </a:cubicBezTo>
                    <a:close/>
                  </a:path>
                </a:pathLst>
              </a:custGeom>
              <a:solidFill>
                <a:srgbClr val="484747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TextBox 373">
                <a:extLst>
                  <a:ext uri="{FF2B5EF4-FFF2-40B4-BE49-F238E27FC236}">
                    <a16:creationId xmlns:a16="http://schemas.microsoft.com/office/drawing/2014/main" id="{12E7D534-87C0-DE1B-6F2F-6CF8A2E87A7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06828" cy="40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533" name="Freeform 374">
              <a:extLst>
                <a:ext uri="{FF2B5EF4-FFF2-40B4-BE49-F238E27FC236}">
                  <a16:creationId xmlns:a16="http://schemas.microsoft.com/office/drawing/2014/main" id="{70BB30AC-B4EE-7C08-3092-EED998A2BA60}"/>
                </a:ext>
              </a:extLst>
            </p:cNvPr>
            <p:cNvSpPr/>
            <p:nvPr/>
          </p:nvSpPr>
          <p:spPr>
            <a:xfrm>
              <a:off x="4096484" y="5663351"/>
              <a:ext cx="800260" cy="800260"/>
            </a:xfrm>
            <a:custGeom>
              <a:avLst/>
              <a:gdLst/>
              <a:ahLst/>
              <a:cxnLst/>
              <a:rect l="l" t="t" r="r" b="b"/>
              <a:pathLst>
                <a:path w="800260" h="800260">
                  <a:moveTo>
                    <a:pt x="0" y="0"/>
                  </a:moveTo>
                  <a:lnTo>
                    <a:pt x="800260" y="0"/>
                  </a:lnTo>
                  <a:lnTo>
                    <a:pt x="800260" y="800259"/>
                  </a:lnTo>
                  <a:lnTo>
                    <a:pt x="0" y="800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4" name="Freeform 375">
              <a:extLst>
                <a:ext uri="{FF2B5EF4-FFF2-40B4-BE49-F238E27FC236}">
                  <a16:creationId xmlns:a16="http://schemas.microsoft.com/office/drawing/2014/main" id="{B0A82563-822F-03E9-6B81-DFFD71855895}"/>
                </a:ext>
              </a:extLst>
            </p:cNvPr>
            <p:cNvSpPr/>
            <p:nvPr/>
          </p:nvSpPr>
          <p:spPr>
            <a:xfrm>
              <a:off x="4257550" y="5827494"/>
              <a:ext cx="498756" cy="266834"/>
            </a:xfrm>
            <a:custGeom>
              <a:avLst/>
              <a:gdLst/>
              <a:ahLst/>
              <a:cxnLst/>
              <a:rect l="l" t="t" r="r" b="b"/>
              <a:pathLst>
                <a:path w="498756" h="266834">
                  <a:moveTo>
                    <a:pt x="0" y="0"/>
                  </a:moveTo>
                  <a:lnTo>
                    <a:pt x="498755" y="0"/>
                  </a:lnTo>
                  <a:lnTo>
                    <a:pt x="498755" y="266835"/>
                  </a:lnTo>
                  <a:lnTo>
                    <a:pt x="0" y="26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5" name="TextBox 376">
              <a:extLst>
                <a:ext uri="{FF2B5EF4-FFF2-40B4-BE49-F238E27FC236}">
                  <a16:creationId xmlns:a16="http://schemas.microsoft.com/office/drawing/2014/main" id="{AC7D30A9-8FA6-E062-2F17-1486221D43A1}"/>
                </a:ext>
              </a:extLst>
            </p:cNvPr>
            <p:cNvSpPr txBox="1"/>
            <p:nvPr/>
          </p:nvSpPr>
          <p:spPr>
            <a:xfrm>
              <a:off x="4281988" y="5687548"/>
              <a:ext cx="449879" cy="205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4"/>
                </a:lnSpc>
                <a:spcBef>
                  <a:spcPct val="0"/>
                </a:spcBef>
              </a:pPr>
              <a:r>
                <a:rPr lang="en-US" sz="636" b="1" spc="8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</a:t>
              </a:r>
            </a:p>
          </p:txBody>
        </p:sp>
        <p:sp>
          <p:nvSpPr>
            <p:cNvPr id="536" name="Freeform 377">
              <a:extLst>
                <a:ext uri="{FF2B5EF4-FFF2-40B4-BE49-F238E27FC236}">
                  <a16:creationId xmlns:a16="http://schemas.microsoft.com/office/drawing/2014/main" id="{C0AD11D4-0A58-11E4-6937-1049145FD049}"/>
                </a:ext>
              </a:extLst>
            </p:cNvPr>
            <p:cNvSpPr/>
            <p:nvPr/>
          </p:nvSpPr>
          <p:spPr>
            <a:xfrm rot="-3394830" flipV="1">
              <a:off x="4145710" y="5993482"/>
              <a:ext cx="123367" cy="38778"/>
            </a:xfrm>
            <a:custGeom>
              <a:avLst/>
              <a:gdLst/>
              <a:ahLst/>
              <a:cxnLst/>
              <a:rect l="l" t="t" r="r" b="b"/>
              <a:pathLst>
                <a:path w="123367" h="38778">
                  <a:moveTo>
                    <a:pt x="0" y="38778"/>
                  </a:moveTo>
                  <a:lnTo>
                    <a:pt x="123367" y="38778"/>
                  </a:lnTo>
                  <a:lnTo>
                    <a:pt x="123367" y="0"/>
                  </a:lnTo>
                  <a:lnTo>
                    <a:pt x="0" y="0"/>
                  </a:lnTo>
                  <a:lnTo>
                    <a:pt x="0" y="38778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Freeform 378">
              <a:extLst>
                <a:ext uri="{FF2B5EF4-FFF2-40B4-BE49-F238E27FC236}">
                  <a16:creationId xmlns:a16="http://schemas.microsoft.com/office/drawing/2014/main" id="{B8670C7F-14B0-CCE3-C05B-BD5519C66028}"/>
                </a:ext>
              </a:extLst>
            </p:cNvPr>
            <p:cNvSpPr/>
            <p:nvPr/>
          </p:nvSpPr>
          <p:spPr>
            <a:xfrm rot="-6716943">
              <a:off x="4745445" y="5995060"/>
              <a:ext cx="113327" cy="35622"/>
            </a:xfrm>
            <a:custGeom>
              <a:avLst/>
              <a:gdLst/>
              <a:ahLst/>
              <a:cxnLst/>
              <a:rect l="l" t="t" r="r" b="b"/>
              <a:pathLst>
                <a:path w="113327" h="35622">
                  <a:moveTo>
                    <a:pt x="0" y="0"/>
                  </a:moveTo>
                  <a:lnTo>
                    <a:pt x="113327" y="0"/>
                  </a:lnTo>
                  <a:lnTo>
                    <a:pt x="113327" y="35622"/>
                  </a:lnTo>
                  <a:lnTo>
                    <a:pt x="0" y="35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8" name="Freeform 379">
              <a:extLst>
                <a:ext uri="{FF2B5EF4-FFF2-40B4-BE49-F238E27FC236}">
                  <a16:creationId xmlns:a16="http://schemas.microsoft.com/office/drawing/2014/main" id="{60F4CAE6-9E52-8141-963F-82E65C0EFCAC}"/>
                </a:ext>
              </a:extLst>
            </p:cNvPr>
            <p:cNvSpPr/>
            <p:nvPr/>
          </p:nvSpPr>
          <p:spPr>
            <a:xfrm rot="2699999">
              <a:off x="4240778" y="5906698"/>
              <a:ext cx="517718" cy="517718"/>
            </a:xfrm>
            <a:custGeom>
              <a:avLst/>
              <a:gdLst/>
              <a:ahLst/>
              <a:cxnLst/>
              <a:rect l="l" t="t" r="r" b="b"/>
              <a:pathLst>
                <a:path w="517718" h="517718">
                  <a:moveTo>
                    <a:pt x="0" y="0"/>
                  </a:moveTo>
                  <a:lnTo>
                    <a:pt x="517718" y="0"/>
                  </a:lnTo>
                  <a:lnTo>
                    <a:pt x="517718" y="517717"/>
                  </a:lnTo>
                  <a:lnTo>
                    <a:pt x="0" y="517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9" name="TextBox 380">
              <a:extLst>
                <a:ext uri="{FF2B5EF4-FFF2-40B4-BE49-F238E27FC236}">
                  <a16:creationId xmlns:a16="http://schemas.microsoft.com/office/drawing/2014/main" id="{644F9E47-609B-7FF6-93D7-01CA641D6B15}"/>
                </a:ext>
              </a:extLst>
            </p:cNvPr>
            <p:cNvSpPr txBox="1"/>
            <p:nvPr/>
          </p:nvSpPr>
          <p:spPr>
            <a:xfrm>
              <a:off x="4382930" y="6333267"/>
              <a:ext cx="22736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 spc="27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540" name="Freeform 381">
              <a:extLst>
                <a:ext uri="{FF2B5EF4-FFF2-40B4-BE49-F238E27FC236}">
                  <a16:creationId xmlns:a16="http://schemas.microsoft.com/office/drawing/2014/main" id="{5E59604C-BC9A-1B4E-EA6A-41E0AC3B1352}"/>
                </a:ext>
              </a:extLst>
            </p:cNvPr>
            <p:cNvSpPr/>
            <p:nvPr/>
          </p:nvSpPr>
          <p:spPr>
            <a:xfrm rot="2699999">
              <a:off x="4302423" y="6096032"/>
              <a:ext cx="388382" cy="388382"/>
            </a:xfrm>
            <a:custGeom>
              <a:avLst/>
              <a:gdLst/>
              <a:ahLst/>
              <a:cxnLst/>
              <a:rect l="l" t="t" r="r" b="b"/>
              <a:pathLst>
                <a:path w="388382" h="388382">
                  <a:moveTo>
                    <a:pt x="0" y="0"/>
                  </a:moveTo>
                  <a:lnTo>
                    <a:pt x="388382" y="0"/>
                  </a:lnTo>
                  <a:lnTo>
                    <a:pt x="388382" y="388382"/>
                  </a:lnTo>
                  <a:lnTo>
                    <a:pt x="0" y="388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1" name="TextBox 382">
              <a:extLst>
                <a:ext uri="{FF2B5EF4-FFF2-40B4-BE49-F238E27FC236}">
                  <a16:creationId xmlns:a16="http://schemas.microsoft.com/office/drawing/2014/main" id="{0AF0F642-D17E-0435-7521-F5DB6F601F7E}"/>
                </a:ext>
              </a:extLst>
            </p:cNvPr>
            <p:cNvSpPr txBox="1"/>
            <p:nvPr/>
          </p:nvSpPr>
          <p:spPr>
            <a:xfrm>
              <a:off x="4314579" y="6197785"/>
              <a:ext cx="370116" cy="73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6"/>
                </a:lnSpc>
                <a:spcBef>
                  <a:spcPct val="0"/>
                </a:spcBef>
              </a:pPr>
              <a:r>
                <a:rPr lang="en-US" sz="32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542" name="TextBox 383">
              <a:extLst>
                <a:ext uri="{FF2B5EF4-FFF2-40B4-BE49-F238E27FC236}">
                  <a16:creationId xmlns:a16="http://schemas.microsoft.com/office/drawing/2014/main" id="{FDF6B4C2-0477-DE50-A9B7-22C9BD3BE633}"/>
                </a:ext>
              </a:extLst>
            </p:cNvPr>
            <p:cNvSpPr txBox="1"/>
            <p:nvPr/>
          </p:nvSpPr>
          <p:spPr>
            <a:xfrm>
              <a:off x="4149383" y="6084577"/>
              <a:ext cx="17555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543" name="TextBox 384">
              <a:extLst>
                <a:ext uri="{FF2B5EF4-FFF2-40B4-BE49-F238E27FC236}">
                  <a16:creationId xmlns:a16="http://schemas.microsoft.com/office/drawing/2014/main" id="{1801017C-597A-745A-B4BC-C20FEE84DE29}"/>
                </a:ext>
              </a:extLst>
            </p:cNvPr>
            <p:cNvSpPr txBox="1"/>
            <p:nvPr/>
          </p:nvSpPr>
          <p:spPr>
            <a:xfrm>
              <a:off x="4664250" y="6084577"/>
              <a:ext cx="175558" cy="49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"/>
                </a:lnSpc>
                <a:spcBef>
                  <a:spcPct val="0"/>
                </a:spcBef>
              </a:pPr>
              <a:r>
                <a:rPr lang="en-US" sz="19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544" name="Freeform 385">
              <a:extLst>
                <a:ext uri="{FF2B5EF4-FFF2-40B4-BE49-F238E27FC236}">
                  <a16:creationId xmlns:a16="http://schemas.microsoft.com/office/drawing/2014/main" id="{7446460D-DC3D-92BC-5678-961F6AAAD5FA}"/>
                </a:ext>
              </a:extLst>
            </p:cNvPr>
            <p:cNvSpPr/>
            <p:nvPr/>
          </p:nvSpPr>
          <p:spPr>
            <a:xfrm>
              <a:off x="4422402" y="5945438"/>
              <a:ext cx="148424" cy="168663"/>
            </a:xfrm>
            <a:custGeom>
              <a:avLst/>
              <a:gdLst/>
              <a:ahLst/>
              <a:cxnLst/>
              <a:rect l="l" t="t" r="r" b="b"/>
              <a:pathLst>
                <a:path w="148424" h="168663">
                  <a:moveTo>
                    <a:pt x="0" y="0"/>
                  </a:moveTo>
                  <a:lnTo>
                    <a:pt x="148424" y="0"/>
                  </a:lnTo>
                  <a:lnTo>
                    <a:pt x="148424" y="168663"/>
                  </a:lnTo>
                  <a:lnTo>
                    <a:pt x="0" y="16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5" name="Freeform 386">
              <a:extLst>
                <a:ext uri="{FF2B5EF4-FFF2-40B4-BE49-F238E27FC236}">
                  <a16:creationId xmlns:a16="http://schemas.microsoft.com/office/drawing/2014/main" id="{7E2F4774-A366-1F5A-B176-CDB2922830DC}"/>
                </a:ext>
              </a:extLst>
            </p:cNvPr>
            <p:cNvSpPr/>
            <p:nvPr/>
          </p:nvSpPr>
          <p:spPr>
            <a:xfrm>
              <a:off x="713165" y="7722413"/>
              <a:ext cx="761643" cy="761643"/>
            </a:xfrm>
            <a:custGeom>
              <a:avLst/>
              <a:gdLst/>
              <a:ahLst/>
              <a:cxnLst/>
              <a:rect l="l" t="t" r="r" b="b"/>
              <a:pathLst>
                <a:path w="761643" h="761643">
                  <a:moveTo>
                    <a:pt x="0" y="0"/>
                  </a:moveTo>
                  <a:lnTo>
                    <a:pt x="761644" y="0"/>
                  </a:lnTo>
                  <a:lnTo>
                    <a:pt x="761644" y="761643"/>
                  </a:lnTo>
                  <a:lnTo>
                    <a:pt x="0" y="761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6" name="Freeform 387">
              <a:extLst>
                <a:ext uri="{FF2B5EF4-FFF2-40B4-BE49-F238E27FC236}">
                  <a16:creationId xmlns:a16="http://schemas.microsoft.com/office/drawing/2014/main" id="{D3CF1EAC-89EE-8B32-07DD-2B4128ECEF6A}"/>
                </a:ext>
              </a:extLst>
            </p:cNvPr>
            <p:cNvSpPr/>
            <p:nvPr/>
          </p:nvSpPr>
          <p:spPr>
            <a:xfrm>
              <a:off x="866459" y="7878636"/>
              <a:ext cx="474688" cy="253958"/>
            </a:xfrm>
            <a:custGeom>
              <a:avLst/>
              <a:gdLst/>
              <a:ahLst/>
              <a:cxnLst/>
              <a:rect l="l" t="t" r="r" b="b"/>
              <a:pathLst>
                <a:path w="474688" h="253958">
                  <a:moveTo>
                    <a:pt x="0" y="0"/>
                  </a:moveTo>
                  <a:lnTo>
                    <a:pt x="474688" y="0"/>
                  </a:lnTo>
                  <a:lnTo>
                    <a:pt x="474688" y="253958"/>
                  </a:lnTo>
                  <a:lnTo>
                    <a:pt x="0" y="253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7" name="Freeform 388">
              <a:extLst>
                <a:ext uri="{FF2B5EF4-FFF2-40B4-BE49-F238E27FC236}">
                  <a16:creationId xmlns:a16="http://schemas.microsoft.com/office/drawing/2014/main" id="{D14ED19A-313C-24D5-32E0-B770BDFB71BE}"/>
                </a:ext>
              </a:extLst>
            </p:cNvPr>
            <p:cNvSpPr/>
            <p:nvPr/>
          </p:nvSpPr>
          <p:spPr>
            <a:xfrm>
              <a:off x="1003894" y="7942902"/>
              <a:ext cx="211156" cy="229518"/>
            </a:xfrm>
            <a:custGeom>
              <a:avLst/>
              <a:gdLst/>
              <a:ahLst/>
              <a:cxnLst/>
              <a:rect l="l" t="t" r="r" b="b"/>
              <a:pathLst>
                <a:path w="211156" h="229518">
                  <a:moveTo>
                    <a:pt x="0" y="0"/>
                  </a:moveTo>
                  <a:lnTo>
                    <a:pt x="211156" y="0"/>
                  </a:lnTo>
                  <a:lnTo>
                    <a:pt x="211156" y="229517"/>
                  </a:lnTo>
                  <a:lnTo>
                    <a:pt x="0" y="22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8" name="TextBox 389">
              <a:extLst>
                <a:ext uri="{FF2B5EF4-FFF2-40B4-BE49-F238E27FC236}">
                  <a16:creationId xmlns:a16="http://schemas.microsoft.com/office/drawing/2014/main" id="{EB6CCE7B-E983-C9AB-C204-6771B6C2121F}"/>
                </a:ext>
              </a:extLst>
            </p:cNvPr>
            <p:cNvSpPr txBox="1"/>
            <p:nvPr/>
          </p:nvSpPr>
          <p:spPr>
            <a:xfrm>
              <a:off x="838028" y="7744524"/>
              <a:ext cx="531551" cy="233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7"/>
                </a:lnSpc>
                <a:spcBef>
                  <a:spcPct val="0"/>
                </a:spcBef>
              </a:pPr>
              <a:r>
                <a:rPr lang="en-US" sz="605" b="1" spc="8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HAUNTED</a:t>
              </a:r>
            </a:p>
          </p:txBody>
        </p:sp>
        <p:sp>
          <p:nvSpPr>
            <p:cNvPr id="549" name="Freeform 390">
              <a:extLst>
                <a:ext uri="{FF2B5EF4-FFF2-40B4-BE49-F238E27FC236}">
                  <a16:creationId xmlns:a16="http://schemas.microsoft.com/office/drawing/2014/main" id="{312DF88C-8AEA-A6C7-73DF-3D717C25017D}"/>
                </a:ext>
              </a:extLst>
            </p:cNvPr>
            <p:cNvSpPr/>
            <p:nvPr/>
          </p:nvSpPr>
          <p:spPr>
            <a:xfrm rot="-3394830" flipV="1">
              <a:off x="761314" y="7998955"/>
              <a:ext cx="153428" cy="48227"/>
            </a:xfrm>
            <a:custGeom>
              <a:avLst/>
              <a:gdLst/>
              <a:ahLst/>
              <a:cxnLst/>
              <a:rect l="l" t="t" r="r" b="b"/>
              <a:pathLst>
                <a:path w="153428" h="48227">
                  <a:moveTo>
                    <a:pt x="0" y="48227"/>
                  </a:moveTo>
                  <a:lnTo>
                    <a:pt x="153427" y="48227"/>
                  </a:lnTo>
                  <a:lnTo>
                    <a:pt x="153427" y="0"/>
                  </a:lnTo>
                  <a:lnTo>
                    <a:pt x="0" y="0"/>
                  </a:lnTo>
                  <a:lnTo>
                    <a:pt x="0" y="4822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0" name="Freeform 391">
              <a:extLst>
                <a:ext uri="{FF2B5EF4-FFF2-40B4-BE49-F238E27FC236}">
                  <a16:creationId xmlns:a16="http://schemas.microsoft.com/office/drawing/2014/main" id="{AC921B3E-88DB-B010-8EF1-D173454EF61B}"/>
                </a:ext>
              </a:extLst>
            </p:cNvPr>
            <p:cNvSpPr/>
            <p:nvPr/>
          </p:nvSpPr>
          <p:spPr>
            <a:xfrm rot="-6716943">
              <a:off x="1292864" y="7998955"/>
              <a:ext cx="153428" cy="48227"/>
            </a:xfrm>
            <a:custGeom>
              <a:avLst/>
              <a:gdLst/>
              <a:ahLst/>
              <a:cxnLst/>
              <a:rect l="l" t="t" r="r" b="b"/>
              <a:pathLst>
                <a:path w="153428" h="48227">
                  <a:moveTo>
                    <a:pt x="0" y="0"/>
                  </a:moveTo>
                  <a:lnTo>
                    <a:pt x="153428" y="0"/>
                  </a:lnTo>
                  <a:lnTo>
                    <a:pt x="153428" y="48227"/>
                  </a:lnTo>
                  <a:lnTo>
                    <a:pt x="0" y="48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1" name="Freeform 392">
              <a:extLst>
                <a:ext uri="{FF2B5EF4-FFF2-40B4-BE49-F238E27FC236}">
                  <a16:creationId xmlns:a16="http://schemas.microsoft.com/office/drawing/2014/main" id="{1AE31253-7C72-1082-E6C4-E07BF890ECE5}"/>
                </a:ext>
              </a:extLst>
            </p:cNvPr>
            <p:cNvSpPr/>
            <p:nvPr/>
          </p:nvSpPr>
          <p:spPr>
            <a:xfrm rot="2699999">
              <a:off x="850497" y="7963616"/>
              <a:ext cx="492735" cy="492735"/>
            </a:xfrm>
            <a:custGeom>
              <a:avLst/>
              <a:gdLst/>
              <a:ahLst/>
              <a:cxnLst/>
              <a:rect l="l" t="t" r="r" b="b"/>
              <a:pathLst>
                <a:path w="492735" h="492735">
                  <a:moveTo>
                    <a:pt x="0" y="0"/>
                  </a:moveTo>
                  <a:lnTo>
                    <a:pt x="492735" y="0"/>
                  </a:lnTo>
                  <a:lnTo>
                    <a:pt x="492735" y="492736"/>
                  </a:lnTo>
                  <a:lnTo>
                    <a:pt x="0" y="49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2" name="TextBox 393">
              <a:extLst>
                <a:ext uri="{FF2B5EF4-FFF2-40B4-BE49-F238E27FC236}">
                  <a16:creationId xmlns:a16="http://schemas.microsoft.com/office/drawing/2014/main" id="{EA77528D-5D4B-600B-018E-2CF60E9964F6}"/>
                </a:ext>
              </a:extLst>
            </p:cNvPr>
            <p:cNvSpPr txBox="1"/>
            <p:nvPr/>
          </p:nvSpPr>
          <p:spPr>
            <a:xfrm>
              <a:off x="985789" y="8359543"/>
              <a:ext cx="216396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 spc="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553" name="Freeform 394">
              <a:extLst>
                <a:ext uri="{FF2B5EF4-FFF2-40B4-BE49-F238E27FC236}">
                  <a16:creationId xmlns:a16="http://schemas.microsoft.com/office/drawing/2014/main" id="{DBB948D1-F656-1DFC-757A-A6FEA0FDC0F3}"/>
                </a:ext>
              </a:extLst>
            </p:cNvPr>
            <p:cNvSpPr/>
            <p:nvPr/>
          </p:nvSpPr>
          <p:spPr>
            <a:xfrm rot="2699999">
              <a:off x="909166" y="8134216"/>
              <a:ext cx="369641" cy="369641"/>
            </a:xfrm>
            <a:custGeom>
              <a:avLst/>
              <a:gdLst/>
              <a:ahLst/>
              <a:cxnLst/>
              <a:rect l="l" t="t" r="r" b="b"/>
              <a:pathLst>
                <a:path w="369641" h="369641">
                  <a:moveTo>
                    <a:pt x="0" y="0"/>
                  </a:moveTo>
                  <a:lnTo>
                    <a:pt x="369641" y="0"/>
                  </a:lnTo>
                  <a:lnTo>
                    <a:pt x="369641" y="369641"/>
                  </a:lnTo>
                  <a:lnTo>
                    <a:pt x="0" y="369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4" name="TextBox 395">
              <a:extLst>
                <a:ext uri="{FF2B5EF4-FFF2-40B4-BE49-F238E27FC236}">
                  <a16:creationId xmlns:a16="http://schemas.microsoft.com/office/drawing/2014/main" id="{A0B8EC83-9DA2-F477-D977-85C3E00E5221}"/>
                </a:ext>
              </a:extLst>
            </p:cNvPr>
            <p:cNvSpPr txBox="1"/>
            <p:nvPr/>
          </p:nvSpPr>
          <p:spPr>
            <a:xfrm>
              <a:off x="920736" y="8230599"/>
              <a:ext cx="352256" cy="70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"/>
                </a:lnSpc>
                <a:spcBef>
                  <a:spcPct val="0"/>
                </a:spcBef>
              </a:pPr>
              <a:r>
                <a:rPr lang="en-US" sz="30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555" name="TextBox 396">
              <a:extLst>
                <a:ext uri="{FF2B5EF4-FFF2-40B4-BE49-F238E27FC236}">
                  <a16:creationId xmlns:a16="http://schemas.microsoft.com/office/drawing/2014/main" id="{646F21C8-42D3-ECA6-53F1-D8C6EA01022E}"/>
                </a:ext>
              </a:extLst>
            </p:cNvPr>
            <p:cNvSpPr txBox="1"/>
            <p:nvPr/>
          </p:nvSpPr>
          <p:spPr>
            <a:xfrm>
              <a:off x="763512" y="8122854"/>
              <a:ext cx="167087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556" name="TextBox 397">
              <a:extLst>
                <a:ext uri="{FF2B5EF4-FFF2-40B4-BE49-F238E27FC236}">
                  <a16:creationId xmlns:a16="http://schemas.microsoft.com/office/drawing/2014/main" id="{2BD19547-CDE7-C0CE-06A1-C2FC49A9038E}"/>
                </a:ext>
              </a:extLst>
            </p:cNvPr>
            <p:cNvSpPr txBox="1"/>
            <p:nvPr/>
          </p:nvSpPr>
          <p:spPr>
            <a:xfrm>
              <a:off x="1253534" y="8122854"/>
              <a:ext cx="167087" cy="47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"/>
                </a:lnSpc>
                <a:spcBef>
                  <a:spcPct val="0"/>
                </a:spcBef>
              </a:pPr>
              <a:r>
                <a:rPr lang="en-US" sz="188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557" name="Freeform 398">
              <a:extLst>
                <a:ext uri="{FF2B5EF4-FFF2-40B4-BE49-F238E27FC236}">
                  <a16:creationId xmlns:a16="http://schemas.microsoft.com/office/drawing/2014/main" id="{DF986491-C09D-0645-717E-C3CF56DA9706}"/>
                </a:ext>
              </a:extLst>
            </p:cNvPr>
            <p:cNvSpPr/>
            <p:nvPr/>
          </p:nvSpPr>
          <p:spPr>
            <a:xfrm>
              <a:off x="477549" y="5516968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3" y="0"/>
                  </a:lnTo>
                  <a:lnTo>
                    <a:pt x="155873" y="186674"/>
                  </a:lnTo>
                  <a:lnTo>
                    <a:pt x="0" y="186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8" name="Freeform 399">
              <a:extLst>
                <a:ext uri="{FF2B5EF4-FFF2-40B4-BE49-F238E27FC236}">
                  <a16:creationId xmlns:a16="http://schemas.microsoft.com/office/drawing/2014/main" id="{B7B66372-97C8-2BC7-0679-07651E24ACAD}"/>
                </a:ext>
              </a:extLst>
            </p:cNvPr>
            <p:cNvSpPr/>
            <p:nvPr/>
          </p:nvSpPr>
          <p:spPr>
            <a:xfrm>
              <a:off x="2167173" y="5516968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4" y="0"/>
                  </a:lnTo>
                  <a:lnTo>
                    <a:pt x="155874" y="186674"/>
                  </a:lnTo>
                  <a:lnTo>
                    <a:pt x="0" y="186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9" name="Freeform 400">
              <a:extLst>
                <a:ext uri="{FF2B5EF4-FFF2-40B4-BE49-F238E27FC236}">
                  <a16:creationId xmlns:a16="http://schemas.microsoft.com/office/drawing/2014/main" id="{1FA6A2AF-1D39-85BA-464E-C28F684F6842}"/>
                </a:ext>
              </a:extLst>
            </p:cNvPr>
            <p:cNvSpPr/>
            <p:nvPr/>
          </p:nvSpPr>
          <p:spPr>
            <a:xfrm>
              <a:off x="3906982" y="5571279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3" y="0"/>
                  </a:lnTo>
                  <a:lnTo>
                    <a:pt x="155873" y="186675"/>
                  </a:lnTo>
                  <a:lnTo>
                    <a:pt x="0" y="18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0" name="Freeform 401">
              <a:extLst>
                <a:ext uri="{FF2B5EF4-FFF2-40B4-BE49-F238E27FC236}">
                  <a16:creationId xmlns:a16="http://schemas.microsoft.com/office/drawing/2014/main" id="{B8C383D2-2983-9C45-E049-20A296C5F983}"/>
                </a:ext>
              </a:extLst>
            </p:cNvPr>
            <p:cNvSpPr/>
            <p:nvPr/>
          </p:nvSpPr>
          <p:spPr>
            <a:xfrm>
              <a:off x="426151" y="7641058"/>
              <a:ext cx="155873" cy="186675"/>
            </a:xfrm>
            <a:custGeom>
              <a:avLst/>
              <a:gdLst/>
              <a:ahLst/>
              <a:cxnLst/>
              <a:rect l="l" t="t" r="r" b="b"/>
              <a:pathLst>
                <a:path w="155873" h="186675">
                  <a:moveTo>
                    <a:pt x="0" y="0"/>
                  </a:moveTo>
                  <a:lnTo>
                    <a:pt x="155873" y="0"/>
                  </a:lnTo>
                  <a:lnTo>
                    <a:pt x="155873" y="186675"/>
                  </a:lnTo>
                  <a:lnTo>
                    <a:pt x="0" y="186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1" name="Freeform 402">
              <a:extLst>
                <a:ext uri="{FF2B5EF4-FFF2-40B4-BE49-F238E27FC236}">
                  <a16:creationId xmlns:a16="http://schemas.microsoft.com/office/drawing/2014/main" id="{74CBEA3E-DC23-0EF2-9ED4-9BAC2A303840}"/>
                </a:ext>
              </a:extLst>
            </p:cNvPr>
            <p:cNvSpPr/>
            <p:nvPr/>
          </p:nvSpPr>
          <p:spPr>
            <a:xfrm>
              <a:off x="2196535" y="7641058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4" y="0"/>
                  </a:lnTo>
                  <a:lnTo>
                    <a:pt x="155874" y="210640"/>
                  </a:lnTo>
                  <a:lnTo>
                    <a:pt x="0" y="2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2" name="Freeform 403">
              <a:extLst>
                <a:ext uri="{FF2B5EF4-FFF2-40B4-BE49-F238E27FC236}">
                  <a16:creationId xmlns:a16="http://schemas.microsoft.com/office/drawing/2014/main" id="{E84A1AB9-5928-1DBB-BA70-C2B013CE7A8D}"/>
                </a:ext>
              </a:extLst>
            </p:cNvPr>
            <p:cNvSpPr/>
            <p:nvPr/>
          </p:nvSpPr>
          <p:spPr>
            <a:xfrm>
              <a:off x="3923155" y="7617093"/>
              <a:ext cx="155873" cy="210640"/>
            </a:xfrm>
            <a:custGeom>
              <a:avLst/>
              <a:gdLst/>
              <a:ahLst/>
              <a:cxnLst/>
              <a:rect l="l" t="t" r="r" b="b"/>
              <a:pathLst>
                <a:path w="155873" h="210640">
                  <a:moveTo>
                    <a:pt x="0" y="0"/>
                  </a:moveTo>
                  <a:lnTo>
                    <a:pt x="155873" y="0"/>
                  </a:lnTo>
                  <a:lnTo>
                    <a:pt x="155873" y="210640"/>
                  </a:lnTo>
                  <a:lnTo>
                    <a:pt x="0" y="2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3" name="Group 404">
              <a:extLst>
                <a:ext uri="{FF2B5EF4-FFF2-40B4-BE49-F238E27FC236}">
                  <a16:creationId xmlns:a16="http://schemas.microsoft.com/office/drawing/2014/main" id="{98025333-29E7-FBDD-A147-5BE1829C3E39}"/>
                </a:ext>
              </a:extLst>
            </p:cNvPr>
            <p:cNvGrpSpPr/>
            <p:nvPr/>
          </p:nvGrpSpPr>
          <p:grpSpPr>
            <a:xfrm>
              <a:off x="3839474" y="6846836"/>
              <a:ext cx="167362" cy="167362"/>
              <a:chOff x="0" y="0"/>
              <a:chExt cx="812800" cy="812800"/>
            </a:xfrm>
          </p:grpSpPr>
          <p:sp>
            <p:nvSpPr>
              <p:cNvPr id="628" name="Freeform 405">
                <a:extLst>
                  <a:ext uri="{FF2B5EF4-FFF2-40B4-BE49-F238E27FC236}">
                    <a16:creationId xmlns:a16="http://schemas.microsoft.com/office/drawing/2014/main" id="{16AA3EFF-104A-AB6D-9855-BD4970DC795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0"/>
                <a:stretch>
                  <a:fillRect t="-38495" b="-38495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" name="Group 406">
              <a:extLst>
                <a:ext uri="{FF2B5EF4-FFF2-40B4-BE49-F238E27FC236}">
                  <a16:creationId xmlns:a16="http://schemas.microsoft.com/office/drawing/2014/main" id="{1E78875C-A3AE-0B8B-38A3-898EA2BBF8A0}"/>
                </a:ext>
              </a:extLst>
            </p:cNvPr>
            <p:cNvGrpSpPr/>
            <p:nvPr/>
          </p:nvGrpSpPr>
          <p:grpSpPr>
            <a:xfrm>
              <a:off x="3943582" y="6854066"/>
              <a:ext cx="152902" cy="152902"/>
              <a:chOff x="0" y="0"/>
              <a:chExt cx="812800" cy="812800"/>
            </a:xfrm>
          </p:grpSpPr>
          <p:sp>
            <p:nvSpPr>
              <p:cNvPr id="627" name="Freeform 407">
                <a:extLst>
                  <a:ext uri="{FF2B5EF4-FFF2-40B4-BE49-F238E27FC236}">
                    <a16:creationId xmlns:a16="http://schemas.microsoft.com/office/drawing/2014/main" id="{DC39D6ED-4040-0F96-E534-184EF86D890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1"/>
                <a:stretch>
                  <a:fillRect l="-15789" r="-15789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5" name="Group 408">
              <a:extLst>
                <a:ext uri="{FF2B5EF4-FFF2-40B4-BE49-F238E27FC236}">
                  <a16:creationId xmlns:a16="http://schemas.microsoft.com/office/drawing/2014/main" id="{8FA88F9E-41D3-A373-A3D7-98E4ADA3E5EF}"/>
                </a:ext>
              </a:extLst>
            </p:cNvPr>
            <p:cNvGrpSpPr/>
            <p:nvPr/>
          </p:nvGrpSpPr>
          <p:grpSpPr>
            <a:xfrm>
              <a:off x="4667728" y="6822362"/>
              <a:ext cx="458032" cy="216310"/>
              <a:chOff x="0" y="0"/>
              <a:chExt cx="641670" cy="303034"/>
            </a:xfrm>
          </p:grpSpPr>
          <p:sp>
            <p:nvSpPr>
              <p:cNvPr id="625" name="Freeform 409">
                <a:extLst>
                  <a:ext uri="{FF2B5EF4-FFF2-40B4-BE49-F238E27FC236}">
                    <a16:creationId xmlns:a16="http://schemas.microsoft.com/office/drawing/2014/main" id="{4A17E29B-3E37-BEA8-B6C7-72D074788B0B}"/>
                  </a:ext>
                </a:extLst>
              </p:cNvPr>
              <p:cNvSpPr/>
              <p:nvPr/>
            </p:nvSpPr>
            <p:spPr>
              <a:xfrm>
                <a:off x="0" y="0"/>
                <a:ext cx="641670" cy="303034"/>
              </a:xfrm>
              <a:custGeom>
                <a:avLst/>
                <a:gdLst/>
                <a:ahLst/>
                <a:cxnLst/>
                <a:rect l="l" t="t" r="r" b="b"/>
                <a:pathLst>
                  <a:path w="641670" h="303034">
                    <a:moveTo>
                      <a:pt x="0" y="0"/>
                    </a:moveTo>
                    <a:lnTo>
                      <a:pt x="641670" y="0"/>
                    </a:lnTo>
                    <a:lnTo>
                      <a:pt x="641670" y="303034"/>
                    </a:lnTo>
                    <a:lnTo>
                      <a:pt x="0" y="30303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48048" r="-2892565" b="-142136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TextBox 410">
                <a:extLst>
                  <a:ext uri="{FF2B5EF4-FFF2-40B4-BE49-F238E27FC236}">
                    <a16:creationId xmlns:a16="http://schemas.microsoft.com/office/drawing/2014/main" id="{B19EF202-F258-B80D-105A-F28D7A4F57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641670" cy="3030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 Post</a:t>
                </a:r>
              </a:p>
            </p:txBody>
          </p:sp>
        </p:grpSp>
        <p:grpSp>
          <p:nvGrpSpPr>
            <p:cNvPr id="566" name="Group 411">
              <a:extLst>
                <a:ext uri="{FF2B5EF4-FFF2-40B4-BE49-F238E27FC236}">
                  <a16:creationId xmlns:a16="http://schemas.microsoft.com/office/drawing/2014/main" id="{0FE900A0-69F1-B62E-FE49-8731C9EDE384}"/>
                </a:ext>
              </a:extLst>
            </p:cNvPr>
            <p:cNvGrpSpPr/>
            <p:nvPr/>
          </p:nvGrpSpPr>
          <p:grpSpPr>
            <a:xfrm>
              <a:off x="455683" y="6836458"/>
              <a:ext cx="177740" cy="177740"/>
              <a:chOff x="0" y="0"/>
              <a:chExt cx="812800" cy="812800"/>
            </a:xfrm>
          </p:grpSpPr>
          <p:sp>
            <p:nvSpPr>
              <p:cNvPr id="624" name="Freeform 412">
                <a:extLst>
                  <a:ext uri="{FF2B5EF4-FFF2-40B4-BE49-F238E27FC236}">
                    <a16:creationId xmlns:a16="http://schemas.microsoft.com/office/drawing/2014/main" id="{C31EA55F-B4AF-AD53-9EF2-203F70BA203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2"/>
                <a:stretch>
                  <a:fillRect t="-25187" b="-25187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7" name="Group 413">
              <a:extLst>
                <a:ext uri="{FF2B5EF4-FFF2-40B4-BE49-F238E27FC236}">
                  <a16:creationId xmlns:a16="http://schemas.microsoft.com/office/drawing/2014/main" id="{8CCC62CE-8F9C-CA6D-B01B-564F0A5CF60E}"/>
                </a:ext>
              </a:extLst>
            </p:cNvPr>
            <p:cNvGrpSpPr/>
            <p:nvPr/>
          </p:nvGrpSpPr>
          <p:grpSpPr>
            <a:xfrm>
              <a:off x="549741" y="6846836"/>
              <a:ext cx="167362" cy="167362"/>
              <a:chOff x="0" y="0"/>
              <a:chExt cx="812800" cy="812800"/>
            </a:xfrm>
          </p:grpSpPr>
          <p:sp>
            <p:nvSpPr>
              <p:cNvPr id="623" name="Freeform 414">
                <a:extLst>
                  <a:ext uri="{FF2B5EF4-FFF2-40B4-BE49-F238E27FC236}">
                    <a16:creationId xmlns:a16="http://schemas.microsoft.com/office/drawing/2014/main" id="{105D19EA-3C77-3029-E0E8-2B95FCB7638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3"/>
                <a:stretch>
                  <a:fillRect t="-16666" b="-1666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8" name="Group 415">
              <a:extLst>
                <a:ext uri="{FF2B5EF4-FFF2-40B4-BE49-F238E27FC236}">
                  <a16:creationId xmlns:a16="http://schemas.microsoft.com/office/drawing/2014/main" id="{24227B1A-DD62-EFF2-621C-561D77E73ECD}"/>
                </a:ext>
              </a:extLst>
            </p:cNvPr>
            <p:cNvGrpSpPr/>
            <p:nvPr/>
          </p:nvGrpSpPr>
          <p:grpSpPr>
            <a:xfrm>
              <a:off x="633422" y="6834335"/>
              <a:ext cx="179863" cy="179863"/>
              <a:chOff x="0" y="0"/>
              <a:chExt cx="812800" cy="812800"/>
            </a:xfrm>
          </p:grpSpPr>
          <p:sp>
            <p:nvSpPr>
              <p:cNvPr id="622" name="Freeform 416">
                <a:extLst>
                  <a:ext uri="{FF2B5EF4-FFF2-40B4-BE49-F238E27FC236}">
                    <a16:creationId xmlns:a16="http://schemas.microsoft.com/office/drawing/2014/main" id="{7271FD2B-C6F9-CCDD-F627-40C57CEFD89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4"/>
                <a:stretch>
                  <a:fillRect l="-74702" t="-17386" r="-22279" b="-13606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9" name="Group 417">
              <a:extLst>
                <a:ext uri="{FF2B5EF4-FFF2-40B4-BE49-F238E27FC236}">
                  <a16:creationId xmlns:a16="http://schemas.microsoft.com/office/drawing/2014/main" id="{C5222254-C824-4C14-5671-25F958C5DC06}"/>
                </a:ext>
              </a:extLst>
            </p:cNvPr>
            <p:cNvGrpSpPr/>
            <p:nvPr/>
          </p:nvGrpSpPr>
          <p:grpSpPr>
            <a:xfrm>
              <a:off x="426151" y="8879513"/>
              <a:ext cx="155873" cy="155873"/>
              <a:chOff x="0" y="0"/>
              <a:chExt cx="812800" cy="812800"/>
            </a:xfrm>
          </p:grpSpPr>
          <p:sp>
            <p:nvSpPr>
              <p:cNvPr id="621" name="Freeform 418">
                <a:extLst>
                  <a:ext uri="{FF2B5EF4-FFF2-40B4-BE49-F238E27FC236}">
                    <a16:creationId xmlns:a16="http://schemas.microsoft.com/office/drawing/2014/main" id="{331DC878-86EF-2B0A-D6BD-F4BB408405B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5"/>
                <a:stretch>
                  <a:fillRect t="-12500" b="-1250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0" name="Group 419">
              <a:extLst>
                <a:ext uri="{FF2B5EF4-FFF2-40B4-BE49-F238E27FC236}">
                  <a16:creationId xmlns:a16="http://schemas.microsoft.com/office/drawing/2014/main" id="{0FD100CC-B8A7-2FE8-C0A9-795BD67EE1AD}"/>
                </a:ext>
              </a:extLst>
            </p:cNvPr>
            <p:cNvGrpSpPr/>
            <p:nvPr/>
          </p:nvGrpSpPr>
          <p:grpSpPr>
            <a:xfrm>
              <a:off x="1192839" y="8831892"/>
              <a:ext cx="470587" cy="251116"/>
              <a:chOff x="0" y="0"/>
              <a:chExt cx="659259" cy="351796"/>
            </a:xfrm>
          </p:grpSpPr>
          <p:sp>
            <p:nvSpPr>
              <p:cNvPr id="619" name="Freeform 420">
                <a:extLst>
                  <a:ext uri="{FF2B5EF4-FFF2-40B4-BE49-F238E27FC236}">
                    <a16:creationId xmlns:a16="http://schemas.microsoft.com/office/drawing/2014/main" id="{E4FF9FBC-4D23-C7A6-CC84-BAD48C63E9A1}"/>
                  </a:ext>
                </a:extLst>
              </p:cNvPr>
              <p:cNvSpPr/>
              <p:nvPr/>
            </p:nvSpPr>
            <p:spPr>
              <a:xfrm>
                <a:off x="0" y="0"/>
                <a:ext cx="659259" cy="351796"/>
              </a:xfrm>
              <a:custGeom>
                <a:avLst/>
                <a:gdLst/>
                <a:ahLst/>
                <a:cxnLst/>
                <a:rect l="l" t="t" r="r" b="b"/>
                <a:pathLst>
                  <a:path w="659259" h="351796">
                    <a:moveTo>
                      <a:pt x="0" y="0"/>
                    </a:moveTo>
                    <a:lnTo>
                      <a:pt x="659259" y="0"/>
                    </a:lnTo>
                    <a:lnTo>
                      <a:pt x="659259" y="351796"/>
                    </a:lnTo>
                    <a:lnTo>
                      <a:pt x="0" y="35179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816642" r="-2812724" b="-121049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TextBox 421">
                <a:extLst>
                  <a:ext uri="{FF2B5EF4-FFF2-40B4-BE49-F238E27FC236}">
                    <a16:creationId xmlns:a16="http://schemas.microsoft.com/office/drawing/2014/main" id="{6BE92696-6FE6-602B-82B9-A0D01E3B2D60}"/>
                  </a:ext>
                </a:extLst>
              </p:cNvPr>
              <p:cNvSpPr txBox="1"/>
              <p:nvPr/>
            </p:nvSpPr>
            <p:spPr>
              <a:xfrm>
                <a:off x="0" y="0"/>
                <a:ext cx="659259" cy="3517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 Post</a:t>
                </a:r>
              </a:p>
            </p:txBody>
          </p:sp>
        </p:grpSp>
        <p:grpSp>
          <p:nvGrpSpPr>
            <p:cNvPr id="571" name="Group 422">
              <a:extLst>
                <a:ext uri="{FF2B5EF4-FFF2-40B4-BE49-F238E27FC236}">
                  <a16:creationId xmlns:a16="http://schemas.microsoft.com/office/drawing/2014/main" id="{C8AFFEB7-A534-B95C-4C3C-DF3C9FF22D8B}"/>
                </a:ext>
              </a:extLst>
            </p:cNvPr>
            <p:cNvGrpSpPr/>
            <p:nvPr/>
          </p:nvGrpSpPr>
          <p:grpSpPr>
            <a:xfrm>
              <a:off x="1239515" y="6816112"/>
              <a:ext cx="470587" cy="216310"/>
              <a:chOff x="0" y="0"/>
              <a:chExt cx="659259" cy="303034"/>
            </a:xfrm>
          </p:grpSpPr>
          <p:sp>
            <p:nvSpPr>
              <p:cNvPr id="617" name="Freeform 423">
                <a:extLst>
                  <a:ext uri="{FF2B5EF4-FFF2-40B4-BE49-F238E27FC236}">
                    <a16:creationId xmlns:a16="http://schemas.microsoft.com/office/drawing/2014/main" id="{C3164707-AEC2-DD5B-CC6B-48BB3FBFD154}"/>
                  </a:ext>
                </a:extLst>
              </p:cNvPr>
              <p:cNvSpPr/>
              <p:nvPr/>
            </p:nvSpPr>
            <p:spPr>
              <a:xfrm>
                <a:off x="0" y="0"/>
                <a:ext cx="659259" cy="303034"/>
              </a:xfrm>
              <a:custGeom>
                <a:avLst/>
                <a:gdLst/>
                <a:ahLst/>
                <a:cxnLst/>
                <a:rect l="l" t="t" r="r" b="b"/>
                <a:pathLst>
                  <a:path w="659259" h="303034">
                    <a:moveTo>
                      <a:pt x="0" y="0"/>
                    </a:moveTo>
                    <a:lnTo>
                      <a:pt x="659259" y="0"/>
                    </a:lnTo>
                    <a:lnTo>
                      <a:pt x="659259" y="303034"/>
                    </a:lnTo>
                    <a:lnTo>
                      <a:pt x="0" y="30303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48048" r="-2812724" b="-142136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TextBox 424">
                <a:extLst>
                  <a:ext uri="{FF2B5EF4-FFF2-40B4-BE49-F238E27FC236}">
                    <a16:creationId xmlns:a16="http://schemas.microsoft.com/office/drawing/2014/main" id="{CC0E265D-B3E9-8300-E8BC-3ED882DFCB3C}"/>
                  </a:ext>
                </a:extLst>
              </p:cNvPr>
              <p:cNvSpPr txBox="1"/>
              <p:nvPr/>
            </p:nvSpPr>
            <p:spPr>
              <a:xfrm>
                <a:off x="0" y="0"/>
                <a:ext cx="659259" cy="3030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 Post</a:t>
                </a:r>
              </a:p>
            </p:txBody>
          </p:sp>
        </p:grpSp>
        <p:grpSp>
          <p:nvGrpSpPr>
            <p:cNvPr id="572" name="Group 425">
              <a:extLst>
                <a:ext uri="{FF2B5EF4-FFF2-40B4-BE49-F238E27FC236}">
                  <a16:creationId xmlns:a16="http://schemas.microsoft.com/office/drawing/2014/main" id="{BDD9F22F-CE4A-3749-AEB8-1DDDC47A0A91}"/>
                </a:ext>
              </a:extLst>
            </p:cNvPr>
            <p:cNvGrpSpPr/>
            <p:nvPr/>
          </p:nvGrpSpPr>
          <p:grpSpPr>
            <a:xfrm>
              <a:off x="2182075" y="6863330"/>
              <a:ext cx="169091" cy="169091"/>
              <a:chOff x="0" y="0"/>
              <a:chExt cx="812800" cy="812800"/>
            </a:xfrm>
          </p:grpSpPr>
          <p:sp>
            <p:nvSpPr>
              <p:cNvPr id="616" name="Freeform 426">
                <a:extLst>
                  <a:ext uri="{FF2B5EF4-FFF2-40B4-BE49-F238E27FC236}">
                    <a16:creationId xmlns:a16="http://schemas.microsoft.com/office/drawing/2014/main" id="{3748663C-4731-AE7C-4AC9-519A979B161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6"/>
                <a:stretch>
                  <a:fillRect l="-96038" t="-77557" r="-95130" b="-40819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" name="Group 427">
              <a:extLst>
                <a:ext uri="{FF2B5EF4-FFF2-40B4-BE49-F238E27FC236}">
                  <a16:creationId xmlns:a16="http://schemas.microsoft.com/office/drawing/2014/main" id="{EE13C7AD-7134-6DDD-D345-C07971225EF7}"/>
                </a:ext>
              </a:extLst>
            </p:cNvPr>
            <p:cNvGrpSpPr/>
            <p:nvPr/>
          </p:nvGrpSpPr>
          <p:grpSpPr>
            <a:xfrm>
              <a:off x="2981501" y="6817173"/>
              <a:ext cx="470587" cy="216310"/>
              <a:chOff x="0" y="0"/>
              <a:chExt cx="659259" cy="303034"/>
            </a:xfrm>
          </p:grpSpPr>
          <p:sp>
            <p:nvSpPr>
              <p:cNvPr id="614" name="Freeform 428">
                <a:extLst>
                  <a:ext uri="{FF2B5EF4-FFF2-40B4-BE49-F238E27FC236}">
                    <a16:creationId xmlns:a16="http://schemas.microsoft.com/office/drawing/2014/main" id="{8B170B3F-3FB9-E457-7982-0F89ED2DFDA1}"/>
                  </a:ext>
                </a:extLst>
              </p:cNvPr>
              <p:cNvSpPr/>
              <p:nvPr/>
            </p:nvSpPr>
            <p:spPr>
              <a:xfrm>
                <a:off x="0" y="0"/>
                <a:ext cx="659259" cy="303034"/>
              </a:xfrm>
              <a:custGeom>
                <a:avLst/>
                <a:gdLst/>
                <a:ahLst/>
                <a:cxnLst/>
                <a:rect l="l" t="t" r="r" b="b"/>
                <a:pathLst>
                  <a:path w="659259" h="303034">
                    <a:moveTo>
                      <a:pt x="0" y="0"/>
                    </a:moveTo>
                    <a:lnTo>
                      <a:pt x="659259" y="0"/>
                    </a:lnTo>
                    <a:lnTo>
                      <a:pt x="659259" y="303034"/>
                    </a:lnTo>
                    <a:lnTo>
                      <a:pt x="0" y="30303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48048" r="-2812724" b="-142136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TextBox 429">
                <a:extLst>
                  <a:ext uri="{FF2B5EF4-FFF2-40B4-BE49-F238E27FC236}">
                    <a16:creationId xmlns:a16="http://schemas.microsoft.com/office/drawing/2014/main" id="{977A044E-B91D-555A-FE0B-20AF9DA69DC2}"/>
                  </a:ext>
                </a:extLst>
              </p:cNvPr>
              <p:cNvSpPr txBox="1"/>
              <p:nvPr/>
            </p:nvSpPr>
            <p:spPr>
              <a:xfrm>
                <a:off x="0" y="0"/>
                <a:ext cx="659259" cy="3030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853"/>
                  </a:lnSpc>
                </a:pPr>
                <a:r>
                  <a:rPr lang="en-US" sz="8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 Post</a:t>
                </a:r>
              </a:p>
            </p:txBody>
          </p:sp>
        </p:grpSp>
        <p:grpSp>
          <p:nvGrpSpPr>
            <p:cNvPr id="574" name="Group 430">
              <a:extLst>
                <a:ext uri="{FF2B5EF4-FFF2-40B4-BE49-F238E27FC236}">
                  <a16:creationId xmlns:a16="http://schemas.microsoft.com/office/drawing/2014/main" id="{9497B39D-2862-97C4-281F-7A58A9712C5C}"/>
                </a:ext>
              </a:extLst>
            </p:cNvPr>
            <p:cNvGrpSpPr/>
            <p:nvPr/>
          </p:nvGrpSpPr>
          <p:grpSpPr>
            <a:xfrm>
              <a:off x="2266620" y="6852558"/>
              <a:ext cx="179863" cy="179863"/>
              <a:chOff x="0" y="0"/>
              <a:chExt cx="812800" cy="812800"/>
            </a:xfrm>
          </p:grpSpPr>
          <p:sp>
            <p:nvSpPr>
              <p:cNvPr id="613" name="Freeform 431">
                <a:extLst>
                  <a:ext uri="{FF2B5EF4-FFF2-40B4-BE49-F238E27FC236}">
                    <a16:creationId xmlns:a16="http://schemas.microsoft.com/office/drawing/2014/main" id="{ECCCB671-98E0-9DC3-3A37-FE947BB2DF1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4"/>
                <a:stretch>
                  <a:fillRect l="-74702" t="-17386" r="-22279" b="-13606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5" name="Freeform 432">
              <a:extLst>
                <a:ext uri="{FF2B5EF4-FFF2-40B4-BE49-F238E27FC236}">
                  <a16:creationId xmlns:a16="http://schemas.microsoft.com/office/drawing/2014/main" id="{9A637882-726F-FA81-65D1-70F894B20BE7}"/>
                </a:ext>
              </a:extLst>
            </p:cNvPr>
            <p:cNvSpPr/>
            <p:nvPr/>
          </p:nvSpPr>
          <p:spPr>
            <a:xfrm>
              <a:off x="2489976" y="7720419"/>
              <a:ext cx="763413" cy="763413"/>
            </a:xfrm>
            <a:custGeom>
              <a:avLst/>
              <a:gdLst/>
              <a:ahLst/>
              <a:cxnLst/>
              <a:rect l="l" t="t" r="r" b="b"/>
              <a:pathLst>
                <a:path w="763413" h="763413">
                  <a:moveTo>
                    <a:pt x="0" y="0"/>
                  </a:moveTo>
                  <a:lnTo>
                    <a:pt x="763413" y="0"/>
                  </a:lnTo>
                  <a:lnTo>
                    <a:pt x="763413" y="763413"/>
                  </a:lnTo>
                  <a:lnTo>
                    <a:pt x="0" y="76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6" name="Freeform 433">
              <a:extLst>
                <a:ext uri="{FF2B5EF4-FFF2-40B4-BE49-F238E27FC236}">
                  <a16:creationId xmlns:a16="http://schemas.microsoft.com/office/drawing/2014/main" id="{295C9BBB-7C73-86AB-9CE9-3703A285037A}"/>
                </a:ext>
              </a:extLst>
            </p:cNvPr>
            <p:cNvSpPr/>
            <p:nvPr/>
          </p:nvSpPr>
          <p:spPr>
            <a:xfrm>
              <a:off x="2643625" y="7877005"/>
              <a:ext cx="475791" cy="254548"/>
            </a:xfrm>
            <a:custGeom>
              <a:avLst/>
              <a:gdLst/>
              <a:ahLst/>
              <a:cxnLst/>
              <a:rect l="l" t="t" r="r" b="b"/>
              <a:pathLst>
                <a:path w="475791" h="254548">
                  <a:moveTo>
                    <a:pt x="0" y="0"/>
                  </a:moveTo>
                  <a:lnTo>
                    <a:pt x="475792" y="0"/>
                  </a:lnTo>
                  <a:lnTo>
                    <a:pt x="475792" y="254549"/>
                  </a:lnTo>
                  <a:lnTo>
                    <a:pt x="0" y="254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7" name="TextBox 434">
              <a:extLst>
                <a:ext uri="{FF2B5EF4-FFF2-40B4-BE49-F238E27FC236}">
                  <a16:creationId xmlns:a16="http://schemas.microsoft.com/office/drawing/2014/main" id="{1BEC4CA7-87D2-92C5-B60C-039633188F0E}"/>
                </a:ext>
              </a:extLst>
            </p:cNvPr>
            <p:cNvSpPr txBox="1"/>
            <p:nvPr/>
          </p:nvSpPr>
          <p:spPr>
            <a:xfrm>
              <a:off x="2568379" y="7742626"/>
              <a:ext cx="626283" cy="286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8"/>
                </a:lnSpc>
                <a:spcBef>
                  <a:spcPct val="0"/>
                </a:spcBef>
              </a:pPr>
              <a:r>
                <a:rPr lang="en-US" sz="607" b="1" spc="8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LITTLE WINS</a:t>
              </a:r>
            </a:p>
          </p:txBody>
        </p:sp>
        <p:sp>
          <p:nvSpPr>
            <p:cNvPr id="578" name="Freeform 435">
              <a:extLst>
                <a:ext uri="{FF2B5EF4-FFF2-40B4-BE49-F238E27FC236}">
                  <a16:creationId xmlns:a16="http://schemas.microsoft.com/office/drawing/2014/main" id="{B713C05F-1A9A-661C-C9AD-1530E4F3F627}"/>
                </a:ext>
              </a:extLst>
            </p:cNvPr>
            <p:cNvSpPr/>
            <p:nvPr/>
          </p:nvSpPr>
          <p:spPr>
            <a:xfrm rot="2699999">
              <a:off x="2627626" y="7952562"/>
              <a:ext cx="493880" cy="493880"/>
            </a:xfrm>
            <a:custGeom>
              <a:avLst/>
              <a:gdLst/>
              <a:ahLst/>
              <a:cxnLst/>
              <a:rect l="l" t="t" r="r" b="b"/>
              <a:pathLst>
                <a:path w="493880" h="493880">
                  <a:moveTo>
                    <a:pt x="0" y="0"/>
                  </a:moveTo>
                  <a:lnTo>
                    <a:pt x="493880" y="0"/>
                  </a:lnTo>
                  <a:lnTo>
                    <a:pt x="493880" y="493880"/>
                  </a:lnTo>
                  <a:lnTo>
                    <a:pt x="0" y="493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9" name="TextBox 436">
              <a:extLst>
                <a:ext uri="{FF2B5EF4-FFF2-40B4-BE49-F238E27FC236}">
                  <a16:creationId xmlns:a16="http://schemas.microsoft.com/office/drawing/2014/main" id="{9B0B4735-1B2A-FCC7-2D9F-3C04B0779510}"/>
                </a:ext>
              </a:extLst>
            </p:cNvPr>
            <p:cNvSpPr txBox="1"/>
            <p:nvPr/>
          </p:nvSpPr>
          <p:spPr>
            <a:xfrm>
              <a:off x="2763233" y="8359052"/>
              <a:ext cx="216899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 spc="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580" name="Freeform 437">
              <a:extLst>
                <a:ext uri="{FF2B5EF4-FFF2-40B4-BE49-F238E27FC236}">
                  <a16:creationId xmlns:a16="http://schemas.microsoft.com/office/drawing/2014/main" id="{212A2FCC-907E-FF42-1D98-580E59E31577}"/>
                </a:ext>
              </a:extLst>
            </p:cNvPr>
            <p:cNvSpPr/>
            <p:nvPr/>
          </p:nvSpPr>
          <p:spPr>
            <a:xfrm rot="2699999">
              <a:off x="2686432" y="8133179"/>
              <a:ext cx="370500" cy="370500"/>
            </a:xfrm>
            <a:custGeom>
              <a:avLst/>
              <a:gdLst/>
              <a:ahLst/>
              <a:cxnLst/>
              <a:rect l="l" t="t" r="r" b="b"/>
              <a:pathLst>
                <a:path w="370500" h="370500">
                  <a:moveTo>
                    <a:pt x="0" y="0"/>
                  </a:moveTo>
                  <a:lnTo>
                    <a:pt x="370500" y="0"/>
                  </a:lnTo>
                  <a:lnTo>
                    <a:pt x="370500" y="370500"/>
                  </a:lnTo>
                  <a:lnTo>
                    <a:pt x="0" y="37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1" name="TextBox 438">
              <a:extLst>
                <a:ext uri="{FF2B5EF4-FFF2-40B4-BE49-F238E27FC236}">
                  <a16:creationId xmlns:a16="http://schemas.microsoft.com/office/drawing/2014/main" id="{EFEBAA4E-8D1E-78BD-E619-7EB0DDC1A72B}"/>
                </a:ext>
              </a:extLst>
            </p:cNvPr>
            <p:cNvSpPr txBox="1"/>
            <p:nvPr/>
          </p:nvSpPr>
          <p:spPr>
            <a:xfrm>
              <a:off x="2698029" y="8229808"/>
              <a:ext cx="353074" cy="70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8"/>
                </a:lnSpc>
                <a:spcBef>
                  <a:spcPct val="0"/>
                </a:spcBef>
              </a:pPr>
              <a:r>
                <a:rPr lang="en-US" sz="30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582" name="TextBox 439">
              <a:extLst>
                <a:ext uri="{FF2B5EF4-FFF2-40B4-BE49-F238E27FC236}">
                  <a16:creationId xmlns:a16="http://schemas.microsoft.com/office/drawing/2014/main" id="{A36DDB0B-6E98-CF93-8A97-B40503C765FB}"/>
                </a:ext>
              </a:extLst>
            </p:cNvPr>
            <p:cNvSpPr txBox="1"/>
            <p:nvPr/>
          </p:nvSpPr>
          <p:spPr>
            <a:xfrm>
              <a:off x="2540439" y="8121812"/>
              <a:ext cx="167475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583" name="TextBox 440">
              <a:extLst>
                <a:ext uri="{FF2B5EF4-FFF2-40B4-BE49-F238E27FC236}">
                  <a16:creationId xmlns:a16="http://schemas.microsoft.com/office/drawing/2014/main" id="{71E88319-7D2D-027A-1592-001D205C2CDE}"/>
                </a:ext>
              </a:extLst>
            </p:cNvPr>
            <p:cNvSpPr txBox="1"/>
            <p:nvPr/>
          </p:nvSpPr>
          <p:spPr>
            <a:xfrm>
              <a:off x="3031600" y="8121812"/>
              <a:ext cx="167475" cy="47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"/>
                </a:lnSpc>
                <a:spcBef>
                  <a:spcPct val="0"/>
                </a:spcBef>
              </a:pPr>
              <a:r>
                <a:rPr lang="en-US" sz="18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584" name="Freeform 441">
              <a:extLst>
                <a:ext uri="{FF2B5EF4-FFF2-40B4-BE49-F238E27FC236}">
                  <a16:creationId xmlns:a16="http://schemas.microsoft.com/office/drawing/2014/main" id="{AC9C272E-B0AD-93B9-F5B2-05FE1B440150}"/>
                </a:ext>
              </a:extLst>
            </p:cNvPr>
            <p:cNvSpPr/>
            <p:nvPr/>
          </p:nvSpPr>
          <p:spPr>
            <a:xfrm>
              <a:off x="2767263" y="7993787"/>
              <a:ext cx="208839" cy="156629"/>
            </a:xfrm>
            <a:custGeom>
              <a:avLst/>
              <a:gdLst/>
              <a:ahLst/>
              <a:cxnLst/>
              <a:rect l="l" t="t" r="r" b="b"/>
              <a:pathLst>
                <a:path w="208839" h="156629">
                  <a:moveTo>
                    <a:pt x="0" y="0"/>
                  </a:moveTo>
                  <a:lnTo>
                    <a:pt x="208839" y="0"/>
                  </a:lnTo>
                  <a:lnTo>
                    <a:pt x="208839" y="156628"/>
                  </a:lnTo>
                  <a:lnTo>
                    <a:pt x="0" y="15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5" name="Freeform 442">
              <a:extLst>
                <a:ext uri="{FF2B5EF4-FFF2-40B4-BE49-F238E27FC236}">
                  <a16:creationId xmlns:a16="http://schemas.microsoft.com/office/drawing/2014/main" id="{9A1D7E14-DF3D-F5CD-803B-D1C8F2A025D4}"/>
                </a:ext>
              </a:extLst>
            </p:cNvPr>
            <p:cNvSpPr/>
            <p:nvPr/>
          </p:nvSpPr>
          <p:spPr>
            <a:xfrm rot="-4941124">
              <a:off x="2512780" y="8033571"/>
              <a:ext cx="117650" cy="77061"/>
            </a:xfrm>
            <a:custGeom>
              <a:avLst/>
              <a:gdLst/>
              <a:ahLst/>
              <a:cxnLst/>
              <a:rect l="l" t="t" r="r" b="b"/>
              <a:pathLst>
                <a:path w="117650" h="77061">
                  <a:moveTo>
                    <a:pt x="0" y="0"/>
                  </a:moveTo>
                  <a:lnTo>
                    <a:pt x="117650" y="0"/>
                  </a:lnTo>
                  <a:lnTo>
                    <a:pt x="117650" y="77060"/>
                  </a:lnTo>
                  <a:lnTo>
                    <a:pt x="0" y="77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6" name="Freeform 443">
              <a:extLst>
                <a:ext uri="{FF2B5EF4-FFF2-40B4-BE49-F238E27FC236}">
                  <a16:creationId xmlns:a16="http://schemas.microsoft.com/office/drawing/2014/main" id="{53D6E266-BFA1-6AC9-3C2F-D157968D2B29}"/>
                </a:ext>
              </a:extLst>
            </p:cNvPr>
            <p:cNvSpPr/>
            <p:nvPr/>
          </p:nvSpPr>
          <p:spPr>
            <a:xfrm rot="5120367" flipH="1">
              <a:off x="3109766" y="8031902"/>
              <a:ext cx="117650" cy="77061"/>
            </a:xfrm>
            <a:custGeom>
              <a:avLst/>
              <a:gdLst/>
              <a:ahLst/>
              <a:cxnLst/>
              <a:rect l="l" t="t" r="r" b="b"/>
              <a:pathLst>
                <a:path w="117650" h="77061">
                  <a:moveTo>
                    <a:pt x="117650" y="0"/>
                  </a:moveTo>
                  <a:lnTo>
                    <a:pt x="0" y="0"/>
                  </a:lnTo>
                  <a:lnTo>
                    <a:pt x="0" y="77061"/>
                  </a:lnTo>
                  <a:lnTo>
                    <a:pt x="117650" y="77061"/>
                  </a:lnTo>
                  <a:lnTo>
                    <a:pt x="11765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7" name="Freeform 444">
              <a:extLst>
                <a:ext uri="{FF2B5EF4-FFF2-40B4-BE49-F238E27FC236}">
                  <a16:creationId xmlns:a16="http://schemas.microsoft.com/office/drawing/2014/main" id="{90775A67-DDF3-576F-3591-455F8CE64000}"/>
                </a:ext>
              </a:extLst>
            </p:cNvPr>
            <p:cNvSpPr/>
            <p:nvPr/>
          </p:nvSpPr>
          <p:spPr>
            <a:xfrm>
              <a:off x="4184171" y="7766746"/>
              <a:ext cx="682935" cy="682935"/>
            </a:xfrm>
            <a:custGeom>
              <a:avLst/>
              <a:gdLst/>
              <a:ahLst/>
              <a:cxnLst/>
              <a:rect l="l" t="t" r="r" b="b"/>
              <a:pathLst>
                <a:path w="682935" h="682935">
                  <a:moveTo>
                    <a:pt x="0" y="0"/>
                  </a:moveTo>
                  <a:lnTo>
                    <a:pt x="682935" y="0"/>
                  </a:lnTo>
                  <a:lnTo>
                    <a:pt x="682935" y="682935"/>
                  </a:lnTo>
                  <a:lnTo>
                    <a:pt x="0" y="682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8" name="Freeform 445">
              <a:extLst>
                <a:ext uri="{FF2B5EF4-FFF2-40B4-BE49-F238E27FC236}">
                  <a16:creationId xmlns:a16="http://schemas.microsoft.com/office/drawing/2014/main" id="{55547ADF-26D2-9859-C408-F2121964527F}"/>
                </a:ext>
              </a:extLst>
            </p:cNvPr>
            <p:cNvSpPr/>
            <p:nvPr/>
          </p:nvSpPr>
          <p:spPr>
            <a:xfrm>
              <a:off x="4321623" y="7906825"/>
              <a:ext cx="425634" cy="227714"/>
            </a:xfrm>
            <a:custGeom>
              <a:avLst/>
              <a:gdLst/>
              <a:ahLst/>
              <a:cxnLst/>
              <a:rect l="l" t="t" r="r" b="b"/>
              <a:pathLst>
                <a:path w="425634" h="227714">
                  <a:moveTo>
                    <a:pt x="0" y="0"/>
                  </a:moveTo>
                  <a:lnTo>
                    <a:pt x="425634" y="0"/>
                  </a:lnTo>
                  <a:lnTo>
                    <a:pt x="425634" y="227714"/>
                  </a:lnTo>
                  <a:lnTo>
                    <a:pt x="0" y="227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9" name="TextBox 446">
              <a:extLst>
                <a:ext uri="{FF2B5EF4-FFF2-40B4-BE49-F238E27FC236}">
                  <a16:creationId xmlns:a16="http://schemas.microsoft.com/office/drawing/2014/main" id="{EF738812-645D-9839-4C86-0AB08A82E96D}"/>
                </a:ext>
              </a:extLst>
            </p:cNvPr>
            <p:cNvSpPr txBox="1"/>
            <p:nvPr/>
          </p:nvSpPr>
          <p:spPr>
            <a:xfrm>
              <a:off x="4264290" y="7794128"/>
              <a:ext cx="540300" cy="23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52"/>
                </a:lnSpc>
                <a:spcBef>
                  <a:spcPct val="0"/>
                </a:spcBef>
              </a:pPr>
              <a:r>
                <a:rPr lang="en-US" sz="543" b="1" spc="7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GAME TIME</a:t>
              </a:r>
            </a:p>
          </p:txBody>
        </p:sp>
        <p:sp>
          <p:nvSpPr>
            <p:cNvPr id="590" name="Freeform 447">
              <a:extLst>
                <a:ext uri="{FF2B5EF4-FFF2-40B4-BE49-F238E27FC236}">
                  <a16:creationId xmlns:a16="http://schemas.microsoft.com/office/drawing/2014/main" id="{65141AE8-F780-BE04-232A-E6078E326327}"/>
                </a:ext>
              </a:extLst>
            </p:cNvPr>
            <p:cNvSpPr/>
            <p:nvPr/>
          </p:nvSpPr>
          <p:spPr>
            <a:xfrm rot="2699999">
              <a:off x="4307311" y="7974416"/>
              <a:ext cx="441816" cy="441816"/>
            </a:xfrm>
            <a:custGeom>
              <a:avLst/>
              <a:gdLst/>
              <a:ahLst/>
              <a:cxnLst/>
              <a:rect l="l" t="t" r="r" b="b"/>
              <a:pathLst>
                <a:path w="441816" h="441816">
                  <a:moveTo>
                    <a:pt x="0" y="0"/>
                  </a:moveTo>
                  <a:lnTo>
                    <a:pt x="441815" y="0"/>
                  </a:lnTo>
                  <a:lnTo>
                    <a:pt x="441815" y="441816"/>
                  </a:lnTo>
                  <a:lnTo>
                    <a:pt x="0" y="441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1" name="TextBox 448">
              <a:extLst>
                <a:ext uri="{FF2B5EF4-FFF2-40B4-BE49-F238E27FC236}">
                  <a16:creationId xmlns:a16="http://schemas.microsoft.com/office/drawing/2014/main" id="{0C79C962-CCC7-7318-0280-D183B0F10A2D}"/>
                </a:ext>
              </a:extLst>
            </p:cNvPr>
            <p:cNvSpPr txBox="1"/>
            <p:nvPr/>
          </p:nvSpPr>
          <p:spPr>
            <a:xfrm>
              <a:off x="4428622" y="8337051"/>
              <a:ext cx="194034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 spc="2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592" name="Freeform 449">
              <a:extLst>
                <a:ext uri="{FF2B5EF4-FFF2-40B4-BE49-F238E27FC236}">
                  <a16:creationId xmlns:a16="http://schemas.microsoft.com/office/drawing/2014/main" id="{6A4D31C2-E5BF-CE64-C355-0D6A44BC125A}"/>
                </a:ext>
              </a:extLst>
            </p:cNvPr>
            <p:cNvSpPr/>
            <p:nvPr/>
          </p:nvSpPr>
          <p:spPr>
            <a:xfrm rot="2699999">
              <a:off x="4359917" y="8135993"/>
              <a:ext cx="331442" cy="331442"/>
            </a:xfrm>
            <a:custGeom>
              <a:avLst/>
              <a:gdLst/>
              <a:ahLst/>
              <a:cxnLst/>
              <a:rect l="l" t="t" r="r" b="b"/>
              <a:pathLst>
                <a:path w="331442" h="331442">
                  <a:moveTo>
                    <a:pt x="0" y="0"/>
                  </a:moveTo>
                  <a:lnTo>
                    <a:pt x="331443" y="0"/>
                  </a:lnTo>
                  <a:lnTo>
                    <a:pt x="331443" y="331442"/>
                  </a:lnTo>
                  <a:lnTo>
                    <a:pt x="0" y="331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3" name="TextBox 450">
              <a:extLst>
                <a:ext uri="{FF2B5EF4-FFF2-40B4-BE49-F238E27FC236}">
                  <a16:creationId xmlns:a16="http://schemas.microsoft.com/office/drawing/2014/main" id="{BAB9C644-0071-8CB2-007B-85C91C1CBFBA}"/>
                </a:ext>
              </a:extLst>
            </p:cNvPr>
            <p:cNvSpPr txBox="1"/>
            <p:nvPr/>
          </p:nvSpPr>
          <p:spPr>
            <a:xfrm>
              <a:off x="4370292" y="8221431"/>
              <a:ext cx="315854" cy="64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"/>
                </a:lnSpc>
                <a:spcBef>
                  <a:spcPct val="0"/>
                </a:spcBef>
              </a:pPr>
              <a:r>
                <a:rPr lang="en-US" sz="2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594" name="TextBox 451">
              <a:extLst>
                <a:ext uri="{FF2B5EF4-FFF2-40B4-BE49-F238E27FC236}">
                  <a16:creationId xmlns:a16="http://schemas.microsoft.com/office/drawing/2014/main" id="{33622DAB-B625-A495-8C8E-D0FEDCEF00C6}"/>
                </a:ext>
              </a:extLst>
            </p:cNvPr>
            <p:cNvSpPr txBox="1"/>
            <p:nvPr/>
          </p:nvSpPr>
          <p:spPr>
            <a:xfrm>
              <a:off x="4229315" y="8124820"/>
              <a:ext cx="149820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595" name="TextBox 452">
              <a:extLst>
                <a:ext uri="{FF2B5EF4-FFF2-40B4-BE49-F238E27FC236}">
                  <a16:creationId xmlns:a16="http://schemas.microsoft.com/office/drawing/2014/main" id="{5F5D00D3-79EC-5A06-204B-AB0662B6CE4D}"/>
                </a:ext>
              </a:extLst>
            </p:cNvPr>
            <p:cNvSpPr txBox="1"/>
            <p:nvPr/>
          </p:nvSpPr>
          <p:spPr>
            <a:xfrm>
              <a:off x="4668698" y="8124820"/>
              <a:ext cx="149820" cy="4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"/>
                </a:lnSpc>
                <a:spcBef>
                  <a:spcPct val="0"/>
                </a:spcBef>
              </a:pPr>
              <a:r>
                <a:rPr lang="en-US" sz="169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596" name="Freeform 453">
              <a:extLst>
                <a:ext uri="{FF2B5EF4-FFF2-40B4-BE49-F238E27FC236}">
                  <a16:creationId xmlns:a16="http://schemas.microsoft.com/office/drawing/2014/main" id="{AFACB140-3585-1B63-7BE7-1CFFA48E9040}"/>
                </a:ext>
              </a:extLst>
            </p:cNvPr>
            <p:cNvSpPr/>
            <p:nvPr/>
          </p:nvSpPr>
          <p:spPr>
            <a:xfrm rot="-4941124">
              <a:off x="4204571" y="8046885"/>
              <a:ext cx="105247" cy="68937"/>
            </a:xfrm>
            <a:custGeom>
              <a:avLst/>
              <a:gdLst/>
              <a:ahLst/>
              <a:cxnLst/>
              <a:rect l="l" t="t" r="r" b="b"/>
              <a:pathLst>
                <a:path w="105247" h="68937">
                  <a:moveTo>
                    <a:pt x="0" y="0"/>
                  </a:moveTo>
                  <a:lnTo>
                    <a:pt x="105248" y="0"/>
                  </a:lnTo>
                  <a:lnTo>
                    <a:pt x="105248" y="68937"/>
                  </a:lnTo>
                  <a:lnTo>
                    <a:pt x="0" y="68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7" name="Freeform 454">
              <a:extLst>
                <a:ext uri="{FF2B5EF4-FFF2-40B4-BE49-F238E27FC236}">
                  <a16:creationId xmlns:a16="http://schemas.microsoft.com/office/drawing/2014/main" id="{5106E770-9F2D-AAC9-5E4C-1A5BF6D61669}"/>
                </a:ext>
              </a:extLst>
            </p:cNvPr>
            <p:cNvSpPr/>
            <p:nvPr/>
          </p:nvSpPr>
          <p:spPr>
            <a:xfrm rot="5120367" flipH="1">
              <a:off x="4738624" y="8045393"/>
              <a:ext cx="105247" cy="68937"/>
            </a:xfrm>
            <a:custGeom>
              <a:avLst/>
              <a:gdLst/>
              <a:ahLst/>
              <a:cxnLst/>
              <a:rect l="l" t="t" r="r" b="b"/>
              <a:pathLst>
                <a:path w="105247" h="68937">
                  <a:moveTo>
                    <a:pt x="105247" y="0"/>
                  </a:moveTo>
                  <a:lnTo>
                    <a:pt x="0" y="0"/>
                  </a:lnTo>
                  <a:lnTo>
                    <a:pt x="0" y="68937"/>
                  </a:lnTo>
                  <a:lnTo>
                    <a:pt x="105247" y="68937"/>
                  </a:lnTo>
                  <a:lnTo>
                    <a:pt x="105247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8" name="Freeform 455">
              <a:extLst>
                <a:ext uri="{FF2B5EF4-FFF2-40B4-BE49-F238E27FC236}">
                  <a16:creationId xmlns:a16="http://schemas.microsoft.com/office/drawing/2014/main" id="{B243CF3F-F56D-9836-C0C7-363B69E65B5E}"/>
                </a:ext>
              </a:extLst>
            </p:cNvPr>
            <p:cNvSpPr/>
            <p:nvPr/>
          </p:nvSpPr>
          <p:spPr>
            <a:xfrm rot="-971120">
              <a:off x="4376049" y="8030820"/>
              <a:ext cx="68550" cy="64094"/>
            </a:xfrm>
            <a:custGeom>
              <a:avLst/>
              <a:gdLst/>
              <a:ahLst/>
              <a:cxnLst/>
              <a:rect l="l" t="t" r="r" b="b"/>
              <a:pathLst>
                <a:path w="68550" h="64094">
                  <a:moveTo>
                    <a:pt x="0" y="0"/>
                  </a:moveTo>
                  <a:lnTo>
                    <a:pt x="68549" y="0"/>
                  </a:lnTo>
                  <a:lnTo>
                    <a:pt x="68549" y="64094"/>
                  </a:lnTo>
                  <a:lnTo>
                    <a:pt x="0" y="64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9" name="Freeform 456">
              <a:extLst>
                <a:ext uri="{FF2B5EF4-FFF2-40B4-BE49-F238E27FC236}">
                  <a16:creationId xmlns:a16="http://schemas.microsoft.com/office/drawing/2014/main" id="{27A057FE-9A7C-E258-BDEF-0AE0EFC83904}"/>
                </a:ext>
              </a:extLst>
            </p:cNvPr>
            <p:cNvSpPr/>
            <p:nvPr/>
          </p:nvSpPr>
          <p:spPr>
            <a:xfrm>
              <a:off x="4628961" y="8039814"/>
              <a:ext cx="69189" cy="68497"/>
            </a:xfrm>
            <a:custGeom>
              <a:avLst/>
              <a:gdLst/>
              <a:ahLst/>
              <a:cxnLst/>
              <a:rect l="l" t="t" r="r" b="b"/>
              <a:pathLst>
                <a:path w="69189" h="68497">
                  <a:moveTo>
                    <a:pt x="0" y="0"/>
                  </a:moveTo>
                  <a:lnTo>
                    <a:pt x="69189" y="0"/>
                  </a:lnTo>
                  <a:lnTo>
                    <a:pt x="69189" y="68497"/>
                  </a:lnTo>
                  <a:lnTo>
                    <a:pt x="0" y="68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0" name="Freeform 457">
              <a:extLst>
                <a:ext uri="{FF2B5EF4-FFF2-40B4-BE49-F238E27FC236}">
                  <a16:creationId xmlns:a16="http://schemas.microsoft.com/office/drawing/2014/main" id="{E739A092-A800-A6DD-5EEA-7743ED1CE0E5}"/>
                </a:ext>
              </a:extLst>
            </p:cNvPr>
            <p:cNvSpPr/>
            <p:nvPr/>
          </p:nvSpPr>
          <p:spPr>
            <a:xfrm>
              <a:off x="4491044" y="7951207"/>
              <a:ext cx="69189" cy="71329"/>
            </a:xfrm>
            <a:custGeom>
              <a:avLst/>
              <a:gdLst/>
              <a:ahLst/>
              <a:cxnLst/>
              <a:rect l="l" t="t" r="r" b="b"/>
              <a:pathLst>
                <a:path w="69189" h="71329">
                  <a:moveTo>
                    <a:pt x="0" y="0"/>
                  </a:moveTo>
                  <a:lnTo>
                    <a:pt x="69189" y="0"/>
                  </a:lnTo>
                  <a:lnTo>
                    <a:pt x="69189" y="71329"/>
                  </a:lnTo>
                  <a:lnTo>
                    <a:pt x="0" y="7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1" name="Freeform 458">
              <a:extLst>
                <a:ext uri="{FF2B5EF4-FFF2-40B4-BE49-F238E27FC236}">
                  <a16:creationId xmlns:a16="http://schemas.microsoft.com/office/drawing/2014/main" id="{670B6680-B10E-508B-3BD0-89C27DAB243F}"/>
                </a:ext>
              </a:extLst>
            </p:cNvPr>
            <p:cNvSpPr/>
            <p:nvPr/>
          </p:nvSpPr>
          <p:spPr>
            <a:xfrm>
              <a:off x="4471378" y="8062867"/>
              <a:ext cx="138378" cy="103092"/>
            </a:xfrm>
            <a:custGeom>
              <a:avLst/>
              <a:gdLst/>
              <a:ahLst/>
              <a:cxnLst/>
              <a:rect l="l" t="t" r="r" b="b"/>
              <a:pathLst>
                <a:path w="138378" h="103092">
                  <a:moveTo>
                    <a:pt x="0" y="0"/>
                  </a:moveTo>
                  <a:lnTo>
                    <a:pt x="138378" y="0"/>
                  </a:lnTo>
                  <a:lnTo>
                    <a:pt x="138378" y="103092"/>
                  </a:lnTo>
                  <a:lnTo>
                    <a:pt x="0" y="103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2" name="Group 459">
              <a:extLst>
                <a:ext uri="{FF2B5EF4-FFF2-40B4-BE49-F238E27FC236}">
                  <a16:creationId xmlns:a16="http://schemas.microsoft.com/office/drawing/2014/main" id="{1B70985C-9948-C0EA-FEAE-A6C1B319370B}"/>
                </a:ext>
              </a:extLst>
            </p:cNvPr>
            <p:cNvGrpSpPr/>
            <p:nvPr/>
          </p:nvGrpSpPr>
          <p:grpSpPr>
            <a:xfrm>
              <a:off x="2245110" y="8683630"/>
              <a:ext cx="1109525" cy="351756"/>
              <a:chOff x="0" y="0"/>
              <a:chExt cx="1509985" cy="478716"/>
            </a:xfrm>
          </p:grpSpPr>
          <p:sp>
            <p:nvSpPr>
              <p:cNvPr id="611" name="Freeform 460">
                <a:extLst>
                  <a:ext uri="{FF2B5EF4-FFF2-40B4-BE49-F238E27FC236}">
                    <a16:creationId xmlns:a16="http://schemas.microsoft.com/office/drawing/2014/main" id="{01078A18-1BD9-751A-71B9-69DAAABC3319}"/>
                  </a:ext>
                </a:extLst>
              </p:cNvPr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TextBox 461">
                <a:extLst>
                  <a:ext uri="{FF2B5EF4-FFF2-40B4-BE49-F238E27FC236}">
                    <a16:creationId xmlns:a16="http://schemas.microsoft.com/office/drawing/2014/main" id="{65F1AD23-8CF8-2024-B7B6-677B6962519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Sponsored Passport unlocks on 10/15/2026</a:t>
                </a:r>
              </a:p>
            </p:txBody>
          </p:sp>
        </p:grpSp>
        <p:grpSp>
          <p:nvGrpSpPr>
            <p:cNvPr id="603" name="Group 462">
              <a:extLst>
                <a:ext uri="{FF2B5EF4-FFF2-40B4-BE49-F238E27FC236}">
                  <a16:creationId xmlns:a16="http://schemas.microsoft.com/office/drawing/2014/main" id="{FB8C3378-C513-E817-5AE4-F92447EB7BC6}"/>
                </a:ext>
              </a:extLst>
            </p:cNvPr>
            <p:cNvGrpSpPr/>
            <p:nvPr/>
          </p:nvGrpSpPr>
          <p:grpSpPr>
            <a:xfrm>
              <a:off x="3984918" y="8703635"/>
              <a:ext cx="1109525" cy="351756"/>
              <a:chOff x="0" y="0"/>
              <a:chExt cx="1509985" cy="478716"/>
            </a:xfrm>
          </p:grpSpPr>
          <p:sp>
            <p:nvSpPr>
              <p:cNvPr id="609" name="Freeform 463">
                <a:extLst>
                  <a:ext uri="{FF2B5EF4-FFF2-40B4-BE49-F238E27FC236}">
                    <a16:creationId xmlns:a16="http://schemas.microsoft.com/office/drawing/2014/main" id="{581A592C-C4F8-FF1E-869C-A0E09311352F}"/>
                  </a:ext>
                </a:extLst>
              </p:cNvPr>
              <p:cNvSpPr/>
              <p:nvPr/>
            </p:nvSpPr>
            <p:spPr>
              <a:xfrm>
                <a:off x="0" y="0"/>
                <a:ext cx="1509985" cy="478716"/>
              </a:xfrm>
              <a:custGeom>
                <a:avLst/>
                <a:gdLst/>
                <a:ahLst/>
                <a:cxnLst/>
                <a:rect l="l" t="t" r="r" b="b"/>
                <a:pathLst>
                  <a:path w="1509985" h="478716">
                    <a:moveTo>
                      <a:pt x="0" y="0"/>
                    </a:moveTo>
                    <a:lnTo>
                      <a:pt x="1509985" y="0"/>
                    </a:lnTo>
                    <a:lnTo>
                      <a:pt x="1509985" y="478716"/>
                    </a:lnTo>
                    <a:lnTo>
                      <a:pt x="0" y="478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600129" r="-1171694" b="-86305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TextBox 464">
                <a:extLst>
                  <a:ext uri="{FF2B5EF4-FFF2-40B4-BE49-F238E27FC236}">
                    <a16:creationId xmlns:a16="http://schemas.microsoft.com/office/drawing/2014/main" id="{5957E210-E932-2530-F89D-D65CA98EFCF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509985" cy="4787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Sponsored Passport unlocks on 10/20/2026</a:t>
                </a:r>
              </a:p>
            </p:txBody>
          </p:sp>
        </p:grpSp>
        <p:grpSp>
          <p:nvGrpSpPr>
            <p:cNvPr id="604" name="Group 465">
              <a:extLst>
                <a:ext uri="{FF2B5EF4-FFF2-40B4-BE49-F238E27FC236}">
                  <a16:creationId xmlns:a16="http://schemas.microsoft.com/office/drawing/2014/main" id="{F1C4BFCB-F026-129C-387D-FF0070D0F0A7}"/>
                </a:ext>
              </a:extLst>
            </p:cNvPr>
            <p:cNvGrpSpPr/>
            <p:nvPr/>
          </p:nvGrpSpPr>
          <p:grpSpPr>
            <a:xfrm>
              <a:off x="162847" y="155073"/>
              <a:ext cx="5250741" cy="10723789"/>
              <a:chOff x="0" y="0"/>
              <a:chExt cx="666980" cy="1362199"/>
            </a:xfrm>
          </p:grpSpPr>
          <p:sp>
            <p:nvSpPr>
              <p:cNvPr id="608" name="Freeform 466">
                <a:extLst>
                  <a:ext uri="{FF2B5EF4-FFF2-40B4-BE49-F238E27FC236}">
                    <a16:creationId xmlns:a16="http://schemas.microsoft.com/office/drawing/2014/main" id="{AC4B0818-D677-AE78-AD22-9DE7EA3306AA}"/>
                  </a:ext>
                </a:extLst>
              </p:cNvPr>
              <p:cNvSpPr/>
              <p:nvPr/>
            </p:nvSpPr>
            <p:spPr>
              <a:xfrm>
                <a:off x="0" y="0"/>
                <a:ext cx="666980" cy="1362199"/>
              </a:xfrm>
              <a:custGeom>
                <a:avLst/>
                <a:gdLst/>
                <a:ahLst/>
                <a:cxnLst/>
                <a:rect l="l" t="t" r="r" b="b"/>
                <a:pathLst>
                  <a:path w="666980" h="1362199">
                    <a:moveTo>
                      <a:pt x="125819" y="0"/>
                    </a:moveTo>
                    <a:lnTo>
                      <a:pt x="541161" y="0"/>
                    </a:lnTo>
                    <a:cubicBezTo>
                      <a:pt x="610649" y="0"/>
                      <a:pt x="666980" y="56331"/>
                      <a:pt x="666980" y="125819"/>
                    </a:cubicBezTo>
                    <a:lnTo>
                      <a:pt x="666980" y="1236380"/>
                    </a:lnTo>
                    <a:cubicBezTo>
                      <a:pt x="666980" y="1305868"/>
                      <a:pt x="610649" y="1362199"/>
                      <a:pt x="541161" y="1362199"/>
                    </a:cubicBezTo>
                    <a:lnTo>
                      <a:pt x="125819" y="1362199"/>
                    </a:lnTo>
                    <a:cubicBezTo>
                      <a:pt x="56331" y="1362199"/>
                      <a:pt x="0" y="1305868"/>
                      <a:pt x="0" y="1236380"/>
                    </a:cubicBezTo>
                    <a:lnTo>
                      <a:pt x="0" y="125819"/>
                    </a:lnTo>
                    <a:cubicBezTo>
                      <a:pt x="0" y="56331"/>
                      <a:pt x="56331" y="0"/>
                      <a:pt x="125819" y="0"/>
                    </a:cubicBezTo>
                    <a:close/>
                  </a:path>
                </a:pathLst>
              </a:custGeom>
              <a:blipFill>
                <a:blip r:embed="rId57"/>
                <a:stretch>
                  <a:fillRect l="-27567" t="-46764" r="-29846" b="-585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5" name="Group 467">
              <a:extLst>
                <a:ext uri="{FF2B5EF4-FFF2-40B4-BE49-F238E27FC236}">
                  <a16:creationId xmlns:a16="http://schemas.microsoft.com/office/drawing/2014/main" id="{5C4DF138-0034-7D0A-03FD-649948165FF1}"/>
                </a:ext>
              </a:extLst>
            </p:cNvPr>
            <p:cNvGrpSpPr/>
            <p:nvPr/>
          </p:nvGrpSpPr>
          <p:grpSpPr>
            <a:xfrm>
              <a:off x="758031" y="4524768"/>
              <a:ext cx="4060374" cy="1927520"/>
              <a:chOff x="0" y="0"/>
              <a:chExt cx="802049" cy="380745"/>
            </a:xfrm>
          </p:grpSpPr>
          <p:sp>
            <p:nvSpPr>
              <p:cNvPr id="606" name="Freeform 468">
                <a:extLst>
                  <a:ext uri="{FF2B5EF4-FFF2-40B4-BE49-F238E27FC236}">
                    <a16:creationId xmlns:a16="http://schemas.microsoft.com/office/drawing/2014/main" id="{A5F1833D-02D4-E6DE-33A5-B104CFF4F181}"/>
                  </a:ext>
                </a:extLst>
              </p:cNvPr>
              <p:cNvSpPr/>
              <p:nvPr/>
            </p:nvSpPr>
            <p:spPr>
              <a:xfrm>
                <a:off x="0" y="0"/>
                <a:ext cx="802049" cy="380745"/>
              </a:xfrm>
              <a:custGeom>
                <a:avLst/>
                <a:gdLst/>
                <a:ahLst/>
                <a:cxnLst/>
                <a:rect l="l" t="t" r="r" b="b"/>
                <a:pathLst>
                  <a:path w="802049" h="380745">
                    <a:moveTo>
                      <a:pt x="63557" y="0"/>
                    </a:moveTo>
                    <a:lnTo>
                      <a:pt x="738492" y="0"/>
                    </a:lnTo>
                    <a:cubicBezTo>
                      <a:pt x="755349" y="0"/>
                      <a:pt x="771515" y="6696"/>
                      <a:pt x="783434" y="18615"/>
                    </a:cubicBezTo>
                    <a:cubicBezTo>
                      <a:pt x="795353" y="30535"/>
                      <a:pt x="802049" y="46700"/>
                      <a:pt x="802049" y="63557"/>
                    </a:cubicBezTo>
                    <a:lnTo>
                      <a:pt x="802049" y="317188"/>
                    </a:lnTo>
                    <a:cubicBezTo>
                      <a:pt x="802049" y="334044"/>
                      <a:pt x="795353" y="350210"/>
                      <a:pt x="783434" y="362129"/>
                    </a:cubicBezTo>
                    <a:cubicBezTo>
                      <a:pt x="771515" y="374048"/>
                      <a:pt x="755349" y="380745"/>
                      <a:pt x="738492" y="380745"/>
                    </a:cubicBezTo>
                    <a:lnTo>
                      <a:pt x="63557" y="380745"/>
                    </a:lnTo>
                    <a:cubicBezTo>
                      <a:pt x="46700" y="380745"/>
                      <a:pt x="30535" y="374048"/>
                      <a:pt x="18615" y="362129"/>
                    </a:cubicBezTo>
                    <a:cubicBezTo>
                      <a:pt x="6696" y="350210"/>
                      <a:pt x="0" y="334044"/>
                      <a:pt x="0" y="317188"/>
                    </a:cubicBezTo>
                    <a:lnTo>
                      <a:pt x="0" y="63557"/>
                    </a:lnTo>
                    <a:cubicBezTo>
                      <a:pt x="0" y="46700"/>
                      <a:pt x="6696" y="30535"/>
                      <a:pt x="18615" y="18615"/>
                    </a:cubicBezTo>
                    <a:cubicBezTo>
                      <a:pt x="30535" y="6696"/>
                      <a:pt x="46700" y="0"/>
                      <a:pt x="63557" y="0"/>
                    </a:cubicBezTo>
                    <a:close/>
                  </a:path>
                </a:pathLst>
              </a:custGeom>
              <a:solidFill>
                <a:srgbClr val="484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" name="TextBox 469">
                <a:extLst>
                  <a:ext uri="{FF2B5EF4-FFF2-40B4-BE49-F238E27FC236}">
                    <a16:creationId xmlns:a16="http://schemas.microsoft.com/office/drawing/2014/main" id="{12FE93A7-92B2-3920-F6FF-87886954DA1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02049" cy="4283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⏰</a:t>
                </a:r>
              </a:p>
              <a:p>
                <a:pPr algn="ctr">
                  <a:lnSpc>
                    <a:spcPts val="2340"/>
                  </a:lnSpc>
                </a:pPr>
                <a:r>
                  <a:rPr lang="en-US" sz="195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Come back tomorrow for a new BeReal Passport</a:t>
                </a:r>
              </a:p>
            </p:txBody>
          </p:sp>
        </p:grpSp>
      </p:grpSp>
      <p:grpSp>
        <p:nvGrpSpPr>
          <p:cNvPr id="679" name="Group 2">
            <a:extLst>
              <a:ext uri="{FF2B5EF4-FFF2-40B4-BE49-F238E27FC236}">
                <a16:creationId xmlns:a16="http://schemas.microsoft.com/office/drawing/2014/main" id="{824F040F-1E58-1CB3-6013-A896B78AA398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680" name="Freeform 3">
              <a:extLst>
                <a:ext uri="{FF2B5EF4-FFF2-40B4-BE49-F238E27FC236}">
                  <a16:creationId xmlns:a16="http://schemas.microsoft.com/office/drawing/2014/main" id="{23354704-DFA0-3527-0702-11C55EAD2370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1" name="TextBox 4">
              <a:extLst>
                <a:ext uri="{FF2B5EF4-FFF2-40B4-BE49-F238E27FC236}">
                  <a16:creationId xmlns:a16="http://schemas.microsoft.com/office/drawing/2014/main" id="{6B0F6365-5A58-01F7-9DCD-3BDA9B5FD065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682" name="Group 5">
            <a:extLst>
              <a:ext uri="{FF2B5EF4-FFF2-40B4-BE49-F238E27FC236}">
                <a16:creationId xmlns:a16="http://schemas.microsoft.com/office/drawing/2014/main" id="{9B7942C0-201D-6FB8-49C3-9BE0B4F1ECE5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683" name="Freeform 6">
              <a:extLst>
                <a:ext uri="{FF2B5EF4-FFF2-40B4-BE49-F238E27FC236}">
                  <a16:creationId xmlns:a16="http://schemas.microsoft.com/office/drawing/2014/main" id="{2F09E1FD-129B-7FBB-FFA2-3F4F969290C5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4" name="TextBox 7">
              <a:extLst>
                <a:ext uri="{FF2B5EF4-FFF2-40B4-BE49-F238E27FC236}">
                  <a16:creationId xmlns:a16="http://schemas.microsoft.com/office/drawing/2014/main" id="{DAFABC00-54BD-DC65-CE9B-B7E0E88FCF70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685" name="Group 8">
            <a:extLst>
              <a:ext uri="{FF2B5EF4-FFF2-40B4-BE49-F238E27FC236}">
                <a16:creationId xmlns:a16="http://schemas.microsoft.com/office/drawing/2014/main" id="{D3629080-0A94-BF38-025D-211EDB3E5427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686" name="Freeform 9">
              <a:extLst>
                <a:ext uri="{FF2B5EF4-FFF2-40B4-BE49-F238E27FC236}">
                  <a16:creationId xmlns:a16="http://schemas.microsoft.com/office/drawing/2014/main" id="{F25A9533-88F5-7EC8-9ED6-018FFD84BA73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7" name="TextBox 10">
              <a:extLst>
                <a:ext uri="{FF2B5EF4-FFF2-40B4-BE49-F238E27FC236}">
                  <a16:creationId xmlns:a16="http://schemas.microsoft.com/office/drawing/2014/main" id="{72AF5740-83AA-6799-C2CD-8742A028EEE3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60120" y="2833922"/>
            <a:ext cx="7132320" cy="1303020"/>
            <a:chOff x="0" y="0"/>
            <a:chExt cx="9509760" cy="173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09760" cy="1737360"/>
            </a:xfrm>
            <a:custGeom>
              <a:avLst/>
              <a:gdLst/>
              <a:ahLst/>
              <a:cxnLst/>
              <a:rect l="l" t="t" r="r" b="b"/>
              <a:pathLst>
                <a:path w="9509760" h="1737360">
                  <a:moveTo>
                    <a:pt x="0" y="0"/>
                  </a:moveTo>
                  <a:lnTo>
                    <a:pt x="9509760" y="0"/>
                  </a:lnTo>
                  <a:lnTo>
                    <a:pt x="95097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101923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9509760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Capsule / Board Details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136942"/>
            <a:ext cx="4023360" cy="4790279"/>
            <a:chOff x="0" y="0"/>
            <a:chExt cx="5364480" cy="63870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64480" cy="6387038"/>
            </a:xfrm>
            <a:custGeom>
              <a:avLst/>
              <a:gdLst/>
              <a:ahLst/>
              <a:cxnLst/>
              <a:rect l="l" t="t" r="r" b="b"/>
              <a:pathLst>
                <a:path w="5364480" h="6387038">
                  <a:moveTo>
                    <a:pt x="0" y="0"/>
                  </a:moveTo>
                  <a:lnTo>
                    <a:pt x="5364480" y="0"/>
                  </a:lnTo>
                  <a:lnTo>
                    <a:pt x="5364480" y="6387038"/>
                  </a:lnTo>
                  <a:lnTo>
                    <a:pt x="0" y="63870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622" r="-172727" b="503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364480" cy="64441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 increase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Past Boards are stored in ‘Memories’  as a Capsule 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all Community Boards Posting in a carousel view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Carousel View  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Snapshot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out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can click on image to view post</a:t>
              </a:r>
            </a:p>
            <a:p>
              <a:pPr marL="1165860" lvl="3" indent="-291465" algn="l">
                <a:lnSpc>
                  <a:spcPts val="2340"/>
                </a:lnSpc>
                <a:buFont typeface="Arial"/>
                <a:buChar char="￭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 Enhancement</a:t>
              </a:r>
            </a:p>
            <a:p>
              <a:pPr marL="1554480" lvl="4" indent="-310896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2-Column Grid scroll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Board details shows: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Friends who participated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Number of Likes or Dislikes</a:t>
              </a:r>
            </a:p>
            <a:p>
              <a:pPr algn="l">
                <a:lnSpc>
                  <a:spcPts val="2340"/>
                </a:lnSpc>
              </a:pPr>
              <a:endParaRPr lang="en-US" sz="1800" spc="5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076973" y="643005"/>
            <a:ext cx="4182327" cy="8275452"/>
            <a:chOff x="0" y="0"/>
            <a:chExt cx="5576435" cy="11033936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0"/>
              <a:ext cx="5576435" cy="11033936"/>
              <a:chOff x="0" y="0"/>
              <a:chExt cx="2620010" cy="518414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32110" y="161647"/>
              <a:ext cx="5089955" cy="10658674"/>
              <a:chOff x="0" y="0"/>
              <a:chExt cx="1005423" cy="210541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05423" cy="2105417"/>
              </a:xfrm>
              <a:custGeom>
                <a:avLst/>
                <a:gdLst/>
                <a:ahLst/>
                <a:cxnLst/>
                <a:rect l="l" t="t" r="r" b="b"/>
                <a:pathLst>
                  <a:path w="1005423" h="2105417">
                    <a:moveTo>
                      <a:pt x="103429" y="0"/>
                    </a:moveTo>
                    <a:lnTo>
                      <a:pt x="901994" y="0"/>
                    </a:lnTo>
                    <a:cubicBezTo>
                      <a:pt x="959116" y="0"/>
                      <a:pt x="1005423" y="46307"/>
                      <a:pt x="1005423" y="103429"/>
                    </a:cubicBezTo>
                    <a:lnTo>
                      <a:pt x="1005423" y="2001988"/>
                    </a:lnTo>
                    <a:cubicBezTo>
                      <a:pt x="1005423" y="2059110"/>
                      <a:pt x="959116" y="2105417"/>
                      <a:pt x="901994" y="2105417"/>
                    </a:cubicBezTo>
                    <a:lnTo>
                      <a:pt x="103429" y="2105417"/>
                    </a:lnTo>
                    <a:cubicBezTo>
                      <a:pt x="46307" y="2105417"/>
                      <a:pt x="0" y="2059110"/>
                      <a:pt x="0" y="2001988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005423" cy="2153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345184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3" y="0"/>
                  </a:lnTo>
                  <a:lnTo>
                    <a:pt x="942673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7468" y="812658"/>
              <a:ext cx="418106" cy="529248"/>
            </a:xfrm>
            <a:custGeom>
              <a:avLst/>
              <a:gdLst/>
              <a:ahLst/>
              <a:cxnLst/>
              <a:rect l="l" t="t" r="r" b="b"/>
              <a:pathLst>
                <a:path w="418106" h="529248">
                  <a:moveTo>
                    <a:pt x="0" y="0"/>
                  </a:moveTo>
                  <a:lnTo>
                    <a:pt x="418106" y="0"/>
                  </a:lnTo>
                  <a:lnTo>
                    <a:pt x="418106" y="529248"/>
                  </a:lnTo>
                  <a:lnTo>
                    <a:pt x="0" y="52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4020713" y="605946"/>
              <a:ext cx="942673" cy="942673"/>
            </a:xfrm>
            <a:custGeom>
              <a:avLst/>
              <a:gdLst/>
              <a:ahLst/>
              <a:cxnLst/>
              <a:rect l="l" t="t" r="r" b="b"/>
              <a:pathLst>
                <a:path w="942673" h="942673">
                  <a:moveTo>
                    <a:pt x="0" y="0"/>
                  </a:moveTo>
                  <a:lnTo>
                    <a:pt x="942672" y="0"/>
                  </a:lnTo>
                  <a:lnTo>
                    <a:pt x="942672" y="942673"/>
                  </a:lnTo>
                  <a:lnTo>
                    <a:pt x="0" y="942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4252646" y="795632"/>
              <a:ext cx="478806" cy="563301"/>
            </a:xfrm>
            <a:custGeom>
              <a:avLst/>
              <a:gdLst/>
              <a:ahLst/>
              <a:cxnLst/>
              <a:rect l="l" t="t" r="r" b="b"/>
              <a:pathLst>
                <a:path w="478806" h="563301">
                  <a:moveTo>
                    <a:pt x="0" y="0"/>
                  </a:moveTo>
                  <a:lnTo>
                    <a:pt x="478806" y="0"/>
                  </a:lnTo>
                  <a:lnTo>
                    <a:pt x="478806" y="563301"/>
                  </a:lnTo>
                  <a:lnTo>
                    <a:pt x="0" y="5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16521" y="1929613"/>
              <a:ext cx="1578858" cy="798756"/>
              <a:chOff x="0" y="0"/>
              <a:chExt cx="1892503" cy="95743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89250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892503" h="957431">
                    <a:moveTo>
                      <a:pt x="0" y="0"/>
                    </a:moveTo>
                    <a:lnTo>
                      <a:pt x="1892503" y="0"/>
                    </a:lnTo>
                    <a:lnTo>
                      <a:pt x="189250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91465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0"/>
                <a:ext cx="189250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My Friends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913191" y="1850275"/>
              <a:ext cx="2318060" cy="798756"/>
              <a:chOff x="0" y="0"/>
              <a:chExt cx="2778550" cy="95743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778550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778550" h="957431">
                    <a:moveTo>
                      <a:pt x="0" y="0"/>
                    </a:moveTo>
                    <a:lnTo>
                      <a:pt x="2778550" y="0"/>
                    </a:lnTo>
                    <a:lnTo>
                      <a:pt x="2778550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591094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2778550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Friends of Friends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77249" y="9549613"/>
              <a:ext cx="4854002" cy="1062208"/>
              <a:chOff x="0" y="0"/>
              <a:chExt cx="958815" cy="20981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998789" y="605946"/>
              <a:ext cx="1578858" cy="957431"/>
              <a:chOff x="0" y="0"/>
              <a:chExt cx="1578858" cy="95743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BeReal.</a:t>
                </a:r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713612" y="9888564"/>
              <a:ext cx="256494" cy="238539"/>
            </a:xfrm>
            <a:custGeom>
              <a:avLst/>
              <a:gdLst/>
              <a:ahLst/>
              <a:cxnLst/>
              <a:rect l="l" t="t" r="r" b="b"/>
              <a:pathLst>
                <a:path w="256494" h="238539">
                  <a:moveTo>
                    <a:pt x="0" y="0"/>
                  </a:moveTo>
                  <a:lnTo>
                    <a:pt x="256494" y="0"/>
                  </a:lnTo>
                  <a:lnTo>
                    <a:pt x="256494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734675" y="9888564"/>
              <a:ext cx="265043" cy="238539"/>
            </a:xfrm>
            <a:custGeom>
              <a:avLst/>
              <a:gdLst/>
              <a:ahLst/>
              <a:cxnLst/>
              <a:rect l="l" t="t" r="r" b="b"/>
              <a:pathLst>
                <a:path w="265043" h="238539">
                  <a:moveTo>
                    <a:pt x="0" y="0"/>
                  </a:moveTo>
                  <a:lnTo>
                    <a:pt x="265043" y="0"/>
                  </a:lnTo>
                  <a:lnTo>
                    <a:pt x="265043" y="238539"/>
                  </a:lnTo>
                  <a:lnTo>
                    <a:pt x="0" y="23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4535455" y="9735621"/>
              <a:ext cx="433657" cy="433657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" name="Freeform 51"/>
            <p:cNvSpPr/>
            <p:nvPr/>
          </p:nvSpPr>
          <p:spPr>
            <a:xfrm>
              <a:off x="2567835" y="9889618"/>
              <a:ext cx="413408" cy="336928"/>
            </a:xfrm>
            <a:custGeom>
              <a:avLst/>
              <a:gdLst/>
              <a:ahLst/>
              <a:cxnLst/>
              <a:rect l="l" t="t" r="r" b="b"/>
              <a:pathLst>
                <a:path w="413408" h="336928">
                  <a:moveTo>
                    <a:pt x="0" y="0"/>
                  </a:moveTo>
                  <a:lnTo>
                    <a:pt x="413408" y="0"/>
                  </a:lnTo>
                  <a:lnTo>
                    <a:pt x="413408" y="336927"/>
                  </a:lnTo>
                  <a:lnTo>
                    <a:pt x="0" y="336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5305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80643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76722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65730" y="10265151"/>
              <a:ext cx="773108" cy="186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0"/>
                </a:lnSpc>
                <a:spcBef>
                  <a:spcPct val="0"/>
                </a:spcBef>
              </a:pPr>
              <a:r>
                <a:rPr lang="en-US" sz="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294373" y="2726255"/>
              <a:ext cx="1588850" cy="613535"/>
              <a:chOff x="0" y="0"/>
              <a:chExt cx="313847" cy="12119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24801" y="2718723"/>
              <a:ext cx="1023926" cy="628600"/>
              <a:chOff x="0" y="0"/>
              <a:chExt cx="1559557" cy="95743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0"/>
                <a:ext cx="1559557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Today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2034182" y="2718723"/>
              <a:ext cx="1588850" cy="613535"/>
              <a:chOff x="0" y="0"/>
              <a:chExt cx="313847" cy="121192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2365823" y="2718723"/>
              <a:ext cx="930342" cy="628600"/>
              <a:chOff x="0" y="0"/>
              <a:chExt cx="1417019" cy="957431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1417019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7019" h="957431">
                    <a:moveTo>
                      <a:pt x="0" y="0"/>
                    </a:moveTo>
                    <a:lnTo>
                      <a:pt x="1417019" y="0"/>
                    </a:lnTo>
                    <a:lnTo>
                      <a:pt x="1417019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512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0"/>
                <a:ext cx="1417019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Board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3773990" y="2711190"/>
              <a:ext cx="1588850" cy="613535"/>
              <a:chOff x="0" y="0"/>
              <a:chExt cx="313847" cy="121192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313847" cy="121192"/>
              </a:xfrm>
              <a:custGeom>
                <a:avLst/>
                <a:gdLst/>
                <a:ahLst/>
                <a:cxnLst/>
                <a:rect l="l" t="t" r="r" b="b"/>
                <a:pathLst>
                  <a:path w="313847" h="121192">
                    <a:moveTo>
                      <a:pt x="60596" y="0"/>
                    </a:moveTo>
                    <a:lnTo>
                      <a:pt x="253251" y="0"/>
                    </a:lnTo>
                    <a:cubicBezTo>
                      <a:pt x="286717" y="0"/>
                      <a:pt x="313847" y="27130"/>
                      <a:pt x="313847" y="60596"/>
                    </a:cubicBezTo>
                    <a:lnTo>
                      <a:pt x="313847" y="60596"/>
                    </a:lnTo>
                    <a:cubicBezTo>
                      <a:pt x="313847" y="76667"/>
                      <a:pt x="307463" y="92080"/>
                      <a:pt x="296099" y="103444"/>
                    </a:cubicBezTo>
                    <a:cubicBezTo>
                      <a:pt x="284735" y="114808"/>
                      <a:pt x="269322" y="121192"/>
                      <a:pt x="253251" y="121192"/>
                    </a:cubicBezTo>
                    <a:lnTo>
                      <a:pt x="60596" y="121192"/>
                    </a:lnTo>
                    <a:cubicBezTo>
                      <a:pt x="44525" y="121192"/>
                      <a:pt x="29112" y="114808"/>
                      <a:pt x="17748" y="103444"/>
                    </a:cubicBezTo>
                    <a:cubicBezTo>
                      <a:pt x="6384" y="92080"/>
                      <a:pt x="0" y="76667"/>
                      <a:pt x="0" y="60596"/>
                    </a:cubicBezTo>
                    <a:lnTo>
                      <a:pt x="0" y="60596"/>
                    </a:lnTo>
                    <a:cubicBezTo>
                      <a:pt x="0" y="44525"/>
                      <a:pt x="6384" y="29112"/>
                      <a:pt x="17748" y="17748"/>
                    </a:cubicBezTo>
                    <a:cubicBezTo>
                      <a:pt x="29112" y="6384"/>
                      <a:pt x="44525" y="0"/>
                      <a:pt x="60596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0" y="-47625"/>
                <a:ext cx="313847" cy="1688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4105632" y="2726255"/>
              <a:ext cx="928093" cy="628600"/>
              <a:chOff x="0" y="0"/>
              <a:chExt cx="1413593" cy="95743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413593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413593" h="957431">
                    <a:moveTo>
                      <a:pt x="0" y="0"/>
                    </a:moveTo>
                    <a:lnTo>
                      <a:pt x="1413593" y="0"/>
                    </a:lnTo>
                    <a:lnTo>
                      <a:pt x="1413593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25841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0" y="0"/>
                <a:ext cx="1413593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Passport</a:t>
                </a:r>
              </a:p>
            </p:txBody>
          </p:sp>
        </p:grpSp>
        <p:sp>
          <p:nvSpPr>
            <p:cNvPr id="74" name="Freeform 74"/>
            <p:cNvSpPr/>
            <p:nvPr/>
          </p:nvSpPr>
          <p:spPr>
            <a:xfrm>
              <a:off x="3508459" y="9745860"/>
              <a:ext cx="492360" cy="492360"/>
            </a:xfrm>
            <a:custGeom>
              <a:avLst/>
              <a:gdLst/>
              <a:ahLst/>
              <a:cxnLst/>
              <a:rect l="l" t="t" r="r" b="b"/>
              <a:pathLst>
                <a:path w="492360" h="492360">
                  <a:moveTo>
                    <a:pt x="0" y="0"/>
                  </a:moveTo>
                  <a:lnTo>
                    <a:pt x="492360" y="0"/>
                  </a:lnTo>
                  <a:lnTo>
                    <a:pt x="492360" y="492360"/>
                  </a:lnTo>
                  <a:lnTo>
                    <a:pt x="0" y="492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5"/>
            <p:cNvSpPr/>
            <p:nvPr/>
          </p:nvSpPr>
          <p:spPr>
            <a:xfrm>
              <a:off x="3597130" y="9833739"/>
              <a:ext cx="315018" cy="316601"/>
            </a:xfrm>
            <a:custGeom>
              <a:avLst/>
              <a:gdLst/>
              <a:ahLst/>
              <a:cxnLst/>
              <a:rect l="l" t="t" r="r" b="b"/>
              <a:pathLst>
                <a:path w="315018" h="316601">
                  <a:moveTo>
                    <a:pt x="0" y="0"/>
                  </a:moveTo>
                  <a:lnTo>
                    <a:pt x="315018" y="0"/>
                  </a:lnTo>
                  <a:lnTo>
                    <a:pt x="315018" y="316601"/>
                  </a:lnTo>
                  <a:lnTo>
                    <a:pt x="0" y="316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489389" y="3702221"/>
              <a:ext cx="470051" cy="326685"/>
            </a:xfrm>
            <a:custGeom>
              <a:avLst/>
              <a:gdLst/>
              <a:ahLst/>
              <a:cxnLst/>
              <a:rect l="l" t="t" r="r" b="b"/>
              <a:pathLst>
                <a:path w="470051" h="326685">
                  <a:moveTo>
                    <a:pt x="0" y="0"/>
                  </a:moveTo>
                  <a:lnTo>
                    <a:pt x="470051" y="0"/>
                  </a:lnTo>
                  <a:lnTo>
                    <a:pt x="470051" y="326685"/>
                  </a:lnTo>
                  <a:lnTo>
                    <a:pt x="0" y="326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7"/>
            <p:cNvSpPr/>
            <p:nvPr/>
          </p:nvSpPr>
          <p:spPr>
            <a:xfrm>
              <a:off x="4583494" y="3789517"/>
              <a:ext cx="380233" cy="76047"/>
            </a:xfrm>
            <a:custGeom>
              <a:avLst/>
              <a:gdLst/>
              <a:ahLst/>
              <a:cxnLst/>
              <a:rect l="l" t="t" r="r" b="b"/>
              <a:pathLst>
                <a:path w="380233" h="76047">
                  <a:moveTo>
                    <a:pt x="0" y="0"/>
                  </a:moveTo>
                  <a:lnTo>
                    <a:pt x="380233" y="0"/>
                  </a:lnTo>
                  <a:lnTo>
                    <a:pt x="380233" y="76046"/>
                  </a:lnTo>
                  <a:lnTo>
                    <a:pt x="0" y="76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8"/>
            <p:cNvSpPr/>
            <p:nvPr/>
          </p:nvSpPr>
          <p:spPr>
            <a:xfrm>
              <a:off x="2241906" y="8393436"/>
              <a:ext cx="184062" cy="194774"/>
            </a:xfrm>
            <a:custGeom>
              <a:avLst/>
              <a:gdLst/>
              <a:ahLst/>
              <a:cxnLst/>
              <a:rect l="l" t="t" r="r" b="b"/>
              <a:pathLst>
                <a:path w="184062" h="194774">
                  <a:moveTo>
                    <a:pt x="0" y="0"/>
                  </a:moveTo>
                  <a:lnTo>
                    <a:pt x="184062" y="0"/>
                  </a:lnTo>
                  <a:lnTo>
                    <a:pt x="184062" y="194775"/>
                  </a:lnTo>
                  <a:lnTo>
                    <a:pt x="0" y="194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2425195" y="8340515"/>
              <a:ext cx="312168" cy="312168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96038" t="-77557" r="-95130" b="-40819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2581279" y="8345948"/>
              <a:ext cx="292671" cy="306735"/>
              <a:chOff x="0" y="0"/>
              <a:chExt cx="775533" cy="8128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77553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75533" h="812800">
                    <a:moveTo>
                      <a:pt x="387766" y="0"/>
                    </a:moveTo>
                    <a:cubicBezTo>
                      <a:pt x="173609" y="0"/>
                      <a:pt x="0" y="181951"/>
                      <a:pt x="0" y="406400"/>
                    </a:cubicBezTo>
                    <a:cubicBezTo>
                      <a:pt x="0" y="630849"/>
                      <a:pt x="173609" y="812800"/>
                      <a:pt x="387766" y="812800"/>
                    </a:cubicBezTo>
                    <a:cubicBezTo>
                      <a:pt x="601924" y="812800"/>
                      <a:pt x="775533" y="630849"/>
                      <a:pt x="775533" y="406400"/>
                    </a:cubicBezTo>
                    <a:cubicBezTo>
                      <a:pt x="775533" y="181951"/>
                      <a:pt x="601924" y="0"/>
                      <a:pt x="387766" y="0"/>
                    </a:cubicBezTo>
                    <a:close/>
                  </a:path>
                </a:pathLst>
              </a:custGeom>
              <a:blipFill>
                <a:blip r:embed="rId17"/>
                <a:stretch>
                  <a:fillRect t="-34438" b="-34438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2727615" y="8345948"/>
              <a:ext cx="312168" cy="312168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 t="-16666" b="-1666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2123861" y="8865954"/>
              <a:ext cx="1328714" cy="172231"/>
              <a:chOff x="0" y="0"/>
              <a:chExt cx="7987703" cy="1035384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7987703" cy="1035384"/>
              </a:xfrm>
              <a:custGeom>
                <a:avLst/>
                <a:gdLst/>
                <a:ahLst/>
                <a:cxnLst/>
                <a:rect l="l" t="t" r="r" b="b"/>
                <a:pathLst>
                  <a:path w="7987703" h="1035384">
                    <a:moveTo>
                      <a:pt x="0" y="0"/>
                    </a:moveTo>
                    <a:lnTo>
                      <a:pt x="7987703" y="0"/>
                    </a:lnTo>
                    <a:lnTo>
                      <a:pt x="7987703" y="1035384"/>
                    </a:lnTo>
                    <a:lnTo>
                      <a:pt x="0" y="103538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44421" r="-83161" b="-20624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0" y="0"/>
                <a:ext cx="7987703" cy="10353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"/>
                  </a:lnSpc>
                </a:pPr>
                <a:r>
                  <a:rPr lang="en-US" sz="400" b="1" spc="1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Board Locks 10/31/2026</a:t>
                </a: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1944523" y="7943557"/>
              <a:ext cx="1687390" cy="396958"/>
              <a:chOff x="0" y="0"/>
              <a:chExt cx="5683685" cy="1337085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5683685" cy="1337086"/>
              </a:xfrm>
              <a:custGeom>
                <a:avLst/>
                <a:gdLst/>
                <a:ahLst/>
                <a:cxnLst/>
                <a:rect l="l" t="t" r="r" b="b"/>
                <a:pathLst>
                  <a:path w="5683685" h="1337086">
                    <a:moveTo>
                      <a:pt x="0" y="0"/>
                    </a:moveTo>
                    <a:lnTo>
                      <a:pt x="5683685" y="0"/>
                    </a:lnTo>
                    <a:lnTo>
                      <a:pt x="5683685" y="1337086"/>
                    </a:lnTo>
                    <a:lnTo>
                      <a:pt x="0" y="133708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89269" r="-157410" b="-13714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0" y="-19050"/>
                <a:ext cx="5683685" cy="13561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720"/>
                  </a:lnSpc>
                </a:pPr>
                <a:r>
                  <a:rPr lang="en-US" sz="600" b="1" spc="15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6 Friends stamped Today</a:t>
                </a:r>
              </a:p>
            </p:txBody>
          </p:sp>
        </p:grpSp>
        <p:sp>
          <p:nvSpPr>
            <p:cNvPr id="91" name="Freeform 91"/>
            <p:cNvSpPr/>
            <p:nvPr/>
          </p:nvSpPr>
          <p:spPr>
            <a:xfrm>
              <a:off x="3131730" y="8435278"/>
              <a:ext cx="202799" cy="166296"/>
            </a:xfrm>
            <a:custGeom>
              <a:avLst/>
              <a:gdLst/>
              <a:ahLst/>
              <a:cxnLst/>
              <a:rect l="l" t="t" r="r" b="b"/>
              <a:pathLst>
                <a:path w="202799" h="166296">
                  <a:moveTo>
                    <a:pt x="0" y="0"/>
                  </a:moveTo>
                  <a:lnTo>
                    <a:pt x="202799" y="0"/>
                  </a:lnTo>
                  <a:lnTo>
                    <a:pt x="202799" y="166295"/>
                  </a:lnTo>
                  <a:lnTo>
                    <a:pt x="0" y="166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92" name="Group 92"/>
            <p:cNvGrpSpPr/>
            <p:nvPr/>
          </p:nvGrpSpPr>
          <p:grpSpPr>
            <a:xfrm>
              <a:off x="142536" y="4230272"/>
              <a:ext cx="5280560" cy="3334630"/>
              <a:chOff x="0" y="0"/>
              <a:chExt cx="973534" cy="614779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973534" cy="614779"/>
              </a:xfrm>
              <a:custGeom>
                <a:avLst/>
                <a:gdLst/>
                <a:ahLst/>
                <a:cxnLst/>
                <a:rect l="l" t="t" r="r" b="b"/>
                <a:pathLst>
                  <a:path w="973534" h="614779">
                    <a:moveTo>
                      <a:pt x="39096" y="0"/>
                    </a:moveTo>
                    <a:lnTo>
                      <a:pt x="934438" y="0"/>
                    </a:lnTo>
                    <a:cubicBezTo>
                      <a:pt x="944807" y="0"/>
                      <a:pt x="954751" y="4119"/>
                      <a:pt x="962083" y="11451"/>
                    </a:cubicBezTo>
                    <a:cubicBezTo>
                      <a:pt x="969415" y="18783"/>
                      <a:pt x="973534" y="28727"/>
                      <a:pt x="973534" y="39096"/>
                    </a:cubicBezTo>
                    <a:lnTo>
                      <a:pt x="973534" y="575683"/>
                    </a:lnTo>
                    <a:cubicBezTo>
                      <a:pt x="973534" y="586052"/>
                      <a:pt x="969415" y="595996"/>
                      <a:pt x="962083" y="603328"/>
                    </a:cubicBezTo>
                    <a:cubicBezTo>
                      <a:pt x="954751" y="610660"/>
                      <a:pt x="944807" y="614779"/>
                      <a:pt x="934438" y="614779"/>
                    </a:cubicBezTo>
                    <a:lnTo>
                      <a:pt x="39096" y="614779"/>
                    </a:lnTo>
                    <a:cubicBezTo>
                      <a:pt x="17504" y="614779"/>
                      <a:pt x="0" y="597275"/>
                      <a:pt x="0" y="575683"/>
                    </a:cubicBezTo>
                    <a:lnTo>
                      <a:pt x="0" y="39096"/>
                    </a:lnTo>
                    <a:cubicBezTo>
                      <a:pt x="0" y="28727"/>
                      <a:pt x="4119" y="18783"/>
                      <a:pt x="11451" y="11451"/>
                    </a:cubicBezTo>
                    <a:cubicBezTo>
                      <a:pt x="18783" y="4119"/>
                      <a:pt x="28727" y="0"/>
                      <a:pt x="390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0" y="-47625"/>
                <a:ext cx="973534" cy="662404"/>
              </a:xfrm>
              <a:prstGeom prst="rect">
                <a:avLst/>
              </a:prstGeom>
            </p:spPr>
            <p:txBody>
              <a:bodyPr lIns="54429" tIns="54429" rIns="54429" bIns="54429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142536" y="4803584"/>
              <a:ext cx="5291363" cy="2598729"/>
              <a:chOff x="0" y="0"/>
              <a:chExt cx="1941196" cy="95337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1941196" cy="953373"/>
              </a:xfrm>
              <a:custGeom>
                <a:avLst/>
                <a:gdLst/>
                <a:ahLst/>
                <a:cxnLst/>
                <a:rect l="l" t="t" r="r" b="b"/>
                <a:pathLst>
                  <a:path w="1941196" h="953373">
                    <a:moveTo>
                      <a:pt x="99492" y="0"/>
                    </a:moveTo>
                    <a:lnTo>
                      <a:pt x="1841704" y="0"/>
                    </a:lnTo>
                    <a:cubicBezTo>
                      <a:pt x="1868091" y="0"/>
                      <a:pt x="1893397" y="10482"/>
                      <a:pt x="1912055" y="29141"/>
                    </a:cubicBezTo>
                    <a:cubicBezTo>
                      <a:pt x="1930714" y="47799"/>
                      <a:pt x="1941196" y="73105"/>
                      <a:pt x="1941196" y="99492"/>
                    </a:cubicBezTo>
                    <a:lnTo>
                      <a:pt x="1941196" y="853881"/>
                    </a:lnTo>
                    <a:cubicBezTo>
                      <a:pt x="1941196" y="908829"/>
                      <a:pt x="1896652" y="953373"/>
                      <a:pt x="1841704" y="953373"/>
                    </a:cubicBezTo>
                    <a:lnTo>
                      <a:pt x="99492" y="953373"/>
                    </a:lnTo>
                    <a:cubicBezTo>
                      <a:pt x="73105" y="953373"/>
                      <a:pt x="47799" y="942891"/>
                      <a:pt x="29141" y="924232"/>
                    </a:cubicBezTo>
                    <a:cubicBezTo>
                      <a:pt x="10482" y="905574"/>
                      <a:pt x="0" y="880268"/>
                      <a:pt x="0" y="853881"/>
                    </a:cubicBezTo>
                    <a:lnTo>
                      <a:pt x="0" y="99492"/>
                    </a:lnTo>
                    <a:cubicBezTo>
                      <a:pt x="0" y="44544"/>
                      <a:pt x="44544" y="0"/>
                      <a:pt x="99492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0" y="-47625"/>
                <a:ext cx="1941196" cy="1000998"/>
              </a:xfrm>
              <a:prstGeom prst="rect">
                <a:avLst/>
              </a:prstGeom>
            </p:spPr>
            <p:txBody>
              <a:bodyPr lIns="27352" tIns="27352" rIns="27352" bIns="27352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1468735" y="4974694"/>
              <a:ext cx="846492" cy="1059300"/>
              <a:chOff x="0" y="0"/>
              <a:chExt cx="10591800" cy="13254572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10591800" cy="13254572"/>
              </a:xfrm>
              <a:custGeom>
                <a:avLst/>
                <a:gdLst/>
                <a:ahLst/>
                <a:cxnLst/>
                <a:rect l="l" t="t" r="r" b="b"/>
                <a:pathLst>
                  <a:path w="10591800" h="13254572">
                    <a:moveTo>
                      <a:pt x="10591800" y="222020"/>
                    </a:moveTo>
                    <a:lnTo>
                      <a:pt x="10591800" y="13032552"/>
                    </a:lnTo>
                    <a:cubicBezTo>
                      <a:pt x="10591800" y="13155219"/>
                      <a:pt x="10478135" y="13254572"/>
                      <a:pt x="10337800" y="13254572"/>
                    </a:cubicBezTo>
                    <a:lnTo>
                      <a:pt x="254000" y="13254572"/>
                    </a:lnTo>
                    <a:cubicBezTo>
                      <a:pt x="113665" y="13254572"/>
                      <a:pt x="0" y="13155219"/>
                      <a:pt x="0" y="13032552"/>
                    </a:cubicBezTo>
                    <a:lnTo>
                      <a:pt x="0" y="222020"/>
                    </a:lnTo>
                    <a:cubicBezTo>
                      <a:pt x="0" y="99354"/>
                      <a:pt x="113665" y="0"/>
                      <a:pt x="254000" y="0"/>
                    </a:cubicBezTo>
                    <a:lnTo>
                      <a:pt x="10337800" y="0"/>
                    </a:lnTo>
                    <a:cubicBezTo>
                      <a:pt x="10478135" y="0"/>
                      <a:pt x="10591800" y="99354"/>
                      <a:pt x="10591800" y="222020"/>
                    </a:cubicBezTo>
                    <a:close/>
                  </a:path>
                </a:pathLst>
              </a:custGeom>
              <a:blipFill>
                <a:blip r:embed="rId20"/>
                <a:stretch>
                  <a:fillRect l="-60743" r="-60743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514398" y="5011178"/>
              <a:ext cx="227795" cy="227795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96038" t="-77557" r="-95130" b="-40819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" name="Freeform 102"/>
            <p:cNvSpPr/>
            <p:nvPr/>
          </p:nvSpPr>
          <p:spPr>
            <a:xfrm>
              <a:off x="1891981" y="5021122"/>
              <a:ext cx="386772" cy="386772"/>
            </a:xfrm>
            <a:custGeom>
              <a:avLst/>
              <a:gdLst/>
              <a:ahLst/>
              <a:cxnLst/>
              <a:rect l="l" t="t" r="r" b="b"/>
              <a:pathLst>
                <a:path w="386772" h="386772">
                  <a:moveTo>
                    <a:pt x="0" y="0"/>
                  </a:moveTo>
                  <a:lnTo>
                    <a:pt x="386772" y="0"/>
                  </a:lnTo>
                  <a:lnTo>
                    <a:pt x="386772" y="386772"/>
                  </a:lnTo>
                  <a:lnTo>
                    <a:pt x="0" y="386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3"/>
            <p:cNvSpPr/>
            <p:nvPr/>
          </p:nvSpPr>
          <p:spPr>
            <a:xfrm>
              <a:off x="1969826" y="5100454"/>
              <a:ext cx="241053" cy="128963"/>
            </a:xfrm>
            <a:custGeom>
              <a:avLst/>
              <a:gdLst/>
              <a:ahLst/>
              <a:cxnLst/>
              <a:rect l="l" t="t" r="r" b="b"/>
              <a:pathLst>
                <a:path w="241053" h="128963">
                  <a:moveTo>
                    <a:pt x="0" y="0"/>
                  </a:moveTo>
                  <a:lnTo>
                    <a:pt x="241052" y="0"/>
                  </a:lnTo>
                  <a:lnTo>
                    <a:pt x="241052" y="128963"/>
                  </a:lnTo>
                  <a:lnTo>
                    <a:pt x="0" y="128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020812" y="5032499"/>
              <a:ext cx="139079" cy="83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9"/>
                </a:lnSpc>
                <a:spcBef>
                  <a:spcPct val="0"/>
                </a:spcBef>
              </a:pPr>
              <a:r>
                <a:rPr lang="en-US" sz="307" b="1" spc="4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HIKE</a:t>
              </a:r>
            </a:p>
          </p:txBody>
        </p:sp>
        <p:sp>
          <p:nvSpPr>
            <p:cNvPr id="105" name="Freeform 105"/>
            <p:cNvSpPr/>
            <p:nvPr/>
          </p:nvSpPr>
          <p:spPr>
            <a:xfrm rot="-3394830" flipV="1">
              <a:off x="1915772" y="5180677"/>
              <a:ext cx="59624" cy="18742"/>
            </a:xfrm>
            <a:custGeom>
              <a:avLst/>
              <a:gdLst/>
              <a:ahLst/>
              <a:cxnLst/>
              <a:rect l="l" t="t" r="r" b="b"/>
              <a:pathLst>
                <a:path w="59624" h="18742">
                  <a:moveTo>
                    <a:pt x="0" y="18742"/>
                  </a:moveTo>
                  <a:lnTo>
                    <a:pt x="59625" y="18742"/>
                  </a:lnTo>
                  <a:lnTo>
                    <a:pt x="59625" y="0"/>
                  </a:lnTo>
                  <a:lnTo>
                    <a:pt x="0" y="0"/>
                  </a:lnTo>
                  <a:lnTo>
                    <a:pt x="0" y="1874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6"/>
            <p:cNvSpPr/>
            <p:nvPr/>
          </p:nvSpPr>
          <p:spPr>
            <a:xfrm rot="-6716943">
              <a:off x="2205629" y="5181440"/>
              <a:ext cx="54772" cy="17216"/>
            </a:xfrm>
            <a:custGeom>
              <a:avLst/>
              <a:gdLst/>
              <a:ahLst/>
              <a:cxnLst/>
              <a:rect l="l" t="t" r="r" b="b"/>
              <a:pathLst>
                <a:path w="54772" h="17216">
                  <a:moveTo>
                    <a:pt x="0" y="0"/>
                  </a:moveTo>
                  <a:lnTo>
                    <a:pt x="54772" y="0"/>
                  </a:lnTo>
                  <a:lnTo>
                    <a:pt x="54772" y="17216"/>
                  </a:lnTo>
                  <a:lnTo>
                    <a:pt x="0" y="17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07"/>
            <p:cNvSpPr/>
            <p:nvPr/>
          </p:nvSpPr>
          <p:spPr>
            <a:xfrm rot="2699999">
              <a:off x="1961720" y="5138734"/>
              <a:ext cx="250217" cy="250217"/>
            </a:xfrm>
            <a:custGeom>
              <a:avLst/>
              <a:gdLst/>
              <a:ahLst/>
              <a:cxnLst/>
              <a:rect l="l" t="t" r="r" b="b"/>
              <a:pathLst>
                <a:path w="250217" h="250217">
                  <a:moveTo>
                    <a:pt x="0" y="0"/>
                  </a:moveTo>
                  <a:lnTo>
                    <a:pt x="250217" y="0"/>
                  </a:lnTo>
                  <a:lnTo>
                    <a:pt x="250217" y="250217"/>
                  </a:lnTo>
                  <a:lnTo>
                    <a:pt x="0" y="25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2030423" y="5339976"/>
              <a:ext cx="109889" cy="28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"/>
                </a:lnSpc>
                <a:spcBef>
                  <a:spcPct val="0"/>
                </a:spcBef>
              </a:pPr>
              <a:r>
                <a:rPr lang="en-US" sz="100" b="1" spc="1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09" name="Freeform 109"/>
            <p:cNvSpPr/>
            <p:nvPr/>
          </p:nvSpPr>
          <p:spPr>
            <a:xfrm rot="2699999">
              <a:off x="1991513" y="5230240"/>
              <a:ext cx="187708" cy="187708"/>
            </a:xfrm>
            <a:custGeom>
              <a:avLst/>
              <a:gdLst/>
              <a:ahLst/>
              <a:cxnLst/>
              <a:rect l="l" t="t" r="r" b="b"/>
              <a:pathLst>
                <a:path w="187708" h="187708">
                  <a:moveTo>
                    <a:pt x="0" y="0"/>
                  </a:moveTo>
                  <a:lnTo>
                    <a:pt x="187708" y="0"/>
                  </a:lnTo>
                  <a:lnTo>
                    <a:pt x="187708" y="187709"/>
                  </a:lnTo>
                  <a:lnTo>
                    <a:pt x="0" y="18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997388" y="5284022"/>
              <a:ext cx="178880" cy="310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6"/>
                </a:lnSpc>
                <a:spcBef>
                  <a:spcPct val="0"/>
                </a:spcBef>
              </a:pPr>
              <a:r>
                <a:rPr lang="en-US" sz="15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917548" y="5219783"/>
              <a:ext cx="84849" cy="28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2166387" y="5219783"/>
              <a:ext cx="84849" cy="28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13" name="Freeform 113"/>
            <p:cNvSpPr/>
            <p:nvPr/>
          </p:nvSpPr>
          <p:spPr>
            <a:xfrm>
              <a:off x="2024547" y="5150452"/>
              <a:ext cx="121640" cy="74809"/>
            </a:xfrm>
            <a:custGeom>
              <a:avLst/>
              <a:gdLst/>
              <a:ahLst/>
              <a:cxnLst/>
              <a:rect l="l" t="t" r="r" b="b"/>
              <a:pathLst>
                <a:path w="121640" h="74809">
                  <a:moveTo>
                    <a:pt x="0" y="0"/>
                  </a:moveTo>
                  <a:lnTo>
                    <a:pt x="121640" y="0"/>
                  </a:lnTo>
                  <a:lnTo>
                    <a:pt x="121640" y="74809"/>
                  </a:lnTo>
                  <a:lnTo>
                    <a:pt x="0" y="74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4" name="Group 114"/>
            <p:cNvGrpSpPr/>
            <p:nvPr/>
          </p:nvGrpSpPr>
          <p:grpSpPr>
            <a:xfrm>
              <a:off x="2381701" y="4974944"/>
              <a:ext cx="846492" cy="1059300"/>
              <a:chOff x="0" y="0"/>
              <a:chExt cx="10591800" cy="13254572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10591800" cy="13254572"/>
              </a:xfrm>
              <a:custGeom>
                <a:avLst/>
                <a:gdLst/>
                <a:ahLst/>
                <a:cxnLst/>
                <a:rect l="l" t="t" r="r" b="b"/>
                <a:pathLst>
                  <a:path w="10591800" h="13254572">
                    <a:moveTo>
                      <a:pt x="10591800" y="222020"/>
                    </a:moveTo>
                    <a:lnTo>
                      <a:pt x="10591800" y="13032552"/>
                    </a:lnTo>
                    <a:cubicBezTo>
                      <a:pt x="10591800" y="13155219"/>
                      <a:pt x="10478135" y="13254572"/>
                      <a:pt x="10337800" y="13254572"/>
                    </a:cubicBezTo>
                    <a:lnTo>
                      <a:pt x="254000" y="13254572"/>
                    </a:lnTo>
                    <a:cubicBezTo>
                      <a:pt x="113665" y="13254572"/>
                      <a:pt x="0" y="13155219"/>
                      <a:pt x="0" y="13032552"/>
                    </a:cubicBezTo>
                    <a:lnTo>
                      <a:pt x="0" y="222020"/>
                    </a:lnTo>
                    <a:cubicBezTo>
                      <a:pt x="0" y="99354"/>
                      <a:pt x="113665" y="0"/>
                      <a:pt x="254000" y="0"/>
                    </a:cubicBezTo>
                    <a:lnTo>
                      <a:pt x="10337800" y="0"/>
                    </a:lnTo>
                    <a:cubicBezTo>
                      <a:pt x="10478135" y="0"/>
                      <a:pt x="10591800" y="99354"/>
                      <a:pt x="10591800" y="222020"/>
                    </a:cubicBezTo>
                    <a:close/>
                  </a:path>
                </a:pathLst>
              </a:custGeom>
              <a:blipFill>
                <a:blip r:embed="rId26"/>
                <a:stretch>
                  <a:fillRect l="-44090" r="-4409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2413643" y="5011428"/>
              <a:ext cx="227795" cy="227795"/>
              <a:chOff x="0" y="0"/>
              <a:chExt cx="812800" cy="812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7"/>
                <a:stretch>
                  <a:fillRect t="-12500" b="-12500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8" name="Freeform 118"/>
            <p:cNvSpPr/>
            <p:nvPr/>
          </p:nvSpPr>
          <p:spPr>
            <a:xfrm>
              <a:off x="2804947" y="5021691"/>
              <a:ext cx="386204" cy="386204"/>
            </a:xfrm>
            <a:custGeom>
              <a:avLst/>
              <a:gdLst/>
              <a:ahLst/>
              <a:cxnLst/>
              <a:rect l="l" t="t" r="r" b="b"/>
              <a:pathLst>
                <a:path w="386204" h="386204">
                  <a:moveTo>
                    <a:pt x="0" y="0"/>
                  </a:moveTo>
                  <a:lnTo>
                    <a:pt x="386204" y="0"/>
                  </a:lnTo>
                  <a:lnTo>
                    <a:pt x="386204" y="386204"/>
                  </a:lnTo>
                  <a:lnTo>
                    <a:pt x="0" y="386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19"/>
            <p:cNvSpPr/>
            <p:nvPr/>
          </p:nvSpPr>
          <p:spPr>
            <a:xfrm>
              <a:off x="2882677" y="5100907"/>
              <a:ext cx="240699" cy="128774"/>
            </a:xfrm>
            <a:custGeom>
              <a:avLst/>
              <a:gdLst/>
              <a:ahLst/>
              <a:cxnLst/>
              <a:rect l="l" t="t" r="r" b="b"/>
              <a:pathLst>
                <a:path w="240699" h="128774">
                  <a:moveTo>
                    <a:pt x="0" y="0"/>
                  </a:moveTo>
                  <a:lnTo>
                    <a:pt x="240699" y="0"/>
                  </a:lnTo>
                  <a:lnTo>
                    <a:pt x="240699" y="128773"/>
                  </a:lnTo>
                  <a:lnTo>
                    <a:pt x="0" y="128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20"/>
            <p:cNvSpPr/>
            <p:nvPr/>
          </p:nvSpPr>
          <p:spPr>
            <a:xfrm>
              <a:off x="2952366" y="5133493"/>
              <a:ext cx="107070" cy="116381"/>
            </a:xfrm>
            <a:custGeom>
              <a:avLst/>
              <a:gdLst/>
              <a:ahLst/>
              <a:cxnLst/>
              <a:rect l="l" t="t" r="r" b="b"/>
              <a:pathLst>
                <a:path w="107070" h="116381">
                  <a:moveTo>
                    <a:pt x="0" y="0"/>
                  </a:moveTo>
                  <a:lnTo>
                    <a:pt x="107070" y="0"/>
                  </a:lnTo>
                  <a:lnTo>
                    <a:pt x="107070" y="116381"/>
                  </a:lnTo>
                  <a:lnTo>
                    <a:pt x="0" y="116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2868261" y="5033037"/>
              <a:ext cx="269532" cy="118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8"/>
                </a:lnSpc>
                <a:spcBef>
                  <a:spcPct val="0"/>
                </a:spcBef>
              </a:pPr>
              <a:r>
                <a:rPr lang="en-US" sz="307" b="1" spc="4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HAUNTED</a:t>
              </a:r>
            </a:p>
          </p:txBody>
        </p:sp>
        <p:sp>
          <p:nvSpPr>
            <p:cNvPr id="122" name="Freeform 122"/>
            <p:cNvSpPr/>
            <p:nvPr/>
          </p:nvSpPr>
          <p:spPr>
            <a:xfrm rot="-3394830" flipV="1">
              <a:off x="2829362" y="5161916"/>
              <a:ext cx="77798" cy="24454"/>
            </a:xfrm>
            <a:custGeom>
              <a:avLst/>
              <a:gdLst/>
              <a:ahLst/>
              <a:cxnLst/>
              <a:rect l="l" t="t" r="r" b="b"/>
              <a:pathLst>
                <a:path w="77798" h="24454">
                  <a:moveTo>
                    <a:pt x="0" y="24454"/>
                  </a:moveTo>
                  <a:lnTo>
                    <a:pt x="77798" y="24454"/>
                  </a:lnTo>
                  <a:lnTo>
                    <a:pt x="77798" y="0"/>
                  </a:lnTo>
                  <a:lnTo>
                    <a:pt x="0" y="0"/>
                  </a:lnTo>
                  <a:lnTo>
                    <a:pt x="0" y="2445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23"/>
            <p:cNvSpPr/>
            <p:nvPr/>
          </p:nvSpPr>
          <p:spPr>
            <a:xfrm rot="-6716943">
              <a:off x="3098893" y="5161916"/>
              <a:ext cx="77798" cy="24454"/>
            </a:xfrm>
            <a:custGeom>
              <a:avLst/>
              <a:gdLst/>
              <a:ahLst/>
              <a:cxnLst/>
              <a:rect l="l" t="t" r="r" b="b"/>
              <a:pathLst>
                <a:path w="77798" h="24454">
                  <a:moveTo>
                    <a:pt x="0" y="0"/>
                  </a:moveTo>
                  <a:lnTo>
                    <a:pt x="77799" y="0"/>
                  </a:lnTo>
                  <a:lnTo>
                    <a:pt x="77799" y="24454"/>
                  </a:lnTo>
                  <a:lnTo>
                    <a:pt x="0" y="24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24"/>
            <p:cNvSpPr/>
            <p:nvPr/>
          </p:nvSpPr>
          <p:spPr>
            <a:xfrm rot="2699999">
              <a:off x="2874583" y="5143997"/>
              <a:ext cx="249850" cy="249850"/>
            </a:xfrm>
            <a:custGeom>
              <a:avLst/>
              <a:gdLst/>
              <a:ahLst/>
              <a:cxnLst/>
              <a:rect l="l" t="t" r="r" b="b"/>
              <a:pathLst>
                <a:path w="249850" h="249850">
                  <a:moveTo>
                    <a:pt x="0" y="0"/>
                  </a:moveTo>
                  <a:lnTo>
                    <a:pt x="249850" y="0"/>
                  </a:lnTo>
                  <a:lnTo>
                    <a:pt x="249850" y="249850"/>
                  </a:lnTo>
                  <a:lnTo>
                    <a:pt x="0" y="24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2943186" y="5340063"/>
              <a:ext cx="109727" cy="28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4"/>
                </a:lnSpc>
                <a:spcBef>
                  <a:spcPct val="0"/>
                </a:spcBef>
              </a:pPr>
              <a:r>
                <a:rPr lang="en-US" sz="100" b="1" spc="13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26" name="Freeform 126"/>
            <p:cNvSpPr/>
            <p:nvPr/>
          </p:nvSpPr>
          <p:spPr>
            <a:xfrm rot="2699999">
              <a:off x="2904333" y="5230502"/>
              <a:ext cx="187433" cy="187433"/>
            </a:xfrm>
            <a:custGeom>
              <a:avLst/>
              <a:gdLst/>
              <a:ahLst/>
              <a:cxnLst/>
              <a:rect l="l" t="t" r="r" b="b"/>
              <a:pathLst>
                <a:path w="187433" h="187433">
                  <a:moveTo>
                    <a:pt x="0" y="0"/>
                  </a:moveTo>
                  <a:lnTo>
                    <a:pt x="187433" y="0"/>
                  </a:lnTo>
                  <a:lnTo>
                    <a:pt x="187433" y="187433"/>
                  </a:lnTo>
                  <a:lnTo>
                    <a:pt x="0" y="18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910200" y="5284205"/>
              <a:ext cx="178617" cy="31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6"/>
                </a:lnSpc>
                <a:spcBef>
                  <a:spcPct val="0"/>
                </a:spcBef>
              </a:pPr>
              <a:r>
                <a:rPr lang="en-US" sz="15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2830476" y="5220046"/>
              <a:ext cx="84724" cy="28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3078950" y="5220046"/>
              <a:ext cx="84724" cy="28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grpSp>
          <p:nvGrpSpPr>
            <p:cNvPr id="130" name="Group 130"/>
            <p:cNvGrpSpPr/>
            <p:nvPr/>
          </p:nvGrpSpPr>
          <p:grpSpPr>
            <a:xfrm>
              <a:off x="3353135" y="4974944"/>
              <a:ext cx="846492" cy="1059300"/>
              <a:chOff x="0" y="0"/>
              <a:chExt cx="10591800" cy="13254572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10591800" cy="13254572"/>
              </a:xfrm>
              <a:custGeom>
                <a:avLst/>
                <a:gdLst/>
                <a:ahLst/>
                <a:cxnLst/>
                <a:rect l="l" t="t" r="r" b="b"/>
                <a:pathLst>
                  <a:path w="10591800" h="13254572">
                    <a:moveTo>
                      <a:pt x="10591800" y="222020"/>
                    </a:moveTo>
                    <a:lnTo>
                      <a:pt x="10591800" y="13032552"/>
                    </a:lnTo>
                    <a:cubicBezTo>
                      <a:pt x="10591800" y="13155219"/>
                      <a:pt x="10478135" y="13254572"/>
                      <a:pt x="10337800" y="13254572"/>
                    </a:cubicBezTo>
                    <a:lnTo>
                      <a:pt x="254000" y="13254572"/>
                    </a:lnTo>
                    <a:cubicBezTo>
                      <a:pt x="113665" y="13254572"/>
                      <a:pt x="0" y="13155219"/>
                      <a:pt x="0" y="13032552"/>
                    </a:cubicBezTo>
                    <a:lnTo>
                      <a:pt x="0" y="222020"/>
                    </a:lnTo>
                    <a:cubicBezTo>
                      <a:pt x="0" y="99354"/>
                      <a:pt x="113665" y="0"/>
                      <a:pt x="254000" y="0"/>
                    </a:cubicBezTo>
                    <a:lnTo>
                      <a:pt x="10337800" y="0"/>
                    </a:lnTo>
                    <a:cubicBezTo>
                      <a:pt x="10478135" y="0"/>
                      <a:pt x="10591800" y="99354"/>
                      <a:pt x="10591800" y="222020"/>
                    </a:cubicBezTo>
                    <a:close/>
                  </a:path>
                </a:pathLst>
              </a:custGeom>
              <a:blipFill>
                <a:blip r:embed="rId32"/>
                <a:stretch>
                  <a:fillRect l="-44090" r="-4409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3383938" y="5011428"/>
              <a:ext cx="227795" cy="227795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 t="-16666" b="-1666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4" name="Freeform 134"/>
            <p:cNvSpPr/>
            <p:nvPr/>
          </p:nvSpPr>
          <p:spPr>
            <a:xfrm>
              <a:off x="3776381" y="5034043"/>
              <a:ext cx="364274" cy="364274"/>
            </a:xfrm>
            <a:custGeom>
              <a:avLst/>
              <a:gdLst/>
              <a:ahLst/>
              <a:cxnLst/>
              <a:rect l="l" t="t" r="r" b="b"/>
              <a:pathLst>
                <a:path w="364274" h="364274">
                  <a:moveTo>
                    <a:pt x="0" y="0"/>
                  </a:moveTo>
                  <a:lnTo>
                    <a:pt x="364274" y="0"/>
                  </a:lnTo>
                  <a:lnTo>
                    <a:pt x="364274" y="364274"/>
                  </a:lnTo>
                  <a:lnTo>
                    <a:pt x="0" y="364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35"/>
            <p:cNvSpPr/>
            <p:nvPr/>
          </p:nvSpPr>
          <p:spPr>
            <a:xfrm>
              <a:off x="3849697" y="5108761"/>
              <a:ext cx="227031" cy="121462"/>
            </a:xfrm>
            <a:custGeom>
              <a:avLst/>
              <a:gdLst/>
              <a:ahLst/>
              <a:cxnLst/>
              <a:rect l="l" t="t" r="r" b="b"/>
              <a:pathLst>
                <a:path w="227031" h="121462">
                  <a:moveTo>
                    <a:pt x="0" y="0"/>
                  </a:moveTo>
                  <a:lnTo>
                    <a:pt x="227031" y="0"/>
                  </a:lnTo>
                  <a:lnTo>
                    <a:pt x="227031" y="121461"/>
                  </a:lnTo>
                  <a:lnTo>
                    <a:pt x="0" y="121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3820273" y="5044204"/>
              <a:ext cx="285880" cy="129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"/>
                </a:lnSpc>
                <a:spcBef>
                  <a:spcPct val="0"/>
                </a:spcBef>
              </a:pPr>
              <a:r>
                <a:rPr lang="en-US" sz="289" b="1" spc="3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137" name="Freeform 137"/>
            <p:cNvSpPr/>
            <p:nvPr/>
          </p:nvSpPr>
          <p:spPr>
            <a:xfrm rot="-3394830" flipV="1">
              <a:off x="3798788" y="5184317"/>
              <a:ext cx="56156" cy="17651"/>
            </a:xfrm>
            <a:custGeom>
              <a:avLst/>
              <a:gdLst/>
              <a:ahLst/>
              <a:cxnLst/>
              <a:rect l="l" t="t" r="r" b="b"/>
              <a:pathLst>
                <a:path w="56156" h="17651">
                  <a:moveTo>
                    <a:pt x="0" y="17652"/>
                  </a:moveTo>
                  <a:lnTo>
                    <a:pt x="56157" y="17652"/>
                  </a:lnTo>
                  <a:lnTo>
                    <a:pt x="56157" y="0"/>
                  </a:lnTo>
                  <a:lnTo>
                    <a:pt x="0" y="0"/>
                  </a:lnTo>
                  <a:lnTo>
                    <a:pt x="0" y="1765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38"/>
            <p:cNvSpPr/>
            <p:nvPr/>
          </p:nvSpPr>
          <p:spPr>
            <a:xfrm rot="-6716943">
              <a:off x="4071785" y="5185036"/>
              <a:ext cx="51586" cy="16215"/>
            </a:xfrm>
            <a:custGeom>
              <a:avLst/>
              <a:gdLst/>
              <a:ahLst/>
              <a:cxnLst/>
              <a:rect l="l" t="t" r="r" b="b"/>
              <a:pathLst>
                <a:path w="51586" h="16215">
                  <a:moveTo>
                    <a:pt x="0" y="0"/>
                  </a:moveTo>
                  <a:lnTo>
                    <a:pt x="51586" y="0"/>
                  </a:lnTo>
                  <a:lnTo>
                    <a:pt x="51586" y="16215"/>
                  </a:lnTo>
                  <a:lnTo>
                    <a:pt x="0" y="16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39"/>
            <p:cNvSpPr/>
            <p:nvPr/>
          </p:nvSpPr>
          <p:spPr>
            <a:xfrm rot="2699999">
              <a:off x="3842063" y="5144814"/>
              <a:ext cx="235662" cy="235662"/>
            </a:xfrm>
            <a:custGeom>
              <a:avLst/>
              <a:gdLst/>
              <a:ahLst/>
              <a:cxnLst/>
              <a:rect l="l" t="t" r="r" b="b"/>
              <a:pathLst>
                <a:path w="235662" h="235662">
                  <a:moveTo>
                    <a:pt x="0" y="0"/>
                  </a:moveTo>
                  <a:lnTo>
                    <a:pt x="235663" y="0"/>
                  </a:lnTo>
                  <a:lnTo>
                    <a:pt x="235663" y="235662"/>
                  </a:lnTo>
                  <a:lnTo>
                    <a:pt x="0" y="235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3906770" y="5333796"/>
              <a:ext cx="103497" cy="27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"/>
                </a:lnSpc>
                <a:spcBef>
                  <a:spcPct val="0"/>
                </a:spcBef>
              </a:pPr>
              <a:r>
                <a:rPr lang="en-US" sz="100" b="1" spc="1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41" name="Freeform 141"/>
            <p:cNvSpPr/>
            <p:nvPr/>
          </p:nvSpPr>
          <p:spPr>
            <a:xfrm rot="2699999">
              <a:off x="3870123" y="5230998"/>
              <a:ext cx="176790" cy="176790"/>
            </a:xfrm>
            <a:custGeom>
              <a:avLst/>
              <a:gdLst/>
              <a:ahLst/>
              <a:cxnLst/>
              <a:rect l="l" t="t" r="r" b="b"/>
              <a:pathLst>
                <a:path w="176790" h="176790">
                  <a:moveTo>
                    <a:pt x="0" y="0"/>
                  </a:moveTo>
                  <a:lnTo>
                    <a:pt x="176790" y="0"/>
                  </a:lnTo>
                  <a:lnTo>
                    <a:pt x="176790" y="176789"/>
                  </a:lnTo>
                  <a:lnTo>
                    <a:pt x="0" y="176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42"/>
            <p:cNvSpPr/>
            <p:nvPr/>
          </p:nvSpPr>
          <p:spPr>
            <a:xfrm>
              <a:off x="3922911" y="5148114"/>
              <a:ext cx="80603" cy="78991"/>
            </a:xfrm>
            <a:custGeom>
              <a:avLst/>
              <a:gdLst/>
              <a:ahLst/>
              <a:cxnLst/>
              <a:rect l="l" t="t" r="r" b="b"/>
              <a:pathLst>
                <a:path w="80603" h="78991">
                  <a:moveTo>
                    <a:pt x="0" y="0"/>
                  </a:moveTo>
                  <a:lnTo>
                    <a:pt x="80603" y="0"/>
                  </a:lnTo>
                  <a:lnTo>
                    <a:pt x="80603" y="78991"/>
                  </a:lnTo>
                  <a:lnTo>
                    <a:pt x="0" y="78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3875657" y="5281651"/>
              <a:ext cx="168475" cy="292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"/>
                </a:lnSpc>
                <a:spcBef>
                  <a:spcPct val="0"/>
                </a:spcBef>
              </a:pPr>
              <a:r>
                <a:rPr lang="en-US" sz="14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3800460" y="5220594"/>
              <a:ext cx="79913" cy="27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4034825" y="5220594"/>
              <a:ext cx="79913" cy="27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grpSp>
          <p:nvGrpSpPr>
            <p:cNvPr id="146" name="Group 146"/>
            <p:cNvGrpSpPr/>
            <p:nvPr/>
          </p:nvGrpSpPr>
          <p:grpSpPr>
            <a:xfrm>
              <a:off x="1483469" y="6122277"/>
              <a:ext cx="831758" cy="1040861"/>
              <a:chOff x="0" y="0"/>
              <a:chExt cx="10591800" cy="13254572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0" y="0"/>
                <a:ext cx="10591800" cy="13254572"/>
              </a:xfrm>
              <a:custGeom>
                <a:avLst/>
                <a:gdLst/>
                <a:ahLst/>
                <a:cxnLst/>
                <a:rect l="l" t="t" r="r" b="b"/>
                <a:pathLst>
                  <a:path w="10591800" h="13254572">
                    <a:moveTo>
                      <a:pt x="10591800" y="222020"/>
                    </a:moveTo>
                    <a:lnTo>
                      <a:pt x="10591800" y="13032552"/>
                    </a:lnTo>
                    <a:cubicBezTo>
                      <a:pt x="10591800" y="13155219"/>
                      <a:pt x="10478135" y="13254572"/>
                      <a:pt x="10337800" y="13254572"/>
                    </a:cubicBezTo>
                    <a:lnTo>
                      <a:pt x="254000" y="13254572"/>
                    </a:lnTo>
                    <a:cubicBezTo>
                      <a:pt x="113665" y="13254572"/>
                      <a:pt x="0" y="13155219"/>
                      <a:pt x="0" y="13032552"/>
                    </a:cubicBezTo>
                    <a:lnTo>
                      <a:pt x="0" y="222020"/>
                    </a:lnTo>
                    <a:cubicBezTo>
                      <a:pt x="0" y="99354"/>
                      <a:pt x="113665" y="0"/>
                      <a:pt x="254000" y="0"/>
                    </a:cubicBezTo>
                    <a:lnTo>
                      <a:pt x="10337800" y="0"/>
                    </a:lnTo>
                    <a:cubicBezTo>
                      <a:pt x="10478135" y="0"/>
                      <a:pt x="10591800" y="99354"/>
                      <a:pt x="10591800" y="22202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610" r="-8757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12367" y="6167992"/>
              <a:ext cx="223830" cy="223830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0" name="Freeform 150"/>
            <p:cNvSpPr/>
            <p:nvPr/>
          </p:nvSpPr>
          <p:spPr>
            <a:xfrm>
              <a:off x="1971297" y="6167992"/>
              <a:ext cx="301767" cy="301767"/>
            </a:xfrm>
            <a:custGeom>
              <a:avLst/>
              <a:gdLst/>
              <a:ahLst/>
              <a:cxnLst/>
              <a:rect l="l" t="t" r="r" b="b"/>
              <a:pathLst>
                <a:path w="301767" h="301767">
                  <a:moveTo>
                    <a:pt x="0" y="0"/>
                  </a:moveTo>
                  <a:lnTo>
                    <a:pt x="301767" y="0"/>
                  </a:lnTo>
                  <a:lnTo>
                    <a:pt x="301767" y="301767"/>
                  </a:lnTo>
                  <a:lnTo>
                    <a:pt x="0" y="301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51"/>
            <p:cNvSpPr/>
            <p:nvPr/>
          </p:nvSpPr>
          <p:spPr>
            <a:xfrm>
              <a:off x="2032033" y="6229888"/>
              <a:ext cx="188074" cy="100620"/>
            </a:xfrm>
            <a:custGeom>
              <a:avLst/>
              <a:gdLst/>
              <a:ahLst/>
              <a:cxnLst/>
              <a:rect l="l" t="t" r="r" b="b"/>
              <a:pathLst>
                <a:path w="188074" h="100620">
                  <a:moveTo>
                    <a:pt x="0" y="0"/>
                  </a:moveTo>
                  <a:lnTo>
                    <a:pt x="188074" y="0"/>
                  </a:lnTo>
                  <a:lnTo>
                    <a:pt x="188074" y="100620"/>
                  </a:lnTo>
                  <a:lnTo>
                    <a:pt x="0" y="100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2007657" y="6174775"/>
              <a:ext cx="236825" cy="108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"/>
                </a:lnSpc>
                <a:spcBef>
                  <a:spcPct val="0"/>
                </a:spcBef>
              </a:pPr>
              <a:r>
                <a:rPr lang="en-US" sz="240" b="1" spc="32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153" name="Freeform 153"/>
            <p:cNvSpPr/>
            <p:nvPr/>
          </p:nvSpPr>
          <p:spPr>
            <a:xfrm rot="-3394830" flipV="1">
              <a:off x="1989859" y="6292480"/>
              <a:ext cx="46520" cy="14623"/>
            </a:xfrm>
            <a:custGeom>
              <a:avLst/>
              <a:gdLst/>
              <a:ahLst/>
              <a:cxnLst/>
              <a:rect l="l" t="t" r="r" b="b"/>
              <a:pathLst>
                <a:path w="46520" h="14623">
                  <a:moveTo>
                    <a:pt x="0" y="14622"/>
                  </a:moveTo>
                  <a:lnTo>
                    <a:pt x="46520" y="14622"/>
                  </a:lnTo>
                  <a:lnTo>
                    <a:pt x="46520" y="0"/>
                  </a:lnTo>
                  <a:lnTo>
                    <a:pt x="0" y="0"/>
                  </a:lnTo>
                  <a:lnTo>
                    <a:pt x="0" y="1462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54"/>
            <p:cNvSpPr/>
            <p:nvPr/>
          </p:nvSpPr>
          <p:spPr>
            <a:xfrm rot="-6716943">
              <a:off x="2216012" y="6293075"/>
              <a:ext cx="42734" cy="13433"/>
            </a:xfrm>
            <a:custGeom>
              <a:avLst/>
              <a:gdLst/>
              <a:ahLst/>
              <a:cxnLst/>
              <a:rect l="l" t="t" r="r" b="b"/>
              <a:pathLst>
                <a:path w="42734" h="13433">
                  <a:moveTo>
                    <a:pt x="0" y="0"/>
                  </a:moveTo>
                  <a:lnTo>
                    <a:pt x="42734" y="0"/>
                  </a:lnTo>
                  <a:lnTo>
                    <a:pt x="42734" y="13432"/>
                  </a:lnTo>
                  <a:lnTo>
                    <a:pt x="0" y="13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55"/>
            <p:cNvSpPr/>
            <p:nvPr/>
          </p:nvSpPr>
          <p:spPr>
            <a:xfrm rot="2699999">
              <a:off x="2025708" y="6259754"/>
              <a:ext cx="195224" cy="195224"/>
            </a:xfrm>
            <a:custGeom>
              <a:avLst/>
              <a:gdLst/>
              <a:ahLst/>
              <a:cxnLst/>
              <a:rect l="l" t="t" r="r" b="b"/>
              <a:pathLst>
                <a:path w="195224" h="195224">
                  <a:moveTo>
                    <a:pt x="0" y="0"/>
                  </a:moveTo>
                  <a:lnTo>
                    <a:pt x="195225" y="0"/>
                  </a:lnTo>
                  <a:lnTo>
                    <a:pt x="195225" y="195225"/>
                  </a:lnTo>
                  <a:lnTo>
                    <a:pt x="0" y="195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2079312" y="6424200"/>
              <a:ext cx="85737" cy="1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9"/>
                </a:lnSpc>
                <a:spcBef>
                  <a:spcPct val="0"/>
                </a:spcBef>
              </a:pPr>
              <a:r>
                <a:rPr lang="en-US" sz="100" b="1" spc="1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57" name="Freeform 157"/>
            <p:cNvSpPr/>
            <p:nvPr/>
          </p:nvSpPr>
          <p:spPr>
            <a:xfrm rot="2699999">
              <a:off x="2048954" y="6331150"/>
              <a:ext cx="146454" cy="146454"/>
            </a:xfrm>
            <a:custGeom>
              <a:avLst/>
              <a:gdLst/>
              <a:ahLst/>
              <a:cxnLst/>
              <a:rect l="l" t="t" r="r" b="b"/>
              <a:pathLst>
                <a:path w="146454" h="146454">
                  <a:moveTo>
                    <a:pt x="0" y="0"/>
                  </a:moveTo>
                  <a:lnTo>
                    <a:pt x="146453" y="0"/>
                  </a:lnTo>
                  <a:lnTo>
                    <a:pt x="146453" y="146454"/>
                  </a:lnTo>
                  <a:lnTo>
                    <a:pt x="0" y="146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58"/>
            <p:cNvSpPr/>
            <p:nvPr/>
          </p:nvSpPr>
          <p:spPr>
            <a:xfrm>
              <a:off x="2092684" y="6262488"/>
              <a:ext cx="66772" cy="65437"/>
            </a:xfrm>
            <a:custGeom>
              <a:avLst/>
              <a:gdLst/>
              <a:ahLst/>
              <a:cxnLst/>
              <a:rect l="l" t="t" r="r" b="b"/>
              <a:pathLst>
                <a:path w="66772" h="65437">
                  <a:moveTo>
                    <a:pt x="0" y="0"/>
                  </a:moveTo>
                  <a:lnTo>
                    <a:pt x="66772" y="0"/>
                  </a:lnTo>
                  <a:lnTo>
                    <a:pt x="66772" y="65437"/>
                  </a:lnTo>
                  <a:lnTo>
                    <a:pt x="0" y="65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053538" y="6363586"/>
              <a:ext cx="139566" cy="33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5"/>
                </a:lnSpc>
                <a:spcBef>
                  <a:spcPct val="0"/>
                </a:spcBef>
              </a:pPr>
              <a:r>
                <a:rPr lang="en-US" sz="12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991244" y="6330422"/>
              <a:ext cx="66201" cy="1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9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2185394" y="6330422"/>
              <a:ext cx="66201" cy="1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9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grpSp>
          <p:nvGrpSpPr>
            <p:cNvPr id="162" name="Group 162"/>
            <p:cNvGrpSpPr/>
            <p:nvPr/>
          </p:nvGrpSpPr>
          <p:grpSpPr>
            <a:xfrm>
              <a:off x="2381701" y="6122526"/>
              <a:ext cx="831758" cy="1040861"/>
              <a:chOff x="0" y="0"/>
              <a:chExt cx="10591800" cy="13254572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10591800" cy="13254572"/>
              </a:xfrm>
              <a:custGeom>
                <a:avLst/>
                <a:gdLst/>
                <a:ahLst/>
                <a:cxnLst/>
                <a:rect l="l" t="t" r="r" b="b"/>
                <a:pathLst>
                  <a:path w="10591800" h="13254572">
                    <a:moveTo>
                      <a:pt x="10591800" y="222020"/>
                    </a:moveTo>
                    <a:lnTo>
                      <a:pt x="10591800" y="13032552"/>
                    </a:lnTo>
                    <a:cubicBezTo>
                      <a:pt x="10591800" y="13155219"/>
                      <a:pt x="10478135" y="13254572"/>
                      <a:pt x="10337800" y="13254572"/>
                    </a:cubicBezTo>
                    <a:lnTo>
                      <a:pt x="254000" y="13254572"/>
                    </a:lnTo>
                    <a:cubicBezTo>
                      <a:pt x="113665" y="13254572"/>
                      <a:pt x="0" y="13155219"/>
                      <a:pt x="0" y="13032552"/>
                    </a:cubicBezTo>
                    <a:lnTo>
                      <a:pt x="0" y="222020"/>
                    </a:lnTo>
                    <a:cubicBezTo>
                      <a:pt x="0" y="99354"/>
                      <a:pt x="113665" y="0"/>
                      <a:pt x="254000" y="0"/>
                    </a:cubicBezTo>
                    <a:lnTo>
                      <a:pt x="10337800" y="0"/>
                    </a:lnTo>
                    <a:cubicBezTo>
                      <a:pt x="10478135" y="0"/>
                      <a:pt x="10591800" y="99354"/>
                      <a:pt x="10591800" y="222020"/>
                    </a:cubicBezTo>
                    <a:close/>
                  </a:path>
                </a:pathLst>
              </a:custGeom>
              <a:blipFill>
                <a:blip r:embed="rId37"/>
                <a:stretch>
                  <a:fillRect l="-44090" r="-4409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4" name="Group 164"/>
            <p:cNvGrpSpPr/>
            <p:nvPr/>
          </p:nvGrpSpPr>
          <p:grpSpPr>
            <a:xfrm>
              <a:off x="2431152" y="6176997"/>
              <a:ext cx="223830" cy="223830"/>
              <a:chOff x="0" y="0"/>
              <a:chExt cx="812800" cy="812800"/>
            </a:xfrm>
          </p:grpSpPr>
          <p:sp>
            <p:nvSpPr>
              <p:cNvPr id="165" name="Freeform 1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7"/>
                <a:stretch>
                  <a:fillRect t="-38495" b="-38495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6" name="Freeform 166"/>
            <p:cNvSpPr/>
            <p:nvPr/>
          </p:nvSpPr>
          <p:spPr>
            <a:xfrm>
              <a:off x="2818229" y="6176997"/>
              <a:ext cx="318709" cy="318709"/>
            </a:xfrm>
            <a:custGeom>
              <a:avLst/>
              <a:gdLst/>
              <a:ahLst/>
              <a:cxnLst/>
              <a:rect l="l" t="t" r="r" b="b"/>
              <a:pathLst>
                <a:path w="318709" h="318709">
                  <a:moveTo>
                    <a:pt x="0" y="0"/>
                  </a:moveTo>
                  <a:lnTo>
                    <a:pt x="318709" y="0"/>
                  </a:lnTo>
                  <a:lnTo>
                    <a:pt x="318709" y="318709"/>
                  </a:lnTo>
                  <a:lnTo>
                    <a:pt x="0" y="31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167"/>
            <p:cNvSpPr/>
            <p:nvPr/>
          </p:nvSpPr>
          <p:spPr>
            <a:xfrm>
              <a:off x="2882375" y="6242369"/>
              <a:ext cx="198633" cy="106269"/>
            </a:xfrm>
            <a:custGeom>
              <a:avLst/>
              <a:gdLst/>
              <a:ahLst/>
              <a:cxnLst/>
              <a:rect l="l" t="t" r="r" b="b"/>
              <a:pathLst>
                <a:path w="198633" h="106269">
                  <a:moveTo>
                    <a:pt x="0" y="0"/>
                  </a:moveTo>
                  <a:lnTo>
                    <a:pt x="198633" y="0"/>
                  </a:lnTo>
                  <a:lnTo>
                    <a:pt x="198633" y="106268"/>
                  </a:lnTo>
                  <a:lnTo>
                    <a:pt x="0" y="106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2892107" y="6175171"/>
              <a:ext cx="179168" cy="9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4"/>
                </a:lnSpc>
                <a:spcBef>
                  <a:spcPct val="0"/>
                </a:spcBef>
              </a:pPr>
              <a:r>
                <a:rPr lang="en-US" sz="253" b="1" spc="3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</a:t>
              </a:r>
            </a:p>
          </p:txBody>
        </p:sp>
        <p:sp>
          <p:nvSpPr>
            <p:cNvPr id="169" name="Freeform 169"/>
            <p:cNvSpPr/>
            <p:nvPr/>
          </p:nvSpPr>
          <p:spPr>
            <a:xfrm rot="-3394830" flipV="1">
              <a:off x="2837834" y="6308475"/>
              <a:ext cx="49132" cy="15444"/>
            </a:xfrm>
            <a:custGeom>
              <a:avLst/>
              <a:gdLst/>
              <a:ahLst/>
              <a:cxnLst/>
              <a:rect l="l" t="t" r="r" b="b"/>
              <a:pathLst>
                <a:path w="49132" h="15444">
                  <a:moveTo>
                    <a:pt x="0" y="15443"/>
                  </a:moveTo>
                  <a:lnTo>
                    <a:pt x="49132" y="15443"/>
                  </a:lnTo>
                  <a:lnTo>
                    <a:pt x="49132" y="0"/>
                  </a:lnTo>
                  <a:lnTo>
                    <a:pt x="0" y="0"/>
                  </a:lnTo>
                  <a:lnTo>
                    <a:pt x="0" y="15443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70"/>
            <p:cNvSpPr/>
            <p:nvPr/>
          </p:nvSpPr>
          <p:spPr>
            <a:xfrm rot="-6716943">
              <a:off x="3076683" y="6309103"/>
              <a:ext cx="45133" cy="14187"/>
            </a:xfrm>
            <a:custGeom>
              <a:avLst/>
              <a:gdLst/>
              <a:ahLst/>
              <a:cxnLst/>
              <a:rect l="l" t="t" r="r" b="b"/>
              <a:pathLst>
                <a:path w="45133" h="14187">
                  <a:moveTo>
                    <a:pt x="0" y="0"/>
                  </a:moveTo>
                  <a:lnTo>
                    <a:pt x="45133" y="0"/>
                  </a:lnTo>
                  <a:lnTo>
                    <a:pt x="45133" y="14187"/>
                  </a:lnTo>
                  <a:lnTo>
                    <a:pt x="0" y="14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171"/>
            <p:cNvSpPr/>
            <p:nvPr/>
          </p:nvSpPr>
          <p:spPr>
            <a:xfrm rot="2699999">
              <a:off x="2875695" y="6273912"/>
              <a:ext cx="206185" cy="206185"/>
            </a:xfrm>
            <a:custGeom>
              <a:avLst/>
              <a:gdLst/>
              <a:ahLst/>
              <a:cxnLst/>
              <a:rect l="l" t="t" r="r" b="b"/>
              <a:pathLst>
                <a:path w="206185" h="206185">
                  <a:moveTo>
                    <a:pt x="0" y="0"/>
                  </a:moveTo>
                  <a:lnTo>
                    <a:pt x="206185" y="0"/>
                  </a:lnTo>
                  <a:lnTo>
                    <a:pt x="206185" y="206185"/>
                  </a:lnTo>
                  <a:lnTo>
                    <a:pt x="0" y="206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2932308" y="6447590"/>
              <a:ext cx="90551" cy="15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"/>
                </a:lnSpc>
                <a:spcBef>
                  <a:spcPct val="0"/>
                </a:spcBef>
              </a:pPr>
              <a:r>
                <a:rPr lang="en-US" sz="100" b="1" spc="1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73" name="Freeform 173"/>
            <p:cNvSpPr/>
            <p:nvPr/>
          </p:nvSpPr>
          <p:spPr>
            <a:xfrm rot="2699999">
              <a:off x="2900246" y="6349316"/>
              <a:ext cx="154676" cy="154676"/>
            </a:xfrm>
            <a:custGeom>
              <a:avLst/>
              <a:gdLst/>
              <a:ahLst/>
              <a:cxnLst/>
              <a:rect l="l" t="t" r="r" b="b"/>
              <a:pathLst>
                <a:path w="154676" h="154676">
                  <a:moveTo>
                    <a:pt x="0" y="0"/>
                  </a:moveTo>
                  <a:lnTo>
                    <a:pt x="154676" y="0"/>
                  </a:lnTo>
                  <a:lnTo>
                    <a:pt x="154676" y="154676"/>
                  </a:lnTo>
                  <a:lnTo>
                    <a:pt x="0" y="154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2905087" y="6384108"/>
              <a:ext cx="147401" cy="351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"/>
                </a:lnSpc>
                <a:spcBef>
                  <a:spcPct val="0"/>
                </a:spcBef>
              </a:pPr>
              <a:r>
                <a:rPr lang="en-US" sz="12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2839296" y="6348547"/>
              <a:ext cx="69917" cy="15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3044346" y="6348547"/>
              <a:ext cx="69917" cy="15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77" name="Freeform 177"/>
            <p:cNvSpPr/>
            <p:nvPr/>
          </p:nvSpPr>
          <p:spPr>
            <a:xfrm>
              <a:off x="2948028" y="6289340"/>
              <a:ext cx="59111" cy="67171"/>
            </a:xfrm>
            <a:custGeom>
              <a:avLst/>
              <a:gdLst/>
              <a:ahLst/>
              <a:cxnLst/>
              <a:rect l="l" t="t" r="r" b="b"/>
              <a:pathLst>
                <a:path w="59111" h="67171">
                  <a:moveTo>
                    <a:pt x="0" y="0"/>
                  </a:moveTo>
                  <a:lnTo>
                    <a:pt x="59111" y="0"/>
                  </a:lnTo>
                  <a:lnTo>
                    <a:pt x="59111" y="67172"/>
                  </a:lnTo>
                  <a:lnTo>
                    <a:pt x="0" y="67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8" name="Group 178"/>
            <p:cNvGrpSpPr/>
            <p:nvPr/>
          </p:nvGrpSpPr>
          <p:grpSpPr>
            <a:xfrm>
              <a:off x="3345351" y="6122526"/>
              <a:ext cx="862061" cy="1078782"/>
              <a:chOff x="0" y="0"/>
              <a:chExt cx="10591800" cy="13254572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10591800" cy="13254572"/>
              </a:xfrm>
              <a:custGeom>
                <a:avLst/>
                <a:gdLst/>
                <a:ahLst/>
                <a:cxnLst/>
                <a:rect l="l" t="t" r="r" b="b"/>
                <a:pathLst>
                  <a:path w="10591800" h="13254572">
                    <a:moveTo>
                      <a:pt x="10591800" y="222020"/>
                    </a:moveTo>
                    <a:lnTo>
                      <a:pt x="10591800" y="13032552"/>
                    </a:lnTo>
                    <a:cubicBezTo>
                      <a:pt x="10591800" y="13155219"/>
                      <a:pt x="10478135" y="13254572"/>
                      <a:pt x="10337800" y="13254572"/>
                    </a:cubicBezTo>
                    <a:lnTo>
                      <a:pt x="254000" y="13254572"/>
                    </a:lnTo>
                    <a:cubicBezTo>
                      <a:pt x="113665" y="13254572"/>
                      <a:pt x="0" y="13155219"/>
                      <a:pt x="0" y="13032552"/>
                    </a:cubicBezTo>
                    <a:lnTo>
                      <a:pt x="0" y="222020"/>
                    </a:lnTo>
                    <a:cubicBezTo>
                      <a:pt x="0" y="99354"/>
                      <a:pt x="113665" y="0"/>
                      <a:pt x="254000" y="0"/>
                    </a:cubicBezTo>
                    <a:lnTo>
                      <a:pt x="10337800" y="0"/>
                    </a:lnTo>
                    <a:cubicBezTo>
                      <a:pt x="10478135" y="0"/>
                      <a:pt x="10591800" y="99354"/>
                      <a:pt x="10591800" y="222020"/>
                    </a:cubicBezTo>
                    <a:close/>
                  </a:path>
                </a:pathLst>
              </a:custGeom>
              <a:blipFill>
                <a:blip r:embed="rId42"/>
                <a:stretch>
                  <a:fillRect l="-44090" r="-4409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3391428" y="6163057"/>
              <a:ext cx="231984" cy="231984"/>
              <a:chOff x="0" y="0"/>
              <a:chExt cx="812800" cy="81280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3"/>
                <a:stretch>
                  <a:fillRect l="-74702" t="-17386" r="-22279" b="-13606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2" name="Freeform 182"/>
            <p:cNvSpPr/>
            <p:nvPr/>
          </p:nvSpPr>
          <p:spPr>
            <a:xfrm>
              <a:off x="3831789" y="6169946"/>
              <a:ext cx="294210" cy="294210"/>
            </a:xfrm>
            <a:custGeom>
              <a:avLst/>
              <a:gdLst/>
              <a:ahLst/>
              <a:cxnLst/>
              <a:rect l="l" t="t" r="r" b="b"/>
              <a:pathLst>
                <a:path w="294210" h="294210">
                  <a:moveTo>
                    <a:pt x="0" y="0"/>
                  </a:moveTo>
                  <a:lnTo>
                    <a:pt x="294210" y="0"/>
                  </a:lnTo>
                  <a:lnTo>
                    <a:pt x="294210" y="294210"/>
                  </a:lnTo>
                  <a:lnTo>
                    <a:pt x="0" y="294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183"/>
            <p:cNvSpPr/>
            <p:nvPr/>
          </p:nvSpPr>
          <p:spPr>
            <a:xfrm>
              <a:off x="3891004" y="6230292"/>
              <a:ext cx="183364" cy="98100"/>
            </a:xfrm>
            <a:custGeom>
              <a:avLst/>
              <a:gdLst/>
              <a:ahLst/>
              <a:cxnLst/>
              <a:rect l="l" t="t" r="r" b="b"/>
              <a:pathLst>
                <a:path w="183364" h="98100">
                  <a:moveTo>
                    <a:pt x="0" y="0"/>
                  </a:moveTo>
                  <a:lnTo>
                    <a:pt x="183364" y="0"/>
                  </a:lnTo>
                  <a:lnTo>
                    <a:pt x="183364" y="98100"/>
                  </a:lnTo>
                  <a:lnTo>
                    <a:pt x="0" y="9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3867239" y="6176321"/>
              <a:ext cx="230894" cy="106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"/>
                </a:lnSpc>
                <a:spcBef>
                  <a:spcPct val="0"/>
                </a:spcBef>
              </a:pPr>
              <a:r>
                <a:rPr lang="en-US" sz="234" b="1" spc="3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185" name="Freeform 185"/>
            <p:cNvSpPr/>
            <p:nvPr/>
          </p:nvSpPr>
          <p:spPr>
            <a:xfrm rot="-3394830" flipV="1">
              <a:off x="3849887" y="6291317"/>
              <a:ext cx="45355" cy="14256"/>
            </a:xfrm>
            <a:custGeom>
              <a:avLst/>
              <a:gdLst/>
              <a:ahLst/>
              <a:cxnLst/>
              <a:rect l="l" t="t" r="r" b="b"/>
              <a:pathLst>
                <a:path w="45355" h="14256">
                  <a:moveTo>
                    <a:pt x="0" y="14256"/>
                  </a:moveTo>
                  <a:lnTo>
                    <a:pt x="45355" y="14256"/>
                  </a:lnTo>
                  <a:lnTo>
                    <a:pt x="45355" y="0"/>
                  </a:lnTo>
                  <a:lnTo>
                    <a:pt x="0" y="0"/>
                  </a:lnTo>
                  <a:lnTo>
                    <a:pt x="0" y="14256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186"/>
            <p:cNvSpPr/>
            <p:nvPr/>
          </p:nvSpPr>
          <p:spPr>
            <a:xfrm rot="-6716943">
              <a:off x="4070376" y="6291897"/>
              <a:ext cx="41664" cy="13096"/>
            </a:xfrm>
            <a:custGeom>
              <a:avLst/>
              <a:gdLst/>
              <a:ahLst/>
              <a:cxnLst/>
              <a:rect l="l" t="t" r="r" b="b"/>
              <a:pathLst>
                <a:path w="41664" h="13096">
                  <a:moveTo>
                    <a:pt x="0" y="0"/>
                  </a:moveTo>
                  <a:lnTo>
                    <a:pt x="41664" y="0"/>
                  </a:lnTo>
                  <a:lnTo>
                    <a:pt x="41664" y="13096"/>
                  </a:lnTo>
                  <a:lnTo>
                    <a:pt x="0" y="13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187"/>
            <p:cNvSpPr/>
            <p:nvPr/>
          </p:nvSpPr>
          <p:spPr>
            <a:xfrm rot="2699999">
              <a:off x="3884838" y="6259411"/>
              <a:ext cx="190335" cy="190335"/>
            </a:xfrm>
            <a:custGeom>
              <a:avLst/>
              <a:gdLst/>
              <a:ahLst/>
              <a:cxnLst/>
              <a:rect l="l" t="t" r="r" b="b"/>
              <a:pathLst>
                <a:path w="190335" h="190335">
                  <a:moveTo>
                    <a:pt x="0" y="0"/>
                  </a:moveTo>
                  <a:lnTo>
                    <a:pt x="190336" y="0"/>
                  </a:lnTo>
                  <a:lnTo>
                    <a:pt x="190336" y="190335"/>
                  </a:lnTo>
                  <a:lnTo>
                    <a:pt x="0" y="19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3937099" y="6419738"/>
              <a:ext cx="83590" cy="14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"/>
                </a:lnSpc>
                <a:spcBef>
                  <a:spcPct val="0"/>
                </a:spcBef>
              </a:pPr>
              <a:r>
                <a:rPr lang="en-US" sz="100" b="1" spc="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189" name="Freeform 189"/>
            <p:cNvSpPr/>
            <p:nvPr/>
          </p:nvSpPr>
          <p:spPr>
            <a:xfrm rot="2699999">
              <a:off x="3907501" y="6329018"/>
              <a:ext cx="142786" cy="142786"/>
            </a:xfrm>
            <a:custGeom>
              <a:avLst/>
              <a:gdLst/>
              <a:ahLst/>
              <a:cxnLst/>
              <a:rect l="l" t="t" r="r" b="b"/>
              <a:pathLst>
                <a:path w="142786" h="142786">
                  <a:moveTo>
                    <a:pt x="0" y="0"/>
                  </a:moveTo>
                  <a:lnTo>
                    <a:pt x="142787" y="0"/>
                  </a:lnTo>
                  <a:lnTo>
                    <a:pt x="142787" y="142786"/>
                  </a:lnTo>
                  <a:lnTo>
                    <a:pt x="0" y="14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190"/>
            <p:cNvSpPr/>
            <p:nvPr/>
          </p:nvSpPr>
          <p:spPr>
            <a:xfrm>
              <a:off x="3950136" y="6262076"/>
              <a:ext cx="65100" cy="63798"/>
            </a:xfrm>
            <a:custGeom>
              <a:avLst/>
              <a:gdLst/>
              <a:ahLst/>
              <a:cxnLst/>
              <a:rect l="l" t="t" r="r" b="b"/>
              <a:pathLst>
                <a:path w="65100" h="63798">
                  <a:moveTo>
                    <a:pt x="0" y="0"/>
                  </a:moveTo>
                  <a:lnTo>
                    <a:pt x="65100" y="0"/>
                  </a:lnTo>
                  <a:lnTo>
                    <a:pt x="65100" y="63798"/>
                  </a:lnTo>
                  <a:lnTo>
                    <a:pt x="0" y="63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3911971" y="6360404"/>
              <a:ext cx="136071" cy="3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1"/>
                </a:lnSpc>
                <a:spcBef>
                  <a:spcPct val="0"/>
                </a:spcBef>
              </a:pPr>
              <a:r>
                <a:rPr lang="en-US" sz="11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3851237" y="6328309"/>
              <a:ext cx="64543" cy="14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4040525" y="6328309"/>
              <a:ext cx="64543" cy="14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194" name="Freeform 194"/>
            <p:cNvSpPr/>
            <p:nvPr/>
          </p:nvSpPr>
          <p:spPr>
            <a:xfrm>
              <a:off x="499757" y="4974694"/>
              <a:ext cx="845382" cy="1059300"/>
            </a:xfrm>
            <a:custGeom>
              <a:avLst/>
              <a:gdLst/>
              <a:ahLst/>
              <a:cxnLst/>
              <a:rect l="l" t="t" r="r" b="b"/>
              <a:pathLst>
                <a:path w="845382" h="1059300">
                  <a:moveTo>
                    <a:pt x="0" y="0"/>
                  </a:moveTo>
                  <a:lnTo>
                    <a:pt x="845382" y="0"/>
                  </a:lnTo>
                  <a:lnTo>
                    <a:pt x="845382" y="1059300"/>
                  </a:lnTo>
                  <a:lnTo>
                    <a:pt x="0" y="105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t="-11181" r="-1961" b="-11181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5" name="Group 195"/>
            <p:cNvGrpSpPr/>
            <p:nvPr/>
          </p:nvGrpSpPr>
          <p:grpSpPr>
            <a:xfrm>
              <a:off x="563307" y="5026224"/>
              <a:ext cx="227795" cy="227795"/>
              <a:chOff x="0" y="0"/>
              <a:chExt cx="812800" cy="812800"/>
            </a:xfrm>
          </p:grpSpPr>
          <p:sp>
            <p:nvSpPr>
              <p:cNvPr id="196" name="Freeform 1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5"/>
                <a:stretch>
                  <a:fillRect t="-25187" b="-25187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7" name="Freeform 197"/>
            <p:cNvSpPr/>
            <p:nvPr/>
          </p:nvSpPr>
          <p:spPr>
            <a:xfrm>
              <a:off x="1039167" y="5039543"/>
              <a:ext cx="248727" cy="248727"/>
            </a:xfrm>
            <a:custGeom>
              <a:avLst/>
              <a:gdLst/>
              <a:ahLst/>
              <a:cxnLst/>
              <a:rect l="l" t="t" r="r" b="b"/>
              <a:pathLst>
                <a:path w="248727" h="248727">
                  <a:moveTo>
                    <a:pt x="0" y="0"/>
                  </a:moveTo>
                  <a:lnTo>
                    <a:pt x="248727" y="0"/>
                  </a:lnTo>
                  <a:lnTo>
                    <a:pt x="248727" y="248728"/>
                  </a:lnTo>
                  <a:lnTo>
                    <a:pt x="0" y="248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198"/>
            <p:cNvSpPr/>
            <p:nvPr/>
          </p:nvSpPr>
          <p:spPr>
            <a:xfrm>
              <a:off x="1089227" y="5090560"/>
              <a:ext cx="155017" cy="82934"/>
            </a:xfrm>
            <a:custGeom>
              <a:avLst/>
              <a:gdLst/>
              <a:ahLst/>
              <a:cxnLst/>
              <a:rect l="l" t="t" r="r" b="b"/>
              <a:pathLst>
                <a:path w="155017" h="82934">
                  <a:moveTo>
                    <a:pt x="0" y="0"/>
                  </a:moveTo>
                  <a:lnTo>
                    <a:pt x="155018" y="0"/>
                  </a:lnTo>
                  <a:lnTo>
                    <a:pt x="155018" y="82935"/>
                  </a:lnTo>
                  <a:lnTo>
                    <a:pt x="0" y="82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1069136" y="5043460"/>
              <a:ext cx="195200" cy="91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"/>
                </a:lnSpc>
                <a:spcBef>
                  <a:spcPct val="0"/>
                </a:spcBef>
              </a:pPr>
              <a:r>
                <a:rPr lang="en-US" sz="197" b="1" spc="2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200" name="Freeform 200"/>
            <p:cNvSpPr/>
            <p:nvPr/>
          </p:nvSpPr>
          <p:spPr>
            <a:xfrm rot="-3394830" flipV="1">
              <a:off x="1054466" y="5142151"/>
              <a:ext cx="38344" cy="12052"/>
            </a:xfrm>
            <a:custGeom>
              <a:avLst/>
              <a:gdLst/>
              <a:ahLst/>
              <a:cxnLst/>
              <a:rect l="l" t="t" r="r" b="b"/>
              <a:pathLst>
                <a:path w="38344" h="12052">
                  <a:moveTo>
                    <a:pt x="0" y="12052"/>
                  </a:moveTo>
                  <a:lnTo>
                    <a:pt x="38344" y="12052"/>
                  </a:lnTo>
                  <a:lnTo>
                    <a:pt x="38344" y="0"/>
                  </a:lnTo>
                  <a:lnTo>
                    <a:pt x="0" y="0"/>
                  </a:lnTo>
                  <a:lnTo>
                    <a:pt x="0" y="1205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201"/>
            <p:cNvSpPr/>
            <p:nvPr/>
          </p:nvSpPr>
          <p:spPr>
            <a:xfrm rot="-6716943">
              <a:off x="1240869" y="5142641"/>
              <a:ext cx="35223" cy="11072"/>
            </a:xfrm>
            <a:custGeom>
              <a:avLst/>
              <a:gdLst/>
              <a:ahLst/>
              <a:cxnLst/>
              <a:rect l="l" t="t" r="r" b="b"/>
              <a:pathLst>
                <a:path w="35223" h="11072">
                  <a:moveTo>
                    <a:pt x="0" y="0"/>
                  </a:moveTo>
                  <a:lnTo>
                    <a:pt x="35223" y="0"/>
                  </a:lnTo>
                  <a:lnTo>
                    <a:pt x="35223" y="11072"/>
                  </a:lnTo>
                  <a:lnTo>
                    <a:pt x="0" y="11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202"/>
            <p:cNvSpPr/>
            <p:nvPr/>
          </p:nvSpPr>
          <p:spPr>
            <a:xfrm rot="2699999">
              <a:off x="1084015" y="5115177"/>
              <a:ext cx="160911" cy="160911"/>
            </a:xfrm>
            <a:custGeom>
              <a:avLst/>
              <a:gdLst/>
              <a:ahLst/>
              <a:cxnLst/>
              <a:rect l="l" t="t" r="r" b="b"/>
              <a:pathLst>
                <a:path w="160911" h="160911">
                  <a:moveTo>
                    <a:pt x="0" y="0"/>
                  </a:moveTo>
                  <a:lnTo>
                    <a:pt x="160911" y="0"/>
                  </a:lnTo>
                  <a:lnTo>
                    <a:pt x="160911" y="160911"/>
                  </a:lnTo>
                  <a:lnTo>
                    <a:pt x="0" y="160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1128197" y="5250719"/>
              <a:ext cx="70668" cy="1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"/>
                </a:lnSpc>
                <a:spcBef>
                  <a:spcPct val="0"/>
                </a:spcBef>
              </a:pPr>
              <a:r>
                <a:rPr lang="en-US" sz="100" b="1" spc="8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04" name="Freeform 204"/>
            <p:cNvSpPr/>
            <p:nvPr/>
          </p:nvSpPr>
          <p:spPr>
            <a:xfrm rot="2699999">
              <a:off x="1103174" y="5174024"/>
              <a:ext cx="120712" cy="120712"/>
            </a:xfrm>
            <a:custGeom>
              <a:avLst/>
              <a:gdLst/>
              <a:ahLst/>
              <a:cxnLst/>
              <a:rect l="l" t="t" r="r" b="b"/>
              <a:pathLst>
                <a:path w="120712" h="120712">
                  <a:moveTo>
                    <a:pt x="0" y="0"/>
                  </a:moveTo>
                  <a:lnTo>
                    <a:pt x="120713" y="0"/>
                  </a:lnTo>
                  <a:lnTo>
                    <a:pt x="120713" y="120713"/>
                  </a:lnTo>
                  <a:lnTo>
                    <a:pt x="0" y="120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205"/>
            <p:cNvSpPr/>
            <p:nvPr/>
          </p:nvSpPr>
          <p:spPr>
            <a:xfrm>
              <a:off x="1139218" y="5117431"/>
              <a:ext cx="55036" cy="53935"/>
            </a:xfrm>
            <a:custGeom>
              <a:avLst/>
              <a:gdLst/>
              <a:ahLst/>
              <a:cxnLst/>
              <a:rect l="l" t="t" r="r" b="b"/>
              <a:pathLst>
                <a:path w="55036" h="53935">
                  <a:moveTo>
                    <a:pt x="0" y="0"/>
                  </a:moveTo>
                  <a:lnTo>
                    <a:pt x="55036" y="0"/>
                  </a:lnTo>
                  <a:lnTo>
                    <a:pt x="55036" y="53935"/>
                  </a:lnTo>
                  <a:lnTo>
                    <a:pt x="0" y="53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1106952" y="5199085"/>
              <a:ext cx="115035" cy="29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0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1055608" y="5173424"/>
              <a:ext cx="54565" cy="1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08" name="TextBox 208"/>
            <p:cNvSpPr txBox="1"/>
            <p:nvPr/>
          </p:nvSpPr>
          <p:spPr>
            <a:xfrm>
              <a:off x="1215633" y="5173424"/>
              <a:ext cx="54565" cy="124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09" name="Freeform 209"/>
            <p:cNvSpPr/>
            <p:nvPr/>
          </p:nvSpPr>
          <p:spPr>
            <a:xfrm>
              <a:off x="499757" y="6122277"/>
              <a:ext cx="845382" cy="1040861"/>
            </a:xfrm>
            <a:custGeom>
              <a:avLst/>
              <a:gdLst/>
              <a:ahLst/>
              <a:cxnLst/>
              <a:rect l="l" t="t" r="r" b="b"/>
              <a:pathLst>
                <a:path w="845382" h="1040861">
                  <a:moveTo>
                    <a:pt x="0" y="0"/>
                  </a:moveTo>
                  <a:lnTo>
                    <a:pt x="845382" y="0"/>
                  </a:lnTo>
                  <a:lnTo>
                    <a:pt x="845382" y="1040861"/>
                  </a:lnTo>
                  <a:lnTo>
                    <a:pt x="0" y="1040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>
                <a:fillRect l="-16492" t="-45442" b="-22016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0" name="Group 210"/>
            <p:cNvGrpSpPr/>
            <p:nvPr/>
          </p:nvGrpSpPr>
          <p:grpSpPr>
            <a:xfrm>
              <a:off x="563307" y="6175247"/>
              <a:ext cx="227795" cy="227795"/>
              <a:chOff x="0" y="0"/>
              <a:chExt cx="812800" cy="812800"/>
            </a:xfrm>
          </p:grpSpPr>
          <p:sp>
            <p:nvSpPr>
              <p:cNvPr id="211" name="Freeform 2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7"/>
                <a:stretch>
                  <a:fillRect l="-25187" r="-25187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2" name="Freeform 212"/>
            <p:cNvSpPr/>
            <p:nvPr/>
          </p:nvSpPr>
          <p:spPr>
            <a:xfrm>
              <a:off x="1022168" y="6176536"/>
              <a:ext cx="265726" cy="265726"/>
            </a:xfrm>
            <a:custGeom>
              <a:avLst/>
              <a:gdLst/>
              <a:ahLst/>
              <a:cxnLst/>
              <a:rect l="l" t="t" r="r" b="b"/>
              <a:pathLst>
                <a:path w="265726" h="265726">
                  <a:moveTo>
                    <a:pt x="0" y="0"/>
                  </a:moveTo>
                  <a:lnTo>
                    <a:pt x="265726" y="0"/>
                  </a:lnTo>
                  <a:lnTo>
                    <a:pt x="265726" y="265726"/>
                  </a:lnTo>
                  <a:lnTo>
                    <a:pt x="0" y="265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213"/>
            <p:cNvSpPr/>
            <p:nvPr/>
          </p:nvSpPr>
          <p:spPr>
            <a:xfrm>
              <a:off x="1075650" y="6231039"/>
              <a:ext cx="165612" cy="88602"/>
            </a:xfrm>
            <a:custGeom>
              <a:avLst/>
              <a:gdLst/>
              <a:ahLst/>
              <a:cxnLst/>
              <a:rect l="l" t="t" r="r" b="b"/>
              <a:pathLst>
                <a:path w="165612" h="88602">
                  <a:moveTo>
                    <a:pt x="0" y="0"/>
                  </a:moveTo>
                  <a:lnTo>
                    <a:pt x="165612" y="0"/>
                  </a:lnTo>
                  <a:lnTo>
                    <a:pt x="165612" y="88603"/>
                  </a:lnTo>
                  <a:lnTo>
                    <a:pt x="0" y="88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1054185" y="6181371"/>
              <a:ext cx="208540" cy="96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"/>
                </a:lnSpc>
                <a:spcBef>
                  <a:spcPct val="0"/>
                </a:spcBef>
              </a:pPr>
              <a:r>
                <a:rPr lang="en-US" sz="211" b="1" spc="28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215" name="Freeform 215"/>
            <p:cNvSpPr/>
            <p:nvPr/>
          </p:nvSpPr>
          <p:spPr>
            <a:xfrm rot="-3394830" flipV="1">
              <a:off x="1038513" y="6286156"/>
              <a:ext cx="40964" cy="12876"/>
            </a:xfrm>
            <a:custGeom>
              <a:avLst/>
              <a:gdLst/>
              <a:ahLst/>
              <a:cxnLst/>
              <a:rect l="l" t="t" r="r" b="b"/>
              <a:pathLst>
                <a:path w="40964" h="12876">
                  <a:moveTo>
                    <a:pt x="0" y="12876"/>
                  </a:moveTo>
                  <a:lnTo>
                    <a:pt x="40964" y="12876"/>
                  </a:lnTo>
                  <a:lnTo>
                    <a:pt x="40964" y="0"/>
                  </a:lnTo>
                  <a:lnTo>
                    <a:pt x="0" y="0"/>
                  </a:lnTo>
                  <a:lnTo>
                    <a:pt x="0" y="12876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216"/>
            <p:cNvSpPr/>
            <p:nvPr/>
          </p:nvSpPr>
          <p:spPr>
            <a:xfrm rot="-6716943">
              <a:off x="1237655" y="6286680"/>
              <a:ext cx="37630" cy="11828"/>
            </a:xfrm>
            <a:custGeom>
              <a:avLst/>
              <a:gdLst/>
              <a:ahLst/>
              <a:cxnLst/>
              <a:rect l="l" t="t" r="r" b="b"/>
              <a:pathLst>
                <a:path w="37630" h="11828">
                  <a:moveTo>
                    <a:pt x="0" y="0"/>
                  </a:moveTo>
                  <a:lnTo>
                    <a:pt x="37631" y="0"/>
                  </a:lnTo>
                  <a:lnTo>
                    <a:pt x="37631" y="11828"/>
                  </a:lnTo>
                  <a:lnTo>
                    <a:pt x="0" y="11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 217"/>
            <p:cNvSpPr/>
            <p:nvPr/>
          </p:nvSpPr>
          <p:spPr>
            <a:xfrm rot="2699999">
              <a:off x="1070081" y="6257339"/>
              <a:ext cx="171908" cy="171908"/>
            </a:xfrm>
            <a:custGeom>
              <a:avLst/>
              <a:gdLst/>
              <a:ahLst/>
              <a:cxnLst/>
              <a:rect l="l" t="t" r="r" b="b"/>
              <a:pathLst>
                <a:path w="171908" h="171908">
                  <a:moveTo>
                    <a:pt x="0" y="0"/>
                  </a:moveTo>
                  <a:lnTo>
                    <a:pt x="171908" y="0"/>
                  </a:lnTo>
                  <a:lnTo>
                    <a:pt x="171908" y="171908"/>
                  </a:lnTo>
                  <a:lnTo>
                    <a:pt x="0" y="171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TextBox 218"/>
            <p:cNvSpPr txBox="1"/>
            <p:nvPr/>
          </p:nvSpPr>
          <p:spPr>
            <a:xfrm>
              <a:off x="1117282" y="6402144"/>
              <a:ext cx="75497" cy="13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"/>
                </a:lnSpc>
                <a:spcBef>
                  <a:spcPct val="0"/>
                </a:spcBef>
              </a:pPr>
              <a:r>
                <a:rPr lang="en-US" sz="100" b="1" spc="8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19" name="Freeform 219"/>
            <p:cNvSpPr/>
            <p:nvPr/>
          </p:nvSpPr>
          <p:spPr>
            <a:xfrm rot="2699999">
              <a:off x="1090550" y="6320207"/>
              <a:ext cx="128962" cy="128962"/>
            </a:xfrm>
            <a:custGeom>
              <a:avLst/>
              <a:gdLst/>
              <a:ahLst/>
              <a:cxnLst/>
              <a:rect l="l" t="t" r="r" b="b"/>
              <a:pathLst>
                <a:path w="128962" h="128962">
                  <a:moveTo>
                    <a:pt x="0" y="0"/>
                  </a:moveTo>
                  <a:lnTo>
                    <a:pt x="128962" y="0"/>
                  </a:lnTo>
                  <a:lnTo>
                    <a:pt x="128962" y="128963"/>
                  </a:lnTo>
                  <a:lnTo>
                    <a:pt x="0" y="128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220"/>
            <p:cNvSpPr/>
            <p:nvPr/>
          </p:nvSpPr>
          <p:spPr>
            <a:xfrm>
              <a:off x="1129057" y="6259746"/>
              <a:ext cx="58797" cy="57621"/>
            </a:xfrm>
            <a:custGeom>
              <a:avLst/>
              <a:gdLst/>
              <a:ahLst/>
              <a:cxnLst/>
              <a:rect l="l" t="t" r="r" b="b"/>
              <a:pathLst>
                <a:path w="58797" h="57621">
                  <a:moveTo>
                    <a:pt x="0" y="0"/>
                  </a:moveTo>
                  <a:lnTo>
                    <a:pt x="58797" y="0"/>
                  </a:lnTo>
                  <a:lnTo>
                    <a:pt x="58797" y="57622"/>
                  </a:lnTo>
                  <a:lnTo>
                    <a:pt x="0" y="57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Box 221"/>
            <p:cNvSpPr txBox="1"/>
            <p:nvPr/>
          </p:nvSpPr>
          <p:spPr>
            <a:xfrm>
              <a:off x="1094586" y="6347632"/>
              <a:ext cx="122897" cy="30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8"/>
                </a:lnSpc>
                <a:spcBef>
                  <a:spcPct val="0"/>
                </a:spcBef>
              </a:pPr>
              <a:r>
                <a:rPr lang="en-US" sz="10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22" name="TextBox 222"/>
            <p:cNvSpPr txBox="1"/>
            <p:nvPr/>
          </p:nvSpPr>
          <p:spPr>
            <a:xfrm>
              <a:off x="1039733" y="6319566"/>
              <a:ext cx="58294" cy="13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210695" y="6319566"/>
              <a:ext cx="58294" cy="13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24" name="Freeform 224"/>
            <p:cNvSpPr/>
            <p:nvPr/>
          </p:nvSpPr>
          <p:spPr>
            <a:xfrm>
              <a:off x="4323223" y="4974694"/>
              <a:ext cx="828191" cy="1059051"/>
            </a:xfrm>
            <a:custGeom>
              <a:avLst/>
              <a:gdLst/>
              <a:ahLst/>
              <a:cxnLst/>
              <a:rect l="l" t="t" r="r" b="b"/>
              <a:pathLst>
                <a:path w="828191" h="1059051">
                  <a:moveTo>
                    <a:pt x="0" y="0"/>
                  </a:moveTo>
                  <a:lnTo>
                    <a:pt x="828191" y="0"/>
                  </a:lnTo>
                  <a:lnTo>
                    <a:pt x="828191" y="1059051"/>
                  </a:lnTo>
                  <a:lnTo>
                    <a:pt x="0" y="1059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>
                <a:fillRect t="-28447" b="-9961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" name="Group 225"/>
            <p:cNvGrpSpPr/>
            <p:nvPr/>
          </p:nvGrpSpPr>
          <p:grpSpPr>
            <a:xfrm>
              <a:off x="4374790" y="5080592"/>
              <a:ext cx="227795" cy="227795"/>
              <a:chOff x="0" y="0"/>
              <a:chExt cx="812800" cy="812800"/>
            </a:xfrm>
          </p:grpSpPr>
          <p:sp>
            <p:nvSpPr>
              <p:cNvPr id="226" name="Freeform 2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9"/>
                <a:stretch>
                  <a:fillRect t="-12111" b="-12111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" name="Freeform 227"/>
            <p:cNvSpPr/>
            <p:nvPr/>
          </p:nvSpPr>
          <p:spPr>
            <a:xfrm>
              <a:off x="4742851" y="5060598"/>
              <a:ext cx="315826" cy="315826"/>
            </a:xfrm>
            <a:custGeom>
              <a:avLst/>
              <a:gdLst/>
              <a:ahLst/>
              <a:cxnLst/>
              <a:rect l="l" t="t" r="r" b="b"/>
              <a:pathLst>
                <a:path w="315826" h="315826">
                  <a:moveTo>
                    <a:pt x="0" y="0"/>
                  </a:moveTo>
                  <a:lnTo>
                    <a:pt x="315826" y="0"/>
                  </a:lnTo>
                  <a:lnTo>
                    <a:pt x="315826" y="315826"/>
                  </a:lnTo>
                  <a:lnTo>
                    <a:pt x="0" y="315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228"/>
            <p:cNvSpPr/>
            <p:nvPr/>
          </p:nvSpPr>
          <p:spPr>
            <a:xfrm>
              <a:off x="4806416" y="5125378"/>
              <a:ext cx="196836" cy="105307"/>
            </a:xfrm>
            <a:custGeom>
              <a:avLst/>
              <a:gdLst/>
              <a:ahLst/>
              <a:cxnLst/>
              <a:rect l="l" t="t" r="r" b="b"/>
              <a:pathLst>
                <a:path w="196836" h="105307">
                  <a:moveTo>
                    <a:pt x="0" y="0"/>
                  </a:moveTo>
                  <a:lnTo>
                    <a:pt x="196836" y="0"/>
                  </a:lnTo>
                  <a:lnTo>
                    <a:pt x="196836" y="105307"/>
                  </a:lnTo>
                  <a:lnTo>
                    <a:pt x="0" y="1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TextBox 229"/>
            <p:cNvSpPr txBox="1"/>
            <p:nvPr/>
          </p:nvSpPr>
          <p:spPr>
            <a:xfrm>
              <a:off x="4780905" y="5058616"/>
              <a:ext cx="247858" cy="122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1"/>
                </a:lnSpc>
                <a:spcBef>
                  <a:spcPct val="0"/>
                </a:spcBef>
              </a:pPr>
              <a:r>
                <a:rPr lang="en-US" sz="251" b="1" spc="3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230" name="Freeform 230"/>
            <p:cNvSpPr/>
            <p:nvPr/>
          </p:nvSpPr>
          <p:spPr>
            <a:xfrm rot="-3394830" flipV="1">
              <a:off x="4762278" y="5190886"/>
              <a:ext cx="48687" cy="15304"/>
            </a:xfrm>
            <a:custGeom>
              <a:avLst/>
              <a:gdLst/>
              <a:ahLst/>
              <a:cxnLst/>
              <a:rect l="l" t="t" r="r" b="b"/>
              <a:pathLst>
                <a:path w="48687" h="15304">
                  <a:moveTo>
                    <a:pt x="0" y="15304"/>
                  </a:moveTo>
                  <a:lnTo>
                    <a:pt x="48687" y="15304"/>
                  </a:lnTo>
                  <a:lnTo>
                    <a:pt x="48687" y="0"/>
                  </a:lnTo>
                  <a:lnTo>
                    <a:pt x="0" y="0"/>
                  </a:lnTo>
                  <a:lnTo>
                    <a:pt x="0" y="1530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eform 231"/>
            <p:cNvSpPr/>
            <p:nvPr/>
          </p:nvSpPr>
          <p:spPr>
            <a:xfrm rot="-6716943">
              <a:off x="4998966" y="5191508"/>
              <a:ext cx="44725" cy="14058"/>
            </a:xfrm>
            <a:custGeom>
              <a:avLst/>
              <a:gdLst/>
              <a:ahLst/>
              <a:cxnLst/>
              <a:rect l="l" t="t" r="r" b="b"/>
              <a:pathLst>
                <a:path w="44725" h="14058">
                  <a:moveTo>
                    <a:pt x="0" y="0"/>
                  </a:moveTo>
                  <a:lnTo>
                    <a:pt x="44725" y="0"/>
                  </a:lnTo>
                  <a:lnTo>
                    <a:pt x="44725" y="14059"/>
                  </a:lnTo>
                  <a:lnTo>
                    <a:pt x="0" y="14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232"/>
            <p:cNvSpPr/>
            <p:nvPr/>
          </p:nvSpPr>
          <p:spPr>
            <a:xfrm rot="2699999">
              <a:off x="4799797" y="5156636"/>
              <a:ext cx="204319" cy="204319"/>
            </a:xfrm>
            <a:custGeom>
              <a:avLst/>
              <a:gdLst/>
              <a:ahLst/>
              <a:cxnLst/>
              <a:rect l="l" t="t" r="r" b="b"/>
              <a:pathLst>
                <a:path w="204319" h="204319">
                  <a:moveTo>
                    <a:pt x="0" y="0"/>
                  </a:moveTo>
                  <a:lnTo>
                    <a:pt x="204320" y="0"/>
                  </a:lnTo>
                  <a:lnTo>
                    <a:pt x="204320" y="204319"/>
                  </a:lnTo>
                  <a:lnTo>
                    <a:pt x="0" y="204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TextBox 233"/>
            <p:cNvSpPr txBox="1"/>
            <p:nvPr/>
          </p:nvSpPr>
          <p:spPr>
            <a:xfrm>
              <a:off x="4855898" y="5328742"/>
              <a:ext cx="89732" cy="15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"/>
                </a:lnSpc>
                <a:spcBef>
                  <a:spcPct val="0"/>
                </a:spcBef>
              </a:pPr>
              <a:r>
                <a:rPr lang="en-US" sz="100" b="1" spc="1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34" name="Freeform 234"/>
            <p:cNvSpPr/>
            <p:nvPr/>
          </p:nvSpPr>
          <p:spPr>
            <a:xfrm rot="2699999">
              <a:off x="4824125" y="5231357"/>
              <a:ext cx="153277" cy="153277"/>
            </a:xfrm>
            <a:custGeom>
              <a:avLst/>
              <a:gdLst/>
              <a:ahLst/>
              <a:cxnLst/>
              <a:rect l="l" t="t" r="r" b="b"/>
              <a:pathLst>
                <a:path w="153277" h="153277">
                  <a:moveTo>
                    <a:pt x="0" y="0"/>
                  </a:moveTo>
                  <a:lnTo>
                    <a:pt x="153277" y="0"/>
                  </a:lnTo>
                  <a:lnTo>
                    <a:pt x="153277" y="153277"/>
                  </a:lnTo>
                  <a:lnTo>
                    <a:pt x="0" y="153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235"/>
            <p:cNvSpPr/>
            <p:nvPr/>
          </p:nvSpPr>
          <p:spPr>
            <a:xfrm>
              <a:off x="4869893" y="5159497"/>
              <a:ext cx="69883" cy="68485"/>
            </a:xfrm>
            <a:custGeom>
              <a:avLst/>
              <a:gdLst/>
              <a:ahLst/>
              <a:cxnLst/>
              <a:rect l="l" t="t" r="r" b="b"/>
              <a:pathLst>
                <a:path w="69883" h="68485">
                  <a:moveTo>
                    <a:pt x="0" y="0"/>
                  </a:moveTo>
                  <a:lnTo>
                    <a:pt x="69883" y="0"/>
                  </a:lnTo>
                  <a:lnTo>
                    <a:pt x="69883" y="68485"/>
                  </a:lnTo>
                  <a:lnTo>
                    <a:pt x="0" y="6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TextBox 236"/>
            <p:cNvSpPr txBox="1"/>
            <p:nvPr/>
          </p:nvSpPr>
          <p:spPr>
            <a:xfrm>
              <a:off x="4828923" y="5265749"/>
              <a:ext cx="146068" cy="34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"/>
                </a:lnSpc>
                <a:spcBef>
                  <a:spcPct val="0"/>
                </a:spcBef>
              </a:pPr>
              <a:r>
                <a:rPr lang="en-US" sz="12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37" name="TextBox 237"/>
            <p:cNvSpPr txBox="1"/>
            <p:nvPr/>
          </p:nvSpPr>
          <p:spPr>
            <a:xfrm>
              <a:off x="4763728" y="5230596"/>
              <a:ext cx="69285" cy="15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38" name="TextBox 238"/>
            <p:cNvSpPr txBox="1"/>
            <p:nvPr/>
          </p:nvSpPr>
          <p:spPr>
            <a:xfrm>
              <a:off x="4966922" y="5230596"/>
              <a:ext cx="69285" cy="15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39" name="Freeform 239"/>
            <p:cNvSpPr/>
            <p:nvPr/>
          </p:nvSpPr>
          <p:spPr>
            <a:xfrm>
              <a:off x="4334288" y="6122526"/>
              <a:ext cx="817126" cy="1078782"/>
            </a:xfrm>
            <a:custGeom>
              <a:avLst/>
              <a:gdLst/>
              <a:ahLst/>
              <a:cxnLst/>
              <a:rect l="l" t="t" r="r" b="b"/>
              <a:pathLst>
                <a:path w="817126" h="1078782">
                  <a:moveTo>
                    <a:pt x="0" y="0"/>
                  </a:moveTo>
                  <a:lnTo>
                    <a:pt x="817126" y="0"/>
                  </a:lnTo>
                  <a:lnTo>
                    <a:pt x="817126" y="1078782"/>
                  </a:lnTo>
                  <a:lnTo>
                    <a:pt x="0" y="1078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>
                <a:fillRect t="-46" r="-10162" b="-11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0" name="Group 240"/>
            <p:cNvGrpSpPr/>
            <p:nvPr/>
          </p:nvGrpSpPr>
          <p:grpSpPr>
            <a:xfrm>
              <a:off x="4374790" y="6173473"/>
              <a:ext cx="227795" cy="227795"/>
              <a:chOff x="0" y="0"/>
              <a:chExt cx="812800" cy="812800"/>
            </a:xfrm>
          </p:grpSpPr>
          <p:sp>
            <p:nvSpPr>
              <p:cNvPr id="241" name="Freeform 2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1"/>
                <a:stretch>
                  <a:fillRect l="-15789" r="-15789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2" name="Freeform 242"/>
            <p:cNvSpPr/>
            <p:nvPr/>
          </p:nvSpPr>
          <p:spPr>
            <a:xfrm>
              <a:off x="4817470" y="6192510"/>
              <a:ext cx="270547" cy="270547"/>
            </a:xfrm>
            <a:custGeom>
              <a:avLst/>
              <a:gdLst/>
              <a:ahLst/>
              <a:cxnLst/>
              <a:rect l="l" t="t" r="r" b="b"/>
              <a:pathLst>
                <a:path w="270547" h="270547">
                  <a:moveTo>
                    <a:pt x="0" y="0"/>
                  </a:moveTo>
                  <a:lnTo>
                    <a:pt x="270547" y="0"/>
                  </a:lnTo>
                  <a:lnTo>
                    <a:pt x="270547" y="270547"/>
                  </a:lnTo>
                  <a:lnTo>
                    <a:pt x="0" y="270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243"/>
            <p:cNvSpPr/>
            <p:nvPr/>
          </p:nvSpPr>
          <p:spPr>
            <a:xfrm>
              <a:off x="4871922" y="6248002"/>
              <a:ext cx="168616" cy="90210"/>
            </a:xfrm>
            <a:custGeom>
              <a:avLst/>
              <a:gdLst/>
              <a:ahLst/>
              <a:cxnLst/>
              <a:rect l="l" t="t" r="r" b="b"/>
              <a:pathLst>
                <a:path w="168616" h="90210">
                  <a:moveTo>
                    <a:pt x="0" y="0"/>
                  </a:moveTo>
                  <a:lnTo>
                    <a:pt x="168617" y="0"/>
                  </a:lnTo>
                  <a:lnTo>
                    <a:pt x="168617" y="90210"/>
                  </a:lnTo>
                  <a:lnTo>
                    <a:pt x="0" y="90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TextBox 244"/>
            <p:cNvSpPr txBox="1"/>
            <p:nvPr/>
          </p:nvSpPr>
          <p:spPr>
            <a:xfrm>
              <a:off x="4880184" y="6197606"/>
              <a:ext cx="152092" cy="72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8"/>
                </a:lnSpc>
                <a:spcBef>
                  <a:spcPct val="0"/>
                </a:spcBef>
              </a:pPr>
              <a:r>
                <a:rPr lang="en-US" sz="215" b="1" spc="2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</a:t>
              </a:r>
            </a:p>
          </p:txBody>
        </p:sp>
        <p:sp>
          <p:nvSpPr>
            <p:cNvPr id="245" name="Freeform 245"/>
            <p:cNvSpPr/>
            <p:nvPr/>
          </p:nvSpPr>
          <p:spPr>
            <a:xfrm rot="-3394830" flipV="1">
              <a:off x="4834112" y="6304119"/>
              <a:ext cx="41707" cy="13110"/>
            </a:xfrm>
            <a:custGeom>
              <a:avLst/>
              <a:gdLst/>
              <a:ahLst/>
              <a:cxnLst/>
              <a:rect l="l" t="t" r="r" b="b"/>
              <a:pathLst>
                <a:path w="41707" h="13110">
                  <a:moveTo>
                    <a:pt x="0" y="13109"/>
                  </a:moveTo>
                  <a:lnTo>
                    <a:pt x="41707" y="13109"/>
                  </a:lnTo>
                  <a:lnTo>
                    <a:pt x="41707" y="0"/>
                  </a:lnTo>
                  <a:lnTo>
                    <a:pt x="0" y="0"/>
                  </a:lnTo>
                  <a:lnTo>
                    <a:pt x="0" y="1310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246"/>
            <p:cNvSpPr/>
            <p:nvPr/>
          </p:nvSpPr>
          <p:spPr>
            <a:xfrm rot="-6716943">
              <a:off x="5036867" y="6304652"/>
              <a:ext cx="38313" cy="12043"/>
            </a:xfrm>
            <a:custGeom>
              <a:avLst/>
              <a:gdLst/>
              <a:ahLst/>
              <a:cxnLst/>
              <a:rect l="l" t="t" r="r" b="b"/>
              <a:pathLst>
                <a:path w="38313" h="12043">
                  <a:moveTo>
                    <a:pt x="0" y="0"/>
                  </a:moveTo>
                  <a:lnTo>
                    <a:pt x="38313" y="0"/>
                  </a:lnTo>
                  <a:lnTo>
                    <a:pt x="38313" y="12043"/>
                  </a:lnTo>
                  <a:lnTo>
                    <a:pt x="0" y="12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247"/>
            <p:cNvSpPr/>
            <p:nvPr/>
          </p:nvSpPr>
          <p:spPr>
            <a:xfrm rot="2699999">
              <a:off x="4866252" y="6274779"/>
              <a:ext cx="175027" cy="175027"/>
            </a:xfrm>
            <a:custGeom>
              <a:avLst/>
              <a:gdLst/>
              <a:ahLst/>
              <a:cxnLst/>
              <a:rect l="l" t="t" r="r" b="b"/>
              <a:pathLst>
                <a:path w="175027" h="175027">
                  <a:moveTo>
                    <a:pt x="0" y="0"/>
                  </a:moveTo>
                  <a:lnTo>
                    <a:pt x="175027" y="0"/>
                  </a:lnTo>
                  <a:lnTo>
                    <a:pt x="175027" y="175027"/>
                  </a:lnTo>
                  <a:lnTo>
                    <a:pt x="0" y="175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TextBox 248"/>
            <p:cNvSpPr txBox="1"/>
            <p:nvPr/>
          </p:nvSpPr>
          <p:spPr>
            <a:xfrm>
              <a:off x="4914310" y="6422211"/>
              <a:ext cx="76867" cy="13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"/>
                </a:lnSpc>
                <a:spcBef>
                  <a:spcPct val="0"/>
                </a:spcBef>
              </a:pPr>
              <a:r>
                <a:rPr lang="en-US" sz="100" b="1" spc="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49" name="Freeform 249"/>
            <p:cNvSpPr/>
            <p:nvPr/>
          </p:nvSpPr>
          <p:spPr>
            <a:xfrm rot="2699999">
              <a:off x="4887093" y="6338788"/>
              <a:ext cx="131302" cy="131302"/>
            </a:xfrm>
            <a:custGeom>
              <a:avLst/>
              <a:gdLst/>
              <a:ahLst/>
              <a:cxnLst/>
              <a:rect l="l" t="t" r="r" b="b"/>
              <a:pathLst>
                <a:path w="131302" h="131302">
                  <a:moveTo>
                    <a:pt x="0" y="0"/>
                  </a:moveTo>
                  <a:lnTo>
                    <a:pt x="131302" y="0"/>
                  </a:lnTo>
                  <a:lnTo>
                    <a:pt x="131302" y="131302"/>
                  </a:lnTo>
                  <a:lnTo>
                    <a:pt x="0" y="131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TextBox 250"/>
            <p:cNvSpPr txBox="1"/>
            <p:nvPr/>
          </p:nvSpPr>
          <p:spPr>
            <a:xfrm>
              <a:off x="4891202" y="6366883"/>
              <a:ext cx="125126" cy="31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"/>
                </a:lnSpc>
                <a:spcBef>
                  <a:spcPct val="0"/>
                </a:spcBef>
              </a:pPr>
              <a:r>
                <a:rPr lang="en-US" sz="10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51" name="TextBox 251"/>
            <p:cNvSpPr txBox="1"/>
            <p:nvPr/>
          </p:nvSpPr>
          <p:spPr>
            <a:xfrm>
              <a:off x="4835354" y="6338135"/>
              <a:ext cx="59352" cy="13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52" name="TextBox 252"/>
            <p:cNvSpPr txBox="1"/>
            <p:nvPr/>
          </p:nvSpPr>
          <p:spPr>
            <a:xfrm>
              <a:off x="5009417" y="6338135"/>
              <a:ext cx="59352" cy="13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53" name="Freeform 253"/>
            <p:cNvSpPr/>
            <p:nvPr/>
          </p:nvSpPr>
          <p:spPr>
            <a:xfrm>
              <a:off x="4927655" y="6287876"/>
              <a:ext cx="50178" cy="57021"/>
            </a:xfrm>
            <a:custGeom>
              <a:avLst/>
              <a:gdLst/>
              <a:ahLst/>
              <a:cxnLst/>
              <a:rect l="l" t="t" r="r" b="b"/>
              <a:pathLst>
                <a:path w="50178" h="57021">
                  <a:moveTo>
                    <a:pt x="0" y="0"/>
                  </a:moveTo>
                  <a:lnTo>
                    <a:pt x="50178" y="0"/>
                  </a:lnTo>
                  <a:lnTo>
                    <a:pt x="50178" y="57021"/>
                  </a:lnTo>
                  <a:lnTo>
                    <a:pt x="0" y="57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4" name="Group 254"/>
            <p:cNvGrpSpPr/>
            <p:nvPr/>
          </p:nvGrpSpPr>
          <p:grpSpPr>
            <a:xfrm>
              <a:off x="394349" y="4297594"/>
              <a:ext cx="4865505" cy="380552"/>
              <a:chOff x="0" y="0"/>
              <a:chExt cx="12586773" cy="984466"/>
            </a:xfrm>
          </p:grpSpPr>
          <p:sp>
            <p:nvSpPr>
              <p:cNvPr id="255" name="Freeform 255"/>
              <p:cNvSpPr/>
              <p:nvPr/>
            </p:nvSpPr>
            <p:spPr>
              <a:xfrm>
                <a:off x="0" y="0"/>
                <a:ext cx="12586773" cy="984466"/>
              </a:xfrm>
              <a:custGeom>
                <a:avLst/>
                <a:gdLst/>
                <a:ahLst/>
                <a:cxnLst/>
                <a:rect l="l" t="t" r="r" b="b"/>
                <a:pathLst>
                  <a:path w="12586773" h="984466">
                    <a:moveTo>
                      <a:pt x="0" y="0"/>
                    </a:moveTo>
                    <a:lnTo>
                      <a:pt x="12586773" y="0"/>
                    </a:lnTo>
                    <a:lnTo>
                      <a:pt x="12586773" y="984466"/>
                    </a:lnTo>
                    <a:lnTo>
                      <a:pt x="0" y="9844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57063" r="-16236" b="-222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TextBox 256"/>
              <p:cNvSpPr txBox="1"/>
              <p:nvPr/>
            </p:nvSpPr>
            <p:spPr>
              <a:xfrm>
                <a:off x="0" y="-9525"/>
                <a:ext cx="12586773" cy="99399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720"/>
                  </a:lnSpc>
                </a:pPr>
                <a:r>
                  <a:rPr lang="en-US" sz="600" b="1" spc="150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October 2026 Board: Powered by Iced Coffee &amp; Delusion ☕️</a:t>
                </a:r>
              </a:p>
            </p:txBody>
          </p:sp>
        </p:grpSp>
      </p:grpSp>
      <p:grpSp>
        <p:nvGrpSpPr>
          <p:cNvPr id="257" name="Group 2">
            <a:extLst>
              <a:ext uri="{FF2B5EF4-FFF2-40B4-BE49-F238E27FC236}">
                <a16:creationId xmlns:a16="http://schemas.microsoft.com/office/drawing/2014/main" id="{44992678-B10C-962B-9347-90BDB1F26BBC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258" name="Freeform 3">
              <a:extLst>
                <a:ext uri="{FF2B5EF4-FFF2-40B4-BE49-F238E27FC236}">
                  <a16:creationId xmlns:a16="http://schemas.microsoft.com/office/drawing/2014/main" id="{04411BC2-169F-0922-C0C2-59603B32B052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TextBox 4">
              <a:extLst>
                <a:ext uri="{FF2B5EF4-FFF2-40B4-BE49-F238E27FC236}">
                  <a16:creationId xmlns:a16="http://schemas.microsoft.com/office/drawing/2014/main" id="{91DA7A28-5668-B49A-657B-F6D0C590C05F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260" name="Group 5">
            <a:extLst>
              <a:ext uri="{FF2B5EF4-FFF2-40B4-BE49-F238E27FC236}">
                <a16:creationId xmlns:a16="http://schemas.microsoft.com/office/drawing/2014/main" id="{9989E9D1-7D70-C744-069E-BF78DBF56CC3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261" name="Freeform 6">
              <a:extLst>
                <a:ext uri="{FF2B5EF4-FFF2-40B4-BE49-F238E27FC236}">
                  <a16:creationId xmlns:a16="http://schemas.microsoft.com/office/drawing/2014/main" id="{61418B74-0B30-3BF7-881C-9BEA650821FE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TextBox 7">
              <a:extLst>
                <a:ext uri="{FF2B5EF4-FFF2-40B4-BE49-F238E27FC236}">
                  <a16:creationId xmlns:a16="http://schemas.microsoft.com/office/drawing/2014/main" id="{0ACECF78-FACE-1F56-68A6-237D7E29776F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263" name="Group 8">
            <a:extLst>
              <a:ext uri="{FF2B5EF4-FFF2-40B4-BE49-F238E27FC236}">
                <a16:creationId xmlns:a16="http://schemas.microsoft.com/office/drawing/2014/main" id="{19E6293E-055C-C90A-9030-7CAAC6423BEA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264" name="Freeform 9">
              <a:extLst>
                <a:ext uri="{FF2B5EF4-FFF2-40B4-BE49-F238E27FC236}">
                  <a16:creationId xmlns:a16="http://schemas.microsoft.com/office/drawing/2014/main" id="{3564AAB1-24C1-2204-08B3-83CE5E039201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TextBox 10">
              <a:extLst>
                <a:ext uri="{FF2B5EF4-FFF2-40B4-BE49-F238E27FC236}">
                  <a16:creationId xmlns:a16="http://schemas.microsoft.com/office/drawing/2014/main" id="{162260FD-4FB8-00A4-E7C2-4D91F7E8AA5A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55424" y="2890868"/>
            <a:ext cx="7132320" cy="992403"/>
            <a:chOff x="0" y="0"/>
            <a:chExt cx="9509760" cy="13232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09760" cy="1323204"/>
            </a:xfrm>
            <a:custGeom>
              <a:avLst/>
              <a:gdLst/>
              <a:ahLst/>
              <a:cxnLst/>
              <a:rect l="l" t="t" r="r" b="b"/>
              <a:pathLst>
                <a:path w="9509760" h="1323204">
                  <a:moveTo>
                    <a:pt x="0" y="0"/>
                  </a:moveTo>
                  <a:lnTo>
                    <a:pt x="9509760" y="0"/>
                  </a:lnTo>
                  <a:lnTo>
                    <a:pt x="9509760" y="1323204"/>
                  </a:lnTo>
                  <a:lnTo>
                    <a:pt x="0" y="13232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7118" r="-101923" b="-2484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9509760" cy="12851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55424" y="4103450"/>
            <a:ext cx="5150359" cy="2132804"/>
            <a:chOff x="0" y="0"/>
            <a:chExt cx="6867146" cy="284373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867146" cy="2843738"/>
            </a:xfrm>
            <a:custGeom>
              <a:avLst/>
              <a:gdLst/>
              <a:ahLst/>
              <a:cxnLst/>
              <a:rect l="l" t="t" r="r" b="b"/>
              <a:pathLst>
                <a:path w="6867146" h="2843738">
                  <a:moveTo>
                    <a:pt x="0" y="0"/>
                  </a:moveTo>
                  <a:lnTo>
                    <a:pt x="6867146" y="0"/>
                  </a:lnTo>
                  <a:lnTo>
                    <a:pt x="6867146" y="2843738"/>
                  </a:lnTo>
                  <a:lnTo>
                    <a:pt x="0" y="28437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91" r="-113049" b="-115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57150"/>
              <a:ext cx="6867146" cy="2900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 increase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Theme Designs released monthly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Sponsored Ad designs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Gamified engangement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Leadership board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can view their BeReal Passport Collection on the ‘Passport’ tab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1038556" y="1028700"/>
            <a:ext cx="4317130" cy="1109517"/>
            <a:chOff x="0" y="0"/>
            <a:chExt cx="5756173" cy="1479356"/>
          </a:xfrm>
        </p:grpSpPr>
        <p:grpSp>
          <p:nvGrpSpPr>
            <p:cNvPr id="99" name="Group 99"/>
            <p:cNvGrpSpPr/>
            <p:nvPr/>
          </p:nvGrpSpPr>
          <p:grpSpPr>
            <a:xfrm>
              <a:off x="0" y="0"/>
              <a:ext cx="5756173" cy="1479356"/>
              <a:chOff x="0" y="0"/>
              <a:chExt cx="1137022" cy="292218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1137022" cy="292218"/>
              </a:xfrm>
              <a:custGeom>
                <a:avLst/>
                <a:gdLst/>
                <a:ahLst/>
                <a:cxnLst/>
                <a:rect l="l" t="t" r="r" b="b"/>
                <a:pathLst>
                  <a:path w="1137022" h="292218">
                    <a:moveTo>
                      <a:pt x="91458" y="0"/>
                    </a:moveTo>
                    <a:lnTo>
                      <a:pt x="1045563" y="0"/>
                    </a:lnTo>
                    <a:cubicBezTo>
                      <a:pt x="1096075" y="0"/>
                      <a:pt x="1137022" y="40947"/>
                      <a:pt x="1137022" y="91458"/>
                    </a:cubicBezTo>
                    <a:lnTo>
                      <a:pt x="1137022" y="200760"/>
                    </a:lnTo>
                    <a:cubicBezTo>
                      <a:pt x="1137022" y="251271"/>
                      <a:pt x="1096075" y="292218"/>
                      <a:pt x="1045563" y="292218"/>
                    </a:cubicBezTo>
                    <a:lnTo>
                      <a:pt x="91458" y="292218"/>
                    </a:lnTo>
                    <a:cubicBezTo>
                      <a:pt x="40947" y="292218"/>
                      <a:pt x="0" y="251271"/>
                      <a:pt x="0" y="200760"/>
                    </a:cubicBezTo>
                    <a:lnTo>
                      <a:pt x="0" y="91458"/>
                    </a:lnTo>
                    <a:cubicBezTo>
                      <a:pt x="0" y="40947"/>
                      <a:pt x="40947" y="0"/>
                      <a:pt x="91458" y="0"/>
                    </a:cubicBezTo>
                    <a:close/>
                  </a:path>
                </a:pathLst>
              </a:custGeom>
              <a:solidFill>
                <a:srgbClr val="484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0" y="-47625"/>
                <a:ext cx="1137022" cy="3398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238167" y="212133"/>
              <a:ext cx="5060919" cy="1028293"/>
              <a:chOff x="0" y="0"/>
              <a:chExt cx="6580692" cy="1337085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6580692" cy="1337086"/>
              </a:xfrm>
              <a:custGeom>
                <a:avLst/>
                <a:gdLst/>
                <a:ahLst/>
                <a:cxnLst/>
                <a:rect l="l" t="t" r="r" b="b"/>
                <a:pathLst>
                  <a:path w="6580692" h="1337086">
                    <a:moveTo>
                      <a:pt x="0" y="0"/>
                    </a:moveTo>
                    <a:lnTo>
                      <a:pt x="6580692" y="0"/>
                    </a:lnTo>
                    <a:lnTo>
                      <a:pt x="6580692" y="1337086"/>
                    </a:lnTo>
                    <a:lnTo>
                      <a:pt x="0" y="133708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89269" r="-122323" b="-13714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0" y="-47625"/>
                <a:ext cx="6580692" cy="13847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399"/>
                  </a:lnSpc>
                </a:pPr>
                <a:r>
                  <a:rPr lang="en-US" sz="1999" b="1" spc="499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October 2026 Release</a:t>
                </a:r>
              </a:p>
            </p:txBody>
          </p: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A058CF52-1ACA-2775-80D6-5159AEFEB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21" y="2503645"/>
            <a:ext cx="3619500" cy="36322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FF488FFC-556E-0405-82E5-E07BDD553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5680" y="2343086"/>
            <a:ext cx="3632200" cy="36195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4DDC108C-F695-693C-5658-2D09CB4809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84" y="6461602"/>
            <a:ext cx="3632200" cy="36322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6957BD23-6618-E8C6-5C3E-45B5513360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060" y="6436202"/>
            <a:ext cx="3632200" cy="36830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D2447905-6105-4CBA-9791-C48B14CFD1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031" y="6442552"/>
            <a:ext cx="3657600" cy="361950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DF5C1D0B-4292-1EEE-0BF5-612CEC72C7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5680" y="6366416"/>
            <a:ext cx="3657600" cy="3619500"/>
          </a:xfrm>
          <a:prstGeom prst="rect">
            <a:avLst/>
          </a:prstGeom>
        </p:spPr>
      </p:pic>
      <p:grpSp>
        <p:nvGrpSpPr>
          <p:cNvPr id="14" name="Group 2">
            <a:extLst>
              <a:ext uri="{FF2B5EF4-FFF2-40B4-BE49-F238E27FC236}">
                <a16:creationId xmlns:a16="http://schemas.microsoft.com/office/drawing/2014/main" id="{6EC5BB67-6D38-B091-8418-74E864A965EE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773914E5-C230-8465-6E53-F36F6C11F3E1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A4BFFFE7-5666-3864-69BE-2120AC51836C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17" name="Group 5">
            <a:extLst>
              <a:ext uri="{FF2B5EF4-FFF2-40B4-BE49-F238E27FC236}">
                <a16:creationId xmlns:a16="http://schemas.microsoft.com/office/drawing/2014/main" id="{B288D4AE-F386-5095-8B10-4A51B18FCC16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FA6C78F-6C1B-BB12-A442-51B51EC85B81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D33C31A3-51A2-2FD4-6037-AE270B5CECD0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20" name="Group 8">
            <a:extLst>
              <a:ext uri="{FF2B5EF4-FFF2-40B4-BE49-F238E27FC236}">
                <a16:creationId xmlns:a16="http://schemas.microsoft.com/office/drawing/2014/main" id="{8DD9A0AC-4412-3707-E2A3-9A3F04694EAC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830AE7F-89B7-2F8E-1600-D0CD996EB237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FBDC5FE6-C223-2D92-149F-294EE3F6E8C8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8000" y="974096"/>
            <a:ext cx="3591275" cy="2927807"/>
            <a:chOff x="0" y="0"/>
            <a:chExt cx="4788366" cy="390374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788366" cy="3903743"/>
              <a:chOff x="0" y="0"/>
              <a:chExt cx="1298052" cy="105824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298052" cy="1058244"/>
              </a:xfrm>
              <a:custGeom>
                <a:avLst/>
                <a:gdLst/>
                <a:ahLst/>
                <a:cxnLst/>
                <a:rect l="l" t="t" r="r" b="b"/>
                <a:pathLst>
                  <a:path w="1298052" h="1058244">
                    <a:moveTo>
                      <a:pt x="91227" y="0"/>
                    </a:moveTo>
                    <a:lnTo>
                      <a:pt x="1206825" y="0"/>
                    </a:lnTo>
                    <a:cubicBezTo>
                      <a:pt x="1231020" y="0"/>
                      <a:pt x="1254224" y="9611"/>
                      <a:pt x="1271332" y="26720"/>
                    </a:cubicBezTo>
                    <a:cubicBezTo>
                      <a:pt x="1288440" y="43828"/>
                      <a:pt x="1298052" y="67032"/>
                      <a:pt x="1298052" y="91227"/>
                    </a:cubicBezTo>
                    <a:lnTo>
                      <a:pt x="1298052" y="967017"/>
                    </a:lnTo>
                    <a:cubicBezTo>
                      <a:pt x="1298052" y="1017400"/>
                      <a:pt x="1257208" y="1058244"/>
                      <a:pt x="1206825" y="1058244"/>
                    </a:cubicBezTo>
                    <a:lnTo>
                      <a:pt x="91227" y="1058244"/>
                    </a:lnTo>
                    <a:cubicBezTo>
                      <a:pt x="67032" y="1058244"/>
                      <a:pt x="43828" y="1048633"/>
                      <a:pt x="26720" y="1031524"/>
                    </a:cubicBezTo>
                    <a:cubicBezTo>
                      <a:pt x="9611" y="1014416"/>
                      <a:pt x="0" y="991212"/>
                      <a:pt x="0" y="967017"/>
                    </a:cubicBezTo>
                    <a:lnTo>
                      <a:pt x="0" y="91227"/>
                    </a:lnTo>
                    <a:cubicBezTo>
                      <a:pt x="0" y="67032"/>
                      <a:pt x="9611" y="43828"/>
                      <a:pt x="26720" y="26720"/>
                    </a:cubicBezTo>
                    <a:cubicBezTo>
                      <a:pt x="43828" y="9611"/>
                      <a:pt x="67032" y="0"/>
                      <a:pt x="912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1298052" cy="1086819"/>
              </a:xfrm>
              <a:prstGeom prst="rect">
                <a:avLst/>
              </a:prstGeom>
            </p:spPr>
            <p:txBody>
              <a:bodyPr lIns="44611" tIns="44611" rIns="44611" bIns="44611" rtlCol="0" anchor="ctr"/>
              <a:lstStyle/>
              <a:p>
                <a:pPr algn="ctr">
                  <a:lnSpc>
                    <a:spcPts val="17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07395" y="224571"/>
              <a:ext cx="4041239" cy="3454601"/>
              <a:chOff x="0" y="0"/>
              <a:chExt cx="1095517" cy="9364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95517" cy="936489"/>
              </a:xfrm>
              <a:custGeom>
                <a:avLst/>
                <a:gdLst/>
                <a:ahLst/>
                <a:cxnLst/>
                <a:rect l="l" t="t" r="r" b="b"/>
                <a:pathLst>
                  <a:path w="1095517" h="936489">
                    <a:moveTo>
                      <a:pt x="108093" y="0"/>
                    </a:moveTo>
                    <a:lnTo>
                      <a:pt x="987424" y="0"/>
                    </a:lnTo>
                    <a:cubicBezTo>
                      <a:pt x="1047122" y="0"/>
                      <a:pt x="1095517" y="48395"/>
                      <a:pt x="1095517" y="108093"/>
                    </a:cubicBezTo>
                    <a:lnTo>
                      <a:pt x="1095517" y="828396"/>
                    </a:lnTo>
                    <a:cubicBezTo>
                      <a:pt x="1095517" y="888094"/>
                      <a:pt x="1047122" y="936489"/>
                      <a:pt x="987424" y="936489"/>
                    </a:cubicBezTo>
                    <a:lnTo>
                      <a:pt x="108093" y="936489"/>
                    </a:lnTo>
                    <a:cubicBezTo>
                      <a:pt x="48395" y="936489"/>
                      <a:pt x="0" y="888094"/>
                      <a:pt x="0" y="828396"/>
                    </a:cubicBezTo>
                    <a:lnTo>
                      <a:pt x="0" y="108093"/>
                    </a:lnTo>
                    <a:cubicBezTo>
                      <a:pt x="0" y="48395"/>
                      <a:pt x="48395" y="0"/>
                      <a:pt x="108093" y="0"/>
                    </a:cubicBezTo>
                    <a:close/>
                  </a:path>
                </a:pathLst>
              </a:custGeom>
              <a:solidFill>
                <a:srgbClr val="48474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1095517" cy="965064"/>
              </a:xfrm>
              <a:prstGeom prst="rect">
                <a:avLst/>
              </a:prstGeom>
            </p:spPr>
            <p:txBody>
              <a:bodyPr lIns="44611" tIns="44611" rIns="44611" bIns="44611" rtlCol="0" anchor="ctr"/>
              <a:lstStyle/>
              <a:p>
                <a:pPr algn="ctr">
                  <a:lnSpc>
                    <a:spcPts val="17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55990" y="2833897"/>
              <a:ext cx="586564" cy="586564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t="-38495" b="-38495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445599" y="1926267"/>
              <a:ext cx="596955" cy="596955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5789" r="-15789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455990" y="1018638"/>
              <a:ext cx="596955" cy="596955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25187" b="-25187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733305" y="1018638"/>
              <a:ext cx="413712" cy="562874"/>
            </a:xfrm>
            <a:custGeom>
              <a:avLst/>
              <a:gdLst/>
              <a:ahLst/>
              <a:cxnLst/>
              <a:rect l="l" t="t" r="r" b="b"/>
              <a:pathLst>
                <a:path w="413712" h="562874">
                  <a:moveTo>
                    <a:pt x="0" y="0"/>
                  </a:moveTo>
                  <a:lnTo>
                    <a:pt x="413713" y="0"/>
                  </a:lnTo>
                  <a:lnTo>
                    <a:pt x="413713" y="562874"/>
                  </a:lnTo>
                  <a:lnTo>
                    <a:pt x="0" y="562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33305" y="1960348"/>
              <a:ext cx="413712" cy="562874"/>
            </a:xfrm>
            <a:custGeom>
              <a:avLst/>
              <a:gdLst/>
              <a:ahLst/>
              <a:cxnLst/>
              <a:rect l="l" t="t" r="r" b="b"/>
              <a:pathLst>
                <a:path w="413712" h="562874">
                  <a:moveTo>
                    <a:pt x="0" y="0"/>
                  </a:moveTo>
                  <a:lnTo>
                    <a:pt x="413713" y="0"/>
                  </a:lnTo>
                  <a:lnTo>
                    <a:pt x="413713" y="562874"/>
                  </a:lnTo>
                  <a:lnTo>
                    <a:pt x="0" y="562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709347" y="2824990"/>
              <a:ext cx="437671" cy="595470"/>
            </a:xfrm>
            <a:custGeom>
              <a:avLst/>
              <a:gdLst/>
              <a:ahLst/>
              <a:cxnLst/>
              <a:rect l="l" t="t" r="r" b="b"/>
              <a:pathLst>
                <a:path w="437671" h="595470">
                  <a:moveTo>
                    <a:pt x="0" y="0"/>
                  </a:moveTo>
                  <a:lnTo>
                    <a:pt x="437671" y="0"/>
                  </a:lnTo>
                  <a:lnTo>
                    <a:pt x="437671" y="595471"/>
                  </a:lnTo>
                  <a:lnTo>
                    <a:pt x="0" y="59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395" y="427723"/>
              <a:ext cx="4041239" cy="324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05"/>
                </a:lnSpc>
                <a:spcBef>
                  <a:spcPct val="0"/>
                </a:spcBef>
              </a:pPr>
              <a:r>
                <a:rPr lang="en-US" sz="142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SQUAD STAMP TALLY (OCTOBER)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52945" y="980538"/>
              <a:ext cx="1645550" cy="473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05"/>
                </a:lnSpc>
              </a:pPr>
              <a:r>
                <a:rPr lang="en-US" sz="142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Alex M. </a:t>
              </a:r>
            </a:p>
            <a:p>
              <a:pPr algn="ctr">
                <a:lnSpc>
                  <a:spcPts val="918"/>
                </a:lnSpc>
                <a:spcBef>
                  <a:spcPct val="0"/>
                </a:spcBef>
              </a:pPr>
              <a:r>
                <a:rPr lang="en-US" sz="76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 Stamps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91946" y="1888167"/>
              <a:ext cx="1167548" cy="473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05"/>
                </a:lnSpc>
              </a:pPr>
              <a:r>
                <a:rPr lang="en-US" sz="142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Maya K.</a:t>
              </a:r>
            </a:p>
            <a:p>
              <a:pPr algn="ctr">
                <a:lnSpc>
                  <a:spcPts val="918"/>
                </a:lnSpc>
                <a:spcBef>
                  <a:spcPct val="0"/>
                </a:spcBef>
              </a:pPr>
              <a:r>
                <a:rPr lang="en-US" sz="76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Stamps 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91946" y="2867154"/>
              <a:ext cx="1167548" cy="473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05"/>
                </a:lnSpc>
              </a:pPr>
              <a:r>
                <a:rPr lang="en-US" sz="142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Jordan T.</a:t>
              </a:r>
            </a:p>
            <a:p>
              <a:pPr algn="ctr">
                <a:lnSpc>
                  <a:spcPts val="918"/>
                </a:lnSpc>
                <a:spcBef>
                  <a:spcPct val="0"/>
                </a:spcBef>
              </a:pPr>
              <a:r>
                <a:rPr lang="en-US" sz="76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 Stamps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0120" y="4467219"/>
            <a:ext cx="6942734" cy="1837529"/>
            <a:chOff x="0" y="0"/>
            <a:chExt cx="9256979" cy="24500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56978" cy="2450038"/>
            </a:xfrm>
            <a:custGeom>
              <a:avLst/>
              <a:gdLst/>
              <a:ahLst/>
              <a:cxnLst/>
              <a:rect l="l" t="t" r="r" b="b"/>
              <a:pathLst>
                <a:path w="9256978" h="2450038">
                  <a:moveTo>
                    <a:pt x="0" y="0"/>
                  </a:moveTo>
                  <a:lnTo>
                    <a:pt x="9256978" y="0"/>
                  </a:lnTo>
                  <a:lnTo>
                    <a:pt x="9256978" y="2450038"/>
                  </a:lnTo>
                  <a:lnTo>
                    <a:pt x="0" y="24500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03292" r="-58047" b="-294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9256979" cy="25071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b="1" spc="59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 Increase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for push notification landing pages and in-app feature announcements.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Leadership Board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Passport Collection</a:t>
              </a:r>
            </a:p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Quick Link to Capsule Carousel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0120" y="3164199"/>
            <a:ext cx="6796473" cy="1303020"/>
            <a:chOff x="0" y="0"/>
            <a:chExt cx="9061963" cy="17373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061963" cy="1737360"/>
            </a:xfrm>
            <a:custGeom>
              <a:avLst/>
              <a:gdLst/>
              <a:ahLst/>
              <a:cxnLst/>
              <a:rect l="l" t="t" r="r" b="b"/>
              <a:pathLst>
                <a:path w="9061963" h="1737360">
                  <a:moveTo>
                    <a:pt x="0" y="0"/>
                  </a:moveTo>
                  <a:lnTo>
                    <a:pt x="9061963" y="0"/>
                  </a:lnTo>
                  <a:lnTo>
                    <a:pt x="9061963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65360" r="-111901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38100"/>
              <a:ext cx="9061963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Leaderboard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4000635" y="9139411"/>
            <a:ext cx="3538640" cy="821933"/>
            <a:chOff x="0" y="0"/>
            <a:chExt cx="4718186" cy="1095911"/>
          </a:xfrm>
        </p:grpSpPr>
        <p:grpSp>
          <p:nvGrpSpPr>
            <p:cNvPr id="159" name="Group 159"/>
            <p:cNvGrpSpPr/>
            <p:nvPr/>
          </p:nvGrpSpPr>
          <p:grpSpPr>
            <a:xfrm>
              <a:off x="0" y="0"/>
              <a:ext cx="4718186" cy="1095911"/>
              <a:chOff x="0" y="0"/>
              <a:chExt cx="1213439" cy="28185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1213439" cy="281850"/>
              </a:xfrm>
              <a:custGeom>
                <a:avLst/>
                <a:gdLst/>
                <a:ahLst/>
                <a:cxnLst/>
                <a:rect l="l" t="t" r="r" b="b"/>
                <a:pathLst>
                  <a:path w="1213439" h="281850">
                    <a:moveTo>
                      <a:pt x="97588" y="0"/>
                    </a:moveTo>
                    <a:lnTo>
                      <a:pt x="1115851" y="0"/>
                    </a:lnTo>
                    <a:cubicBezTo>
                      <a:pt x="1141733" y="0"/>
                      <a:pt x="1166555" y="10282"/>
                      <a:pt x="1184856" y="28583"/>
                    </a:cubicBezTo>
                    <a:cubicBezTo>
                      <a:pt x="1203158" y="46884"/>
                      <a:pt x="1213439" y="71706"/>
                      <a:pt x="1213439" y="97588"/>
                    </a:cubicBezTo>
                    <a:lnTo>
                      <a:pt x="1213439" y="184262"/>
                    </a:lnTo>
                    <a:cubicBezTo>
                      <a:pt x="1213439" y="210144"/>
                      <a:pt x="1203158" y="234966"/>
                      <a:pt x="1184856" y="253267"/>
                    </a:cubicBezTo>
                    <a:cubicBezTo>
                      <a:pt x="1166555" y="271569"/>
                      <a:pt x="1141733" y="281850"/>
                      <a:pt x="1115851" y="281850"/>
                    </a:cubicBezTo>
                    <a:lnTo>
                      <a:pt x="97588" y="281850"/>
                    </a:lnTo>
                    <a:cubicBezTo>
                      <a:pt x="71706" y="281850"/>
                      <a:pt x="46884" y="271569"/>
                      <a:pt x="28583" y="253267"/>
                    </a:cubicBezTo>
                    <a:cubicBezTo>
                      <a:pt x="10282" y="234966"/>
                      <a:pt x="0" y="210144"/>
                      <a:pt x="0" y="184262"/>
                    </a:cubicBezTo>
                    <a:lnTo>
                      <a:pt x="0" y="97588"/>
                    </a:lnTo>
                    <a:cubicBezTo>
                      <a:pt x="0" y="71706"/>
                      <a:pt x="10282" y="46884"/>
                      <a:pt x="28583" y="28583"/>
                    </a:cubicBezTo>
                    <a:cubicBezTo>
                      <a:pt x="46884" y="10282"/>
                      <a:pt x="71706" y="0"/>
                      <a:pt x="975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0" y="-28575"/>
                <a:ext cx="1213439" cy="310425"/>
              </a:xfrm>
              <a:prstGeom prst="rect">
                <a:avLst/>
              </a:prstGeom>
            </p:spPr>
            <p:txBody>
              <a:bodyPr lIns="44611" tIns="44611" rIns="44611" bIns="44611" rtlCol="0" anchor="ctr"/>
              <a:lstStyle/>
              <a:p>
                <a:pPr algn="ctr">
                  <a:lnSpc>
                    <a:spcPts val="1740"/>
                  </a:lnSpc>
                </a:pPr>
                <a:endParaRPr/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157545" y="233588"/>
              <a:ext cx="4403096" cy="628734"/>
              <a:chOff x="0" y="0"/>
              <a:chExt cx="1132404" cy="1617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1132403" cy="161700"/>
              </a:xfrm>
              <a:custGeom>
                <a:avLst/>
                <a:gdLst/>
                <a:ahLst/>
                <a:cxnLst/>
                <a:rect l="l" t="t" r="r" b="b"/>
                <a:pathLst>
                  <a:path w="1132403" h="161700">
                    <a:moveTo>
                      <a:pt x="80850" y="0"/>
                    </a:moveTo>
                    <a:lnTo>
                      <a:pt x="1051553" y="0"/>
                    </a:lnTo>
                    <a:cubicBezTo>
                      <a:pt x="1072996" y="0"/>
                      <a:pt x="1093561" y="8518"/>
                      <a:pt x="1108723" y="23680"/>
                    </a:cubicBezTo>
                    <a:cubicBezTo>
                      <a:pt x="1123885" y="38843"/>
                      <a:pt x="1132403" y="59407"/>
                      <a:pt x="1132403" y="80850"/>
                    </a:cubicBezTo>
                    <a:lnTo>
                      <a:pt x="1132403" y="80850"/>
                    </a:lnTo>
                    <a:cubicBezTo>
                      <a:pt x="1132403" y="102293"/>
                      <a:pt x="1123885" y="122857"/>
                      <a:pt x="1108723" y="138020"/>
                    </a:cubicBezTo>
                    <a:cubicBezTo>
                      <a:pt x="1093561" y="153182"/>
                      <a:pt x="1072996" y="161700"/>
                      <a:pt x="1051553" y="161700"/>
                    </a:cubicBezTo>
                    <a:lnTo>
                      <a:pt x="80850" y="161700"/>
                    </a:lnTo>
                    <a:cubicBezTo>
                      <a:pt x="59407" y="161700"/>
                      <a:pt x="38843" y="153182"/>
                      <a:pt x="23680" y="138020"/>
                    </a:cubicBezTo>
                    <a:cubicBezTo>
                      <a:pt x="8518" y="122857"/>
                      <a:pt x="0" y="102293"/>
                      <a:pt x="0" y="80850"/>
                    </a:cubicBezTo>
                    <a:lnTo>
                      <a:pt x="0" y="80850"/>
                    </a:lnTo>
                    <a:cubicBezTo>
                      <a:pt x="0" y="59407"/>
                      <a:pt x="8518" y="38843"/>
                      <a:pt x="23680" y="23680"/>
                    </a:cubicBezTo>
                    <a:cubicBezTo>
                      <a:pt x="38843" y="8518"/>
                      <a:pt x="59407" y="0"/>
                      <a:pt x="8085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0" y="-28575"/>
                <a:ext cx="1132404" cy="190275"/>
              </a:xfrm>
              <a:prstGeom prst="rect">
                <a:avLst/>
              </a:prstGeom>
            </p:spPr>
            <p:txBody>
              <a:bodyPr lIns="44611" tIns="44611" rIns="44611" bIns="44611" rtlCol="0" anchor="ctr"/>
              <a:lstStyle/>
              <a:p>
                <a:pPr algn="ctr">
                  <a:lnSpc>
                    <a:spcPts val="1740"/>
                  </a:lnSpc>
                </a:pPr>
                <a:r>
                  <a:rPr lang="en-US" sz="145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View October Capsule Carousel</a:t>
                </a:r>
              </a:p>
            </p:txBody>
          </p:sp>
        </p:grpSp>
      </p:grpSp>
      <p:grpSp>
        <p:nvGrpSpPr>
          <p:cNvPr id="165" name="Group 165"/>
          <p:cNvGrpSpPr/>
          <p:nvPr/>
        </p:nvGrpSpPr>
        <p:grpSpPr>
          <a:xfrm>
            <a:off x="13948000" y="4586159"/>
            <a:ext cx="3591275" cy="798093"/>
            <a:chOff x="0" y="0"/>
            <a:chExt cx="7817802" cy="1737360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7817802" cy="1737360"/>
            </a:xfrm>
            <a:custGeom>
              <a:avLst/>
              <a:gdLst/>
              <a:ahLst/>
              <a:cxnLst/>
              <a:rect l="l" t="t" r="r" b="b"/>
              <a:pathLst>
                <a:path w="7817802" h="1737360">
                  <a:moveTo>
                    <a:pt x="0" y="0"/>
                  </a:moveTo>
                  <a:lnTo>
                    <a:pt x="7817802" y="0"/>
                  </a:lnTo>
                  <a:lnTo>
                    <a:pt x="781780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65360" r="-145624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0" y="0"/>
              <a:ext cx="7817802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8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BeReal Passport </a:t>
              </a:r>
            </a:p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Collection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14521784" y="230607"/>
            <a:ext cx="2443707" cy="798093"/>
            <a:chOff x="0" y="0"/>
            <a:chExt cx="5319677" cy="1737360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5319677" cy="1737360"/>
            </a:xfrm>
            <a:custGeom>
              <a:avLst/>
              <a:gdLst/>
              <a:ahLst/>
              <a:cxnLst/>
              <a:rect l="l" t="t" r="r" b="b"/>
              <a:pathLst>
                <a:path w="5319677" h="1737360">
                  <a:moveTo>
                    <a:pt x="0" y="0"/>
                  </a:moveTo>
                  <a:lnTo>
                    <a:pt x="5319677" y="0"/>
                  </a:lnTo>
                  <a:lnTo>
                    <a:pt x="5319677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65360" r="-260969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0" y="0"/>
              <a:ext cx="5319677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Leadership Board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14000635" y="8214495"/>
            <a:ext cx="3538640" cy="798093"/>
            <a:chOff x="0" y="0"/>
            <a:chExt cx="7703221" cy="1737360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7703221" cy="1737360"/>
            </a:xfrm>
            <a:custGeom>
              <a:avLst/>
              <a:gdLst/>
              <a:ahLst/>
              <a:cxnLst/>
              <a:rect l="l" t="t" r="r" b="b"/>
              <a:pathLst>
                <a:path w="7703221" h="1737360">
                  <a:moveTo>
                    <a:pt x="0" y="0"/>
                  </a:moveTo>
                  <a:lnTo>
                    <a:pt x="7703221" y="0"/>
                  </a:lnTo>
                  <a:lnTo>
                    <a:pt x="770322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65360" r="-149277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0" y="0"/>
              <a:ext cx="7703221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Button to Take User to Memories</a:t>
              </a:r>
            </a:p>
          </p:txBody>
        </p:sp>
      </p:grpSp>
      <p:pic>
        <p:nvPicPr>
          <p:cNvPr id="258" name="Picture 257">
            <a:extLst>
              <a:ext uri="{FF2B5EF4-FFF2-40B4-BE49-F238E27FC236}">
                <a16:creationId xmlns:a16="http://schemas.microsoft.com/office/drawing/2014/main" id="{5759DA2E-BF8C-296E-10AC-57630C73DA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988" y="1009650"/>
            <a:ext cx="4191000" cy="8267700"/>
          </a:xfrm>
          <a:prstGeom prst="rect">
            <a:avLst/>
          </a:prstGeom>
        </p:spPr>
      </p:pic>
      <p:sp>
        <p:nvSpPr>
          <p:cNvPr id="254" name="Freeform 254"/>
          <p:cNvSpPr/>
          <p:nvPr/>
        </p:nvSpPr>
        <p:spPr>
          <a:xfrm rot="-2176706">
            <a:off x="12128777" y="4238965"/>
            <a:ext cx="1928516" cy="636410"/>
          </a:xfrm>
          <a:custGeom>
            <a:avLst/>
            <a:gdLst/>
            <a:ahLst/>
            <a:cxnLst/>
            <a:rect l="l" t="t" r="r" b="b"/>
            <a:pathLst>
              <a:path w="1928516" h="636410">
                <a:moveTo>
                  <a:pt x="0" y="0"/>
                </a:moveTo>
                <a:lnTo>
                  <a:pt x="1928516" y="0"/>
                </a:lnTo>
                <a:lnTo>
                  <a:pt x="1928516" y="636410"/>
                </a:lnTo>
                <a:lnTo>
                  <a:pt x="0" y="636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5" name="Freeform 255"/>
          <p:cNvSpPr/>
          <p:nvPr/>
        </p:nvSpPr>
        <p:spPr>
          <a:xfrm rot="-986734">
            <a:off x="11855269" y="6348260"/>
            <a:ext cx="1930396" cy="579119"/>
          </a:xfrm>
          <a:custGeom>
            <a:avLst/>
            <a:gdLst/>
            <a:ahLst/>
            <a:cxnLst/>
            <a:rect l="l" t="t" r="r" b="b"/>
            <a:pathLst>
              <a:path w="1930396" h="579119">
                <a:moveTo>
                  <a:pt x="0" y="0"/>
                </a:moveTo>
                <a:lnTo>
                  <a:pt x="1930396" y="0"/>
                </a:lnTo>
                <a:lnTo>
                  <a:pt x="1930396" y="579118"/>
                </a:lnTo>
                <a:lnTo>
                  <a:pt x="0" y="579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6" name="Freeform 256"/>
          <p:cNvSpPr/>
          <p:nvPr/>
        </p:nvSpPr>
        <p:spPr>
          <a:xfrm rot="1851698">
            <a:off x="11944790" y="7924936"/>
            <a:ext cx="1930396" cy="579119"/>
          </a:xfrm>
          <a:custGeom>
            <a:avLst/>
            <a:gdLst/>
            <a:ahLst/>
            <a:cxnLst/>
            <a:rect l="l" t="t" r="r" b="b"/>
            <a:pathLst>
              <a:path w="1930396" h="579119">
                <a:moveTo>
                  <a:pt x="0" y="0"/>
                </a:moveTo>
                <a:lnTo>
                  <a:pt x="1930396" y="0"/>
                </a:lnTo>
                <a:lnTo>
                  <a:pt x="1930396" y="579118"/>
                </a:lnTo>
                <a:lnTo>
                  <a:pt x="0" y="579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60" name="Picture 259">
            <a:extLst>
              <a:ext uri="{FF2B5EF4-FFF2-40B4-BE49-F238E27FC236}">
                <a16:creationId xmlns:a16="http://schemas.microsoft.com/office/drawing/2014/main" id="{2E187B98-7478-7DCF-FF5D-BB39514453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0635" y="5520044"/>
            <a:ext cx="3594100" cy="2006600"/>
          </a:xfrm>
          <a:prstGeom prst="rect">
            <a:avLst/>
          </a:prstGeom>
        </p:spPr>
      </p:pic>
      <p:grpSp>
        <p:nvGrpSpPr>
          <p:cNvPr id="37" name="Group 2">
            <a:extLst>
              <a:ext uri="{FF2B5EF4-FFF2-40B4-BE49-F238E27FC236}">
                <a16:creationId xmlns:a16="http://schemas.microsoft.com/office/drawing/2014/main" id="{8A39B2C0-0DC0-E7BD-E48A-82FE691B14C7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EE1196F4-3EEE-31AB-3721-00AACA71C9B3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67916C3D-6066-D9E9-F451-2BD2288F0EEA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40" name="Group 5">
            <a:extLst>
              <a:ext uri="{FF2B5EF4-FFF2-40B4-BE49-F238E27FC236}">
                <a16:creationId xmlns:a16="http://schemas.microsoft.com/office/drawing/2014/main" id="{A63548F9-DACE-64A7-1750-2207E268B42D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833F15C1-F125-9A4A-A251-AB0D76CAF240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7">
              <a:extLst>
                <a:ext uri="{FF2B5EF4-FFF2-40B4-BE49-F238E27FC236}">
                  <a16:creationId xmlns:a16="http://schemas.microsoft.com/office/drawing/2014/main" id="{B6363FF7-541D-ED27-2D39-4B20AEF3A245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43" name="Group 8">
            <a:extLst>
              <a:ext uri="{FF2B5EF4-FFF2-40B4-BE49-F238E27FC236}">
                <a16:creationId xmlns:a16="http://schemas.microsoft.com/office/drawing/2014/main" id="{C8418A0E-C2EF-E49E-0ADA-5E73B8363A22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31910FA7-6E51-78DD-75C4-C272D890D6A3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10">
              <a:extLst>
                <a:ext uri="{FF2B5EF4-FFF2-40B4-BE49-F238E27FC236}">
                  <a16:creationId xmlns:a16="http://schemas.microsoft.com/office/drawing/2014/main" id="{845043B2-6368-92A3-9A19-E73F777D57D1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60120" y="3164199"/>
            <a:ext cx="6296816" cy="1303020"/>
            <a:chOff x="0" y="0"/>
            <a:chExt cx="8395755" cy="173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95755" cy="1737360"/>
            </a:xfrm>
            <a:custGeom>
              <a:avLst/>
              <a:gdLst/>
              <a:ahLst/>
              <a:cxnLst/>
              <a:rect l="l" t="t" r="r" b="b"/>
              <a:pathLst>
                <a:path w="8395755" h="1737360">
                  <a:moveTo>
                    <a:pt x="0" y="0"/>
                  </a:moveTo>
                  <a:lnTo>
                    <a:pt x="8395755" y="0"/>
                  </a:lnTo>
                  <a:lnTo>
                    <a:pt x="8395755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r="-128715" b="-165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8395755" cy="169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0"/>
                </a:lnSpc>
              </a:pPr>
              <a:r>
                <a:rPr lang="en-US" sz="4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Settings / Opt-out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0120" y="4467219"/>
            <a:ext cx="4023360" cy="1837529"/>
            <a:chOff x="0" y="0"/>
            <a:chExt cx="5364480" cy="24500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64480" cy="2450038"/>
            </a:xfrm>
            <a:custGeom>
              <a:avLst/>
              <a:gdLst/>
              <a:ahLst/>
              <a:cxnLst/>
              <a:rect l="l" t="t" r="r" b="b"/>
              <a:pathLst>
                <a:path w="5364480" h="2450038">
                  <a:moveTo>
                    <a:pt x="0" y="0"/>
                  </a:moveTo>
                  <a:lnTo>
                    <a:pt x="5364480" y="0"/>
                  </a:lnTo>
                  <a:lnTo>
                    <a:pt x="5364480" y="2450038"/>
                  </a:lnTo>
                  <a:lnTo>
                    <a:pt x="0" y="24500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3292" r="-172727" b="-294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364480" cy="25071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88620" lvl="1" indent="-194310" algn="l">
                <a:lnSpc>
                  <a:spcPts val="2340"/>
                </a:lnSpc>
                <a:buFont typeface="Arial"/>
                <a:buChar char="•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</a:t>
              </a:r>
              <a:r>
                <a:rPr lang="en-US" sz="1800" b="1" spc="5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Community Board(s) </a:t>
              </a: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Participation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Easily Opt-in or Opt-out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Updated Setting Screen</a:t>
              </a:r>
            </a:p>
            <a:p>
              <a:pPr marL="777240" lvl="2" indent="-259080" algn="l">
                <a:lnSpc>
                  <a:spcPts val="2340"/>
                </a:lnSpc>
                <a:buFont typeface="Arial"/>
                <a:buChar char="⚬"/>
              </a:pPr>
              <a:r>
                <a:rPr lang="en-US" sz="1800" spc="5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screen to easily add or remove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183446" y="1309795"/>
            <a:ext cx="4123129" cy="8158320"/>
            <a:chOff x="0" y="0"/>
            <a:chExt cx="5497506" cy="10877759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0"/>
              <a:ext cx="5497506" cy="10877759"/>
              <a:chOff x="0" y="0"/>
              <a:chExt cx="2620010" cy="518414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45142" y="226420"/>
              <a:ext cx="5007222" cy="10365907"/>
              <a:chOff x="0" y="0"/>
              <a:chExt cx="1066268" cy="220737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66268" cy="2207378"/>
              </a:xfrm>
              <a:custGeom>
                <a:avLst/>
                <a:gdLst/>
                <a:ahLst/>
                <a:cxnLst/>
                <a:rect l="l" t="t" r="r" b="b"/>
                <a:pathLst>
                  <a:path w="1066268" h="2207378">
                    <a:moveTo>
                      <a:pt x="94778" y="0"/>
                    </a:moveTo>
                    <a:lnTo>
                      <a:pt x="971490" y="0"/>
                    </a:lnTo>
                    <a:cubicBezTo>
                      <a:pt x="996626" y="0"/>
                      <a:pt x="1020734" y="9986"/>
                      <a:pt x="1038508" y="27760"/>
                    </a:cubicBezTo>
                    <a:cubicBezTo>
                      <a:pt x="1056282" y="45534"/>
                      <a:pt x="1066268" y="69641"/>
                      <a:pt x="1066268" y="94778"/>
                    </a:cubicBezTo>
                    <a:lnTo>
                      <a:pt x="1066268" y="2112600"/>
                    </a:lnTo>
                    <a:cubicBezTo>
                      <a:pt x="1066268" y="2164945"/>
                      <a:pt x="1023834" y="2207378"/>
                      <a:pt x="971490" y="2207378"/>
                    </a:cubicBezTo>
                    <a:lnTo>
                      <a:pt x="94778" y="2207378"/>
                    </a:lnTo>
                    <a:cubicBezTo>
                      <a:pt x="69641" y="2207378"/>
                      <a:pt x="45534" y="2197393"/>
                      <a:pt x="27760" y="2179619"/>
                    </a:cubicBezTo>
                    <a:cubicBezTo>
                      <a:pt x="9986" y="2161844"/>
                      <a:pt x="0" y="2137737"/>
                      <a:pt x="0" y="2112600"/>
                    </a:cubicBezTo>
                    <a:lnTo>
                      <a:pt x="0" y="94778"/>
                    </a:lnTo>
                    <a:cubicBezTo>
                      <a:pt x="0" y="42434"/>
                      <a:pt x="42434" y="0"/>
                      <a:pt x="94778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066268" cy="2255003"/>
              </a:xfrm>
              <a:prstGeom prst="rect">
                <a:avLst/>
              </a:prstGeom>
            </p:spPr>
            <p:txBody>
              <a:bodyPr lIns="52273" tIns="52273" rIns="52273" bIns="52273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543693" y="426616"/>
              <a:ext cx="874433" cy="874433"/>
            </a:xfrm>
            <a:custGeom>
              <a:avLst/>
              <a:gdLst/>
              <a:ahLst/>
              <a:cxnLst/>
              <a:rect l="l" t="t" r="r" b="b"/>
              <a:pathLst>
                <a:path w="874433" h="874433">
                  <a:moveTo>
                    <a:pt x="0" y="0"/>
                  </a:moveTo>
                  <a:lnTo>
                    <a:pt x="874433" y="0"/>
                  </a:lnTo>
                  <a:lnTo>
                    <a:pt x="874433" y="874433"/>
                  </a:lnTo>
                  <a:lnTo>
                    <a:pt x="0" y="874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497442" y="9476849"/>
              <a:ext cx="4502621" cy="985315"/>
              <a:chOff x="0" y="0"/>
              <a:chExt cx="958815" cy="20981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58815" cy="209819"/>
              </a:xfrm>
              <a:custGeom>
                <a:avLst/>
                <a:gdLst/>
                <a:ahLst/>
                <a:cxnLst/>
                <a:rect l="l" t="t" r="r" b="b"/>
                <a:pathLst>
                  <a:path w="958815" h="209819">
                    <a:moveTo>
                      <a:pt x="104909" y="0"/>
                    </a:moveTo>
                    <a:lnTo>
                      <a:pt x="853906" y="0"/>
                    </a:lnTo>
                    <a:cubicBezTo>
                      <a:pt x="881730" y="0"/>
                      <a:pt x="908414" y="11053"/>
                      <a:pt x="928088" y="30727"/>
                    </a:cubicBezTo>
                    <a:cubicBezTo>
                      <a:pt x="947762" y="50402"/>
                      <a:pt x="958815" y="77086"/>
                      <a:pt x="958815" y="104909"/>
                    </a:cubicBezTo>
                    <a:lnTo>
                      <a:pt x="958815" y="104909"/>
                    </a:lnTo>
                    <a:cubicBezTo>
                      <a:pt x="958815" y="132733"/>
                      <a:pt x="947762" y="159417"/>
                      <a:pt x="928088" y="179092"/>
                    </a:cubicBezTo>
                    <a:cubicBezTo>
                      <a:pt x="908414" y="198766"/>
                      <a:pt x="881730" y="209819"/>
                      <a:pt x="853906" y="209819"/>
                    </a:cubicBezTo>
                    <a:lnTo>
                      <a:pt x="104909" y="209819"/>
                    </a:lnTo>
                    <a:cubicBezTo>
                      <a:pt x="77086" y="209819"/>
                      <a:pt x="50402" y="198766"/>
                      <a:pt x="30727" y="179092"/>
                    </a:cubicBezTo>
                    <a:cubicBezTo>
                      <a:pt x="11053" y="159417"/>
                      <a:pt x="0" y="132733"/>
                      <a:pt x="0" y="104909"/>
                    </a:cubicBezTo>
                    <a:lnTo>
                      <a:pt x="0" y="104909"/>
                    </a:lnTo>
                    <a:cubicBezTo>
                      <a:pt x="0" y="77086"/>
                      <a:pt x="11053" y="50402"/>
                      <a:pt x="30727" y="30727"/>
                    </a:cubicBezTo>
                    <a:cubicBezTo>
                      <a:pt x="50402" y="11053"/>
                      <a:pt x="77086" y="0"/>
                      <a:pt x="104909" y="0"/>
                    </a:cubicBezTo>
                    <a:close/>
                  </a:path>
                </a:pathLst>
              </a:custGeom>
              <a:solidFill>
                <a:srgbClr val="2B2B2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958815" cy="257444"/>
              </a:xfrm>
              <a:prstGeom prst="rect">
                <a:avLst/>
              </a:prstGeom>
            </p:spPr>
            <p:txBody>
              <a:bodyPr lIns="52273" tIns="52273" rIns="52273" bIns="52273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016471" y="412927"/>
              <a:ext cx="1464565" cy="888123"/>
              <a:chOff x="0" y="0"/>
              <a:chExt cx="1578858" cy="95743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Settings</a:t>
                </a:r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809456" y="9791263"/>
              <a:ext cx="237926" cy="221271"/>
            </a:xfrm>
            <a:custGeom>
              <a:avLst/>
              <a:gdLst/>
              <a:ahLst/>
              <a:cxnLst/>
              <a:rect l="l" t="t" r="r" b="b"/>
              <a:pathLst>
                <a:path w="237926" h="221271">
                  <a:moveTo>
                    <a:pt x="0" y="0"/>
                  </a:moveTo>
                  <a:lnTo>
                    <a:pt x="237926" y="0"/>
                  </a:lnTo>
                  <a:lnTo>
                    <a:pt x="237926" y="221271"/>
                  </a:lnTo>
                  <a:lnTo>
                    <a:pt x="0" y="221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756604" y="9791263"/>
              <a:ext cx="245857" cy="221271"/>
            </a:xfrm>
            <a:custGeom>
              <a:avLst/>
              <a:gdLst/>
              <a:ahLst/>
              <a:cxnLst/>
              <a:rect l="l" t="t" r="r" b="b"/>
              <a:pathLst>
                <a:path w="245857" h="221271">
                  <a:moveTo>
                    <a:pt x="0" y="0"/>
                  </a:moveTo>
                  <a:lnTo>
                    <a:pt x="245857" y="0"/>
                  </a:lnTo>
                  <a:lnTo>
                    <a:pt x="245857" y="221271"/>
                  </a:lnTo>
                  <a:lnTo>
                    <a:pt x="0" y="221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3466163" y="9677467"/>
              <a:ext cx="344383" cy="346113"/>
            </a:xfrm>
            <a:custGeom>
              <a:avLst/>
              <a:gdLst/>
              <a:ahLst/>
              <a:cxnLst/>
              <a:rect l="l" t="t" r="r" b="b"/>
              <a:pathLst>
                <a:path w="344383" h="346113">
                  <a:moveTo>
                    <a:pt x="0" y="0"/>
                  </a:moveTo>
                  <a:lnTo>
                    <a:pt x="344383" y="0"/>
                  </a:lnTo>
                  <a:lnTo>
                    <a:pt x="344383" y="346113"/>
                  </a:lnTo>
                  <a:lnTo>
                    <a:pt x="0" y="346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4354636" y="9649391"/>
              <a:ext cx="402265" cy="402265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55679" t="-15600" b="-5442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2433556" y="9660873"/>
              <a:ext cx="575273" cy="575273"/>
            </a:xfrm>
            <a:custGeom>
              <a:avLst/>
              <a:gdLst/>
              <a:ahLst/>
              <a:cxnLst/>
              <a:rect l="l" t="t" r="r" b="b"/>
              <a:pathLst>
                <a:path w="575273" h="575273">
                  <a:moveTo>
                    <a:pt x="0" y="0"/>
                  </a:moveTo>
                  <a:lnTo>
                    <a:pt x="575272" y="0"/>
                  </a:lnTo>
                  <a:lnTo>
                    <a:pt x="575272" y="575273"/>
                  </a:lnTo>
                  <a:lnTo>
                    <a:pt x="0" y="575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2529451" y="9792241"/>
              <a:ext cx="383482" cy="312537"/>
            </a:xfrm>
            <a:custGeom>
              <a:avLst/>
              <a:gdLst/>
              <a:ahLst/>
              <a:cxnLst/>
              <a:rect l="l" t="t" r="r" b="b"/>
              <a:pathLst>
                <a:path w="383482" h="312537">
                  <a:moveTo>
                    <a:pt x="0" y="0"/>
                  </a:moveTo>
                  <a:lnTo>
                    <a:pt x="383482" y="0"/>
                  </a:lnTo>
                  <a:lnTo>
                    <a:pt x="383482" y="312537"/>
                  </a:lnTo>
                  <a:lnTo>
                    <a:pt x="0" y="31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5"/>
            <p:cNvSpPr/>
            <p:nvPr/>
          </p:nvSpPr>
          <p:spPr>
            <a:xfrm rot="-5572345">
              <a:off x="619072" y="723774"/>
              <a:ext cx="591586" cy="310582"/>
            </a:xfrm>
            <a:custGeom>
              <a:avLst/>
              <a:gdLst/>
              <a:ahLst/>
              <a:cxnLst/>
              <a:rect l="l" t="t" r="r" b="b"/>
              <a:pathLst>
                <a:path w="591586" h="310582">
                  <a:moveTo>
                    <a:pt x="0" y="0"/>
                  </a:moveTo>
                  <a:lnTo>
                    <a:pt x="591586" y="0"/>
                  </a:lnTo>
                  <a:lnTo>
                    <a:pt x="591586" y="310583"/>
                  </a:lnTo>
                  <a:lnTo>
                    <a:pt x="0" y="310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75597" y="1484961"/>
              <a:ext cx="3746312" cy="775797"/>
              <a:chOff x="0" y="0"/>
              <a:chExt cx="797762" cy="16520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97762" cy="165203"/>
              </a:xfrm>
              <a:custGeom>
                <a:avLst/>
                <a:gdLst/>
                <a:ahLst/>
                <a:cxnLst/>
                <a:rect l="l" t="t" r="r" b="b"/>
                <a:pathLst>
                  <a:path w="797762" h="165203">
                    <a:moveTo>
                      <a:pt x="82601" y="0"/>
                    </a:moveTo>
                    <a:lnTo>
                      <a:pt x="715161" y="0"/>
                    </a:lnTo>
                    <a:cubicBezTo>
                      <a:pt x="760780" y="0"/>
                      <a:pt x="797762" y="36982"/>
                      <a:pt x="797762" y="82601"/>
                    </a:cubicBezTo>
                    <a:lnTo>
                      <a:pt x="797762" y="82601"/>
                    </a:lnTo>
                    <a:cubicBezTo>
                      <a:pt x="797762" y="128221"/>
                      <a:pt x="760780" y="165203"/>
                      <a:pt x="715161" y="165203"/>
                    </a:cubicBezTo>
                    <a:lnTo>
                      <a:pt x="82601" y="165203"/>
                    </a:lnTo>
                    <a:cubicBezTo>
                      <a:pt x="36982" y="165203"/>
                      <a:pt x="0" y="128221"/>
                      <a:pt x="0" y="82601"/>
                    </a:cubicBezTo>
                    <a:lnTo>
                      <a:pt x="0" y="82601"/>
                    </a:lnTo>
                    <a:cubicBezTo>
                      <a:pt x="0" y="36982"/>
                      <a:pt x="36982" y="0"/>
                      <a:pt x="82601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797762" cy="212828"/>
              </a:xfrm>
              <a:prstGeom prst="rect">
                <a:avLst/>
              </a:prstGeom>
            </p:spPr>
            <p:txBody>
              <a:bodyPr lIns="52273" tIns="52273" rIns="52273" bIns="52273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089481" y="1633357"/>
              <a:ext cx="412259" cy="508812"/>
              <a:chOff x="0" y="0"/>
              <a:chExt cx="658562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65856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58562" h="812800">
                    <a:moveTo>
                      <a:pt x="329281" y="0"/>
                    </a:moveTo>
                    <a:cubicBezTo>
                      <a:pt x="147424" y="0"/>
                      <a:pt x="0" y="181951"/>
                      <a:pt x="0" y="406400"/>
                    </a:cubicBezTo>
                    <a:cubicBezTo>
                      <a:pt x="0" y="630849"/>
                      <a:pt x="147424" y="812800"/>
                      <a:pt x="329281" y="812800"/>
                    </a:cubicBezTo>
                    <a:cubicBezTo>
                      <a:pt x="511138" y="812800"/>
                      <a:pt x="658562" y="630849"/>
                      <a:pt x="658562" y="406400"/>
                    </a:cubicBezTo>
                    <a:cubicBezTo>
                      <a:pt x="658562" y="181951"/>
                      <a:pt x="511138" y="0"/>
                      <a:pt x="329281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55679" t="-3152" b="-3461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797705" y="1895257"/>
              <a:ext cx="365818" cy="257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52"/>
                </a:lnSpc>
                <a:spcBef>
                  <a:spcPct val="0"/>
                </a:spcBef>
              </a:pPr>
              <a:r>
                <a:rPr lang="en-US" sz="112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Jon J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490433" y="1440097"/>
              <a:ext cx="949804" cy="583096"/>
              <a:chOff x="0" y="0"/>
              <a:chExt cx="1559557" cy="95743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19050"/>
                <a:ext cx="1559557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33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Jon</a:t>
                </a:r>
              </a:p>
            </p:txBody>
          </p:sp>
        </p:grpSp>
        <p:sp>
          <p:nvSpPr>
            <p:cNvPr id="55" name="Freeform 55"/>
            <p:cNvSpPr/>
            <p:nvPr/>
          </p:nvSpPr>
          <p:spPr>
            <a:xfrm rot="5400000">
              <a:off x="3965801" y="1745233"/>
              <a:ext cx="384374" cy="201796"/>
            </a:xfrm>
            <a:custGeom>
              <a:avLst/>
              <a:gdLst/>
              <a:ahLst/>
              <a:cxnLst/>
              <a:rect l="l" t="t" r="r" b="b"/>
              <a:pathLst>
                <a:path w="384374" h="201796">
                  <a:moveTo>
                    <a:pt x="0" y="0"/>
                  </a:moveTo>
                  <a:lnTo>
                    <a:pt x="384374" y="0"/>
                  </a:lnTo>
                  <a:lnTo>
                    <a:pt x="384374" y="201796"/>
                  </a:lnTo>
                  <a:lnTo>
                    <a:pt x="0" y="20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893722" y="4243429"/>
              <a:ext cx="1071613" cy="434701"/>
              <a:chOff x="0" y="0"/>
              <a:chExt cx="2360231" cy="95743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2360231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360231" h="957431">
                    <a:moveTo>
                      <a:pt x="0" y="0"/>
                    </a:moveTo>
                    <a:lnTo>
                      <a:pt x="2360231" y="0"/>
                    </a:lnTo>
                    <a:lnTo>
                      <a:pt x="2360231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71358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0"/>
                <a:ext cx="2360231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280"/>
                  </a:lnSpc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SETTINGS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93722" y="4659205"/>
              <a:ext cx="3621976" cy="339911"/>
              <a:chOff x="0" y="0"/>
              <a:chExt cx="903586" cy="8479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638525" y="4659205"/>
              <a:ext cx="1448645" cy="339911"/>
              <a:chOff x="0" y="0"/>
              <a:chExt cx="2786659" cy="653864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Notifications</a:t>
                </a:r>
              </a:p>
            </p:txBody>
          </p:sp>
        </p:grpSp>
        <p:sp>
          <p:nvSpPr>
            <p:cNvPr id="65" name="Freeform 65"/>
            <p:cNvSpPr/>
            <p:nvPr/>
          </p:nvSpPr>
          <p:spPr>
            <a:xfrm rot="5400000">
              <a:off x="4158185" y="4789115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893722" y="5059405"/>
              <a:ext cx="3621976" cy="339911"/>
              <a:chOff x="0" y="0"/>
              <a:chExt cx="903586" cy="84799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1638525" y="5059405"/>
              <a:ext cx="1448645" cy="339911"/>
              <a:chOff x="0" y="0"/>
              <a:chExt cx="2786659" cy="653864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Privacy</a:t>
                </a:r>
              </a:p>
            </p:txBody>
          </p:sp>
        </p:grpSp>
        <p:sp>
          <p:nvSpPr>
            <p:cNvPr id="72" name="Freeform 72"/>
            <p:cNvSpPr/>
            <p:nvPr/>
          </p:nvSpPr>
          <p:spPr>
            <a:xfrm rot="5400000">
              <a:off x="4158185" y="5189314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893722" y="5458615"/>
              <a:ext cx="3621976" cy="339911"/>
              <a:chOff x="0" y="0"/>
              <a:chExt cx="903586" cy="84799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638525" y="5458615"/>
              <a:ext cx="1448645" cy="339911"/>
              <a:chOff x="0" y="0"/>
              <a:chExt cx="2786659" cy="653864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Email</a:t>
                </a:r>
              </a:p>
            </p:txBody>
          </p:sp>
        </p:grpSp>
        <p:sp>
          <p:nvSpPr>
            <p:cNvPr id="79" name="Freeform 79"/>
            <p:cNvSpPr/>
            <p:nvPr/>
          </p:nvSpPr>
          <p:spPr>
            <a:xfrm rot="5400000">
              <a:off x="4158185" y="5588525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893722" y="5857826"/>
              <a:ext cx="3621976" cy="339911"/>
              <a:chOff x="0" y="0"/>
              <a:chExt cx="903586" cy="84799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1638525" y="5859882"/>
              <a:ext cx="2239440" cy="339911"/>
              <a:chOff x="0" y="0"/>
              <a:chExt cx="4307858" cy="653864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4307858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4307858" h="653864">
                    <a:moveTo>
                      <a:pt x="0" y="0"/>
                    </a:moveTo>
                    <a:lnTo>
                      <a:pt x="4307858" y="0"/>
                    </a:lnTo>
                    <a:lnTo>
                      <a:pt x="4307858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345752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0" y="9525"/>
                <a:ext cx="4307858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Time Zone: Americas</a:t>
                </a:r>
              </a:p>
            </p:txBody>
          </p:sp>
        </p:grpSp>
        <p:sp>
          <p:nvSpPr>
            <p:cNvPr id="86" name="Freeform 86"/>
            <p:cNvSpPr/>
            <p:nvPr/>
          </p:nvSpPr>
          <p:spPr>
            <a:xfrm rot="5400000">
              <a:off x="4158185" y="5987735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893722" y="6257036"/>
              <a:ext cx="3621976" cy="339911"/>
              <a:chOff x="0" y="0"/>
              <a:chExt cx="903586" cy="84799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1638525" y="6257036"/>
              <a:ext cx="1448645" cy="339911"/>
              <a:chOff x="0" y="0"/>
              <a:chExt cx="2786659" cy="653864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Other</a:t>
                </a:r>
              </a:p>
            </p:txBody>
          </p:sp>
        </p:grpSp>
        <p:sp>
          <p:nvSpPr>
            <p:cNvPr id="93" name="Freeform 93"/>
            <p:cNvSpPr/>
            <p:nvPr/>
          </p:nvSpPr>
          <p:spPr>
            <a:xfrm rot="5400000">
              <a:off x="4158185" y="6386946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4"/>
            <p:cNvSpPr/>
            <p:nvPr/>
          </p:nvSpPr>
          <p:spPr>
            <a:xfrm>
              <a:off x="1063641" y="4774471"/>
              <a:ext cx="159687" cy="159687"/>
            </a:xfrm>
            <a:custGeom>
              <a:avLst/>
              <a:gdLst/>
              <a:ahLst/>
              <a:cxnLst/>
              <a:rect l="l" t="t" r="r" b="b"/>
              <a:pathLst>
                <a:path w="159687" h="159687">
                  <a:moveTo>
                    <a:pt x="0" y="0"/>
                  </a:moveTo>
                  <a:lnTo>
                    <a:pt x="159686" y="0"/>
                  </a:lnTo>
                  <a:lnTo>
                    <a:pt x="159686" y="159687"/>
                  </a:lnTo>
                  <a:lnTo>
                    <a:pt x="0" y="159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1164830" y="4715973"/>
              <a:ext cx="116995" cy="116995"/>
              <a:chOff x="0" y="0"/>
              <a:chExt cx="812800" cy="8128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9850" tIns="59850" rIns="59850" bIns="59850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98" name="Freeform 98"/>
            <p:cNvSpPr/>
            <p:nvPr/>
          </p:nvSpPr>
          <p:spPr>
            <a:xfrm>
              <a:off x="1063641" y="5132381"/>
              <a:ext cx="169919" cy="219250"/>
            </a:xfrm>
            <a:custGeom>
              <a:avLst/>
              <a:gdLst/>
              <a:ahLst/>
              <a:cxnLst/>
              <a:rect l="l" t="t" r="r" b="b"/>
              <a:pathLst>
                <a:path w="169919" h="219250">
                  <a:moveTo>
                    <a:pt x="0" y="0"/>
                  </a:moveTo>
                  <a:lnTo>
                    <a:pt x="169919" y="0"/>
                  </a:lnTo>
                  <a:lnTo>
                    <a:pt x="169919" y="219250"/>
                  </a:lnTo>
                  <a:lnTo>
                    <a:pt x="0" y="21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9"/>
            <p:cNvSpPr/>
            <p:nvPr/>
          </p:nvSpPr>
          <p:spPr>
            <a:xfrm>
              <a:off x="1063641" y="5546257"/>
              <a:ext cx="218184" cy="163638"/>
            </a:xfrm>
            <a:custGeom>
              <a:avLst/>
              <a:gdLst/>
              <a:ahLst/>
              <a:cxnLst/>
              <a:rect l="l" t="t" r="r" b="b"/>
              <a:pathLst>
                <a:path w="218184" h="163638">
                  <a:moveTo>
                    <a:pt x="0" y="0"/>
                  </a:moveTo>
                  <a:lnTo>
                    <a:pt x="218184" y="0"/>
                  </a:lnTo>
                  <a:lnTo>
                    <a:pt x="218184" y="163638"/>
                  </a:lnTo>
                  <a:lnTo>
                    <a:pt x="0" y="163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1063641" y="5926461"/>
              <a:ext cx="218184" cy="218184"/>
            </a:xfrm>
            <a:custGeom>
              <a:avLst/>
              <a:gdLst/>
              <a:ahLst/>
              <a:cxnLst/>
              <a:rect l="l" t="t" r="r" b="b"/>
              <a:pathLst>
                <a:path w="218184" h="218184">
                  <a:moveTo>
                    <a:pt x="0" y="0"/>
                  </a:moveTo>
                  <a:lnTo>
                    <a:pt x="218184" y="0"/>
                  </a:lnTo>
                  <a:lnTo>
                    <a:pt x="218184" y="218184"/>
                  </a:lnTo>
                  <a:lnTo>
                    <a:pt x="0" y="218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1"/>
            <p:cNvSpPr/>
            <p:nvPr/>
          </p:nvSpPr>
          <p:spPr>
            <a:xfrm rot="2048640">
              <a:off x="1112619" y="6349647"/>
              <a:ext cx="71962" cy="119936"/>
            </a:xfrm>
            <a:custGeom>
              <a:avLst/>
              <a:gdLst/>
              <a:ahLst/>
              <a:cxnLst/>
              <a:rect l="l" t="t" r="r" b="b"/>
              <a:pathLst>
                <a:path w="71962" h="119936">
                  <a:moveTo>
                    <a:pt x="0" y="0"/>
                  </a:moveTo>
                  <a:lnTo>
                    <a:pt x="71962" y="0"/>
                  </a:lnTo>
                  <a:lnTo>
                    <a:pt x="71962" y="119936"/>
                  </a:lnTo>
                  <a:lnTo>
                    <a:pt x="0" y="11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2"/>
            <p:cNvSpPr/>
            <p:nvPr/>
          </p:nvSpPr>
          <p:spPr>
            <a:xfrm rot="2048640">
              <a:off x="1044074" y="6305089"/>
              <a:ext cx="209052" cy="209052"/>
            </a:xfrm>
            <a:custGeom>
              <a:avLst/>
              <a:gdLst/>
              <a:ahLst/>
              <a:cxnLst/>
              <a:rect l="l" t="t" r="r" b="b"/>
              <a:pathLst>
                <a:path w="209052" h="209052">
                  <a:moveTo>
                    <a:pt x="0" y="0"/>
                  </a:moveTo>
                  <a:lnTo>
                    <a:pt x="209052" y="0"/>
                  </a:lnTo>
                  <a:lnTo>
                    <a:pt x="209052" y="209052"/>
                  </a:lnTo>
                  <a:lnTo>
                    <a:pt x="0" y="209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" name="Group 103"/>
            <p:cNvGrpSpPr/>
            <p:nvPr/>
          </p:nvGrpSpPr>
          <p:grpSpPr>
            <a:xfrm>
              <a:off x="893722" y="6986029"/>
              <a:ext cx="3621976" cy="339911"/>
              <a:chOff x="0" y="0"/>
              <a:chExt cx="903586" cy="84799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1638525" y="6986029"/>
              <a:ext cx="1448645" cy="339911"/>
              <a:chOff x="0" y="0"/>
              <a:chExt cx="2786659" cy="653864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Share BeReal.</a:t>
                </a:r>
              </a:p>
            </p:txBody>
          </p:sp>
        </p:grpSp>
        <p:sp>
          <p:nvSpPr>
            <p:cNvPr id="109" name="Freeform 109"/>
            <p:cNvSpPr/>
            <p:nvPr/>
          </p:nvSpPr>
          <p:spPr>
            <a:xfrm rot="5400000">
              <a:off x="4158185" y="7115938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0" name="Group 110"/>
            <p:cNvGrpSpPr/>
            <p:nvPr/>
          </p:nvGrpSpPr>
          <p:grpSpPr>
            <a:xfrm>
              <a:off x="893722" y="7386228"/>
              <a:ext cx="3621976" cy="339911"/>
              <a:chOff x="0" y="0"/>
              <a:chExt cx="903586" cy="84799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1638525" y="7386228"/>
              <a:ext cx="1448645" cy="339911"/>
              <a:chOff x="0" y="0"/>
              <a:chExt cx="2786659" cy="653864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Rate BeReal.</a:t>
                </a:r>
              </a:p>
            </p:txBody>
          </p:sp>
        </p:grpSp>
        <p:sp>
          <p:nvSpPr>
            <p:cNvPr id="116" name="Freeform 116"/>
            <p:cNvSpPr/>
            <p:nvPr/>
          </p:nvSpPr>
          <p:spPr>
            <a:xfrm rot="5400000">
              <a:off x="4158185" y="7516138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" name="Group 117"/>
            <p:cNvGrpSpPr/>
            <p:nvPr/>
          </p:nvGrpSpPr>
          <p:grpSpPr>
            <a:xfrm>
              <a:off x="893722" y="7785439"/>
              <a:ext cx="3621976" cy="339911"/>
              <a:chOff x="0" y="0"/>
              <a:chExt cx="903586" cy="84799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1638525" y="7785439"/>
              <a:ext cx="1448645" cy="339911"/>
              <a:chOff x="0" y="0"/>
              <a:chExt cx="2786659" cy="653864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Help</a:t>
                </a:r>
              </a:p>
            </p:txBody>
          </p:sp>
        </p:grpSp>
        <p:sp>
          <p:nvSpPr>
            <p:cNvPr id="123" name="Freeform 123"/>
            <p:cNvSpPr/>
            <p:nvPr/>
          </p:nvSpPr>
          <p:spPr>
            <a:xfrm rot="5400000">
              <a:off x="4158185" y="7915348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" name="Group 124"/>
            <p:cNvGrpSpPr/>
            <p:nvPr/>
          </p:nvGrpSpPr>
          <p:grpSpPr>
            <a:xfrm>
              <a:off x="893722" y="8184649"/>
              <a:ext cx="3621976" cy="339911"/>
              <a:chOff x="0" y="0"/>
              <a:chExt cx="903586" cy="84799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TextBox 126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1638525" y="8186706"/>
              <a:ext cx="2239440" cy="339911"/>
              <a:chOff x="0" y="0"/>
              <a:chExt cx="4307858" cy="653864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4307858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4307858" h="653864">
                    <a:moveTo>
                      <a:pt x="0" y="0"/>
                    </a:moveTo>
                    <a:lnTo>
                      <a:pt x="4307858" y="0"/>
                    </a:lnTo>
                    <a:lnTo>
                      <a:pt x="4307858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345752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0" y="9525"/>
                <a:ext cx="4307858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About</a:t>
                </a:r>
              </a:p>
            </p:txBody>
          </p:sp>
        </p:grpSp>
        <p:sp>
          <p:nvSpPr>
            <p:cNvPr id="130" name="Freeform 130"/>
            <p:cNvSpPr/>
            <p:nvPr/>
          </p:nvSpPr>
          <p:spPr>
            <a:xfrm rot="5400000">
              <a:off x="4158185" y="8314559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1"/>
            <p:cNvSpPr/>
            <p:nvPr/>
          </p:nvSpPr>
          <p:spPr>
            <a:xfrm>
              <a:off x="1111103" y="7071896"/>
              <a:ext cx="153747" cy="190990"/>
            </a:xfrm>
            <a:custGeom>
              <a:avLst/>
              <a:gdLst/>
              <a:ahLst/>
              <a:cxnLst/>
              <a:rect l="l" t="t" r="r" b="b"/>
              <a:pathLst>
                <a:path w="153747" h="190990">
                  <a:moveTo>
                    <a:pt x="0" y="0"/>
                  </a:moveTo>
                  <a:lnTo>
                    <a:pt x="153747" y="0"/>
                  </a:lnTo>
                  <a:lnTo>
                    <a:pt x="153747" y="190990"/>
                  </a:lnTo>
                  <a:lnTo>
                    <a:pt x="0" y="190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32"/>
            <p:cNvSpPr/>
            <p:nvPr/>
          </p:nvSpPr>
          <p:spPr>
            <a:xfrm>
              <a:off x="1069132" y="7423166"/>
              <a:ext cx="237690" cy="228182"/>
            </a:xfrm>
            <a:custGeom>
              <a:avLst/>
              <a:gdLst/>
              <a:ahLst/>
              <a:cxnLst/>
              <a:rect l="l" t="t" r="r" b="b"/>
              <a:pathLst>
                <a:path w="237690" h="228182">
                  <a:moveTo>
                    <a:pt x="0" y="0"/>
                  </a:moveTo>
                  <a:lnTo>
                    <a:pt x="237690" y="0"/>
                  </a:lnTo>
                  <a:lnTo>
                    <a:pt x="237690" y="228183"/>
                  </a:lnTo>
                  <a:lnTo>
                    <a:pt x="0" y="22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33"/>
            <p:cNvSpPr/>
            <p:nvPr/>
          </p:nvSpPr>
          <p:spPr>
            <a:xfrm>
              <a:off x="1096248" y="7863729"/>
              <a:ext cx="183458" cy="183458"/>
            </a:xfrm>
            <a:custGeom>
              <a:avLst/>
              <a:gdLst/>
              <a:ahLst/>
              <a:cxnLst/>
              <a:rect l="l" t="t" r="r" b="b"/>
              <a:pathLst>
                <a:path w="183458" h="183458">
                  <a:moveTo>
                    <a:pt x="0" y="0"/>
                  </a:moveTo>
                  <a:lnTo>
                    <a:pt x="183458" y="0"/>
                  </a:lnTo>
                  <a:lnTo>
                    <a:pt x="183458" y="183459"/>
                  </a:lnTo>
                  <a:lnTo>
                    <a:pt x="0" y="183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34"/>
            <p:cNvSpPr/>
            <p:nvPr/>
          </p:nvSpPr>
          <p:spPr>
            <a:xfrm>
              <a:off x="1141971" y="7907355"/>
              <a:ext cx="92012" cy="92012"/>
            </a:xfrm>
            <a:custGeom>
              <a:avLst/>
              <a:gdLst/>
              <a:ahLst/>
              <a:cxnLst/>
              <a:rect l="l" t="t" r="r" b="b"/>
              <a:pathLst>
                <a:path w="92012" h="92012">
                  <a:moveTo>
                    <a:pt x="0" y="0"/>
                  </a:moveTo>
                  <a:lnTo>
                    <a:pt x="92012" y="0"/>
                  </a:lnTo>
                  <a:lnTo>
                    <a:pt x="92012" y="92012"/>
                  </a:lnTo>
                  <a:lnTo>
                    <a:pt x="0" y="92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35"/>
            <p:cNvSpPr/>
            <p:nvPr/>
          </p:nvSpPr>
          <p:spPr>
            <a:xfrm>
              <a:off x="1139873" y="7907355"/>
              <a:ext cx="96207" cy="96207"/>
            </a:xfrm>
            <a:custGeom>
              <a:avLst/>
              <a:gdLst/>
              <a:ahLst/>
              <a:cxnLst/>
              <a:rect l="l" t="t" r="r" b="b"/>
              <a:pathLst>
                <a:path w="96207" h="96207">
                  <a:moveTo>
                    <a:pt x="0" y="0"/>
                  </a:moveTo>
                  <a:lnTo>
                    <a:pt x="96207" y="0"/>
                  </a:lnTo>
                  <a:lnTo>
                    <a:pt x="96207" y="96207"/>
                  </a:lnTo>
                  <a:lnTo>
                    <a:pt x="0" y="9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36"/>
            <p:cNvSpPr/>
            <p:nvPr/>
          </p:nvSpPr>
          <p:spPr>
            <a:xfrm>
              <a:off x="1073458" y="8264711"/>
              <a:ext cx="206248" cy="206248"/>
            </a:xfrm>
            <a:custGeom>
              <a:avLst/>
              <a:gdLst/>
              <a:ahLst/>
              <a:cxnLst/>
              <a:rect l="l" t="t" r="r" b="b"/>
              <a:pathLst>
                <a:path w="206248" h="206248">
                  <a:moveTo>
                    <a:pt x="0" y="0"/>
                  </a:moveTo>
                  <a:lnTo>
                    <a:pt x="206248" y="0"/>
                  </a:lnTo>
                  <a:lnTo>
                    <a:pt x="206248" y="206248"/>
                  </a:lnTo>
                  <a:lnTo>
                    <a:pt x="0" y="206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7" name="Group 137"/>
            <p:cNvGrpSpPr/>
            <p:nvPr/>
          </p:nvGrpSpPr>
          <p:grpSpPr>
            <a:xfrm>
              <a:off x="1018058" y="6573880"/>
              <a:ext cx="1071613" cy="434701"/>
              <a:chOff x="0" y="0"/>
              <a:chExt cx="2360231" cy="957431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2360231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360231" h="957431">
                    <a:moveTo>
                      <a:pt x="0" y="0"/>
                    </a:moveTo>
                    <a:lnTo>
                      <a:pt x="2360231" y="0"/>
                    </a:lnTo>
                    <a:lnTo>
                      <a:pt x="2360231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71358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0" y="0"/>
                <a:ext cx="2360231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ABOUT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947257" y="3380429"/>
              <a:ext cx="3621976" cy="339911"/>
              <a:chOff x="0" y="0"/>
              <a:chExt cx="903586" cy="84799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TextBox 142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>
              <a:off x="1692060" y="3378373"/>
              <a:ext cx="2555892" cy="339911"/>
              <a:chOff x="0" y="0"/>
              <a:chExt cx="4916594" cy="653864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4916594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4916594" h="653864">
                    <a:moveTo>
                      <a:pt x="0" y="0"/>
                    </a:moveTo>
                    <a:lnTo>
                      <a:pt x="4916594" y="0"/>
                    </a:lnTo>
                    <a:lnTo>
                      <a:pt x="4916594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29056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0" y="9525"/>
                <a:ext cx="4916594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just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Opt-in - Community Board  </a:t>
                </a:r>
              </a:p>
            </p:txBody>
          </p:sp>
        </p:grpSp>
        <p:sp>
          <p:nvSpPr>
            <p:cNvPr id="146" name="Freeform 146"/>
            <p:cNvSpPr/>
            <p:nvPr/>
          </p:nvSpPr>
          <p:spPr>
            <a:xfrm rot="5400000">
              <a:off x="4211720" y="3510339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7" name="Group 147"/>
            <p:cNvGrpSpPr/>
            <p:nvPr/>
          </p:nvGrpSpPr>
          <p:grpSpPr>
            <a:xfrm>
              <a:off x="947257" y="3777583"/>
              <a:ext cx="3621976" cy="339911"/>
              <a:chOff x="0" y="0"/>
              <a:chExt cx="903586" cy="84799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1692060" y="3777583"/>
              <a:ext cx="2877173" cy="339911"/>
              <a:chOff x="0" y="0"/>
              <a:chExt cx="5534620" cy="653864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5534620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5534620" h="653864">
                    <a:moveTo>
                      <a:pt x="0" y="0"/>
                    </a:moveTo>
                    <a:lnTo>
                      <a:pt x="5534620" y="0"/>
                    </a:lnTo>
                    <a:lnTo>
                      <a:pt x="5534620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246950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TextBox 152"/>
              <p:cNvSpPr txBox="1"/>
              <p:nvPr/>
            </p:nvSpPr>
            <p:spPr>
              <a:xfrm>
                <a:off x="0" y="9525"/>
                <a:ext cx="5534620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Opt-out - Community Board </a:t>
                </a:r>
              </a:p>
            </p:txBody>
          </p:sp>
        </p:grpSp>
        <p:sp>
          <p:nvSpPr>
            <p:cNvPr id="153" name="Freeform 153"/>
            <p:cNvSpPr/>
            <p:nvPr/>
          </p:nvSpPr>
          <p:spPr>
            <a:xfrm rot="5400000">
              <a:off x="4211720" y="3907493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54"/>
            <p:cNvSpPr/>
            <p:nvPr/>
          </p:nvSpPr>
          <p:spPr>
            <a:xfrm>
              <a:off x="1169250" y="3428380"/>
              <a:ext cx="163380" cy="236783"/>
            </a:xfrm>
            <a:custGeom>
              <a:avLst/>
              <a:gdLst/>
              <a:ahLst/>
              <a:cxnLst/>
              <a:rect l="l" t="t" r="r" b="b"/>
              <a:pathLst>
                <a:path w="163380" h="236783">
                  <a:moveTo>
                    <a:pt x="0" y="0"/>
                  </a:moveTo>
                  <a:lnTo>
                    <a:pt x="163380" y="0"/>
                  </a:lnTo>
                  <a:lnTo>
                    <a:pt x="163380" y="236783"/>
                  </a:lnTo>
                  <a:lnTo>
                    <a:pt x="0" y="23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55"/>
            <p:cNvSpPr/>
            <p:nvPr/>
          </p:nvSpPr>
          <p:spPr>
            <a:xfrm>
              <a:off x="1169250" y="3825443"/>
              <a:ext cx="217253" cy="217253"/>
            </a:xfrm>
            <a:custGeom>
              <a:avLst/>
              <a:gdLst/>
              <a:ahLst/>
              <a:cxnLst/>
              <a:rect l="l" t="t" r="r" b="b"/>
              <a:pathLst>
                <a:path w="217253" h="217253">
                  <a:moveTo>
                    <a:pt x="0" y="0"/>
                  </a:moveTo>
                  <a:lnTo>
                    <a:pt x="217253" y="0"/>
                  </a:lnTo>
                  <a:lnTo>
                    <a:pt x="217253" y="217253"/>
                  </a:lnTo>
                  <a:lnTo>
                    <a:pt x="0" y="21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6" name="Group 156"/>
            <p:cNvGrpSpPr/>
            <p:nvPr/>
          </p:nvGrpSpPr>
          <p:grpSpPr>
            <a:xfrm>
              <a:off x="947257" y="2965090"/>
              <a:ext cx="3621976" cy="339911"/>
              <a:chOff x="0" y="0"/>
              <a:chExt cx="903586" cy="84799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2399" y="0"/>
                    </a:moveTo>
                    <a:lnTo>
                      <a:pt x="861187" y="0"/>
                    </a:lnTo>
                    <a:cubicBezTo>
                      <a:pt x="872432" y="0"/>
                      <a:pt x="883216" y="4467"/>
                      <a:pt x="891167" y="12418"/>
                    </a:cubicBezTo>
                    <a:cubicBezTo>
                      <a:pt x="899119" y="20370"/>
                      <a:pt x="903586" y="31154"/>
                      <a:pt x="903586" y="42399"/>
                    </a:cubicBezTo>
                    <a:lnTo>
                      <a:pt x="903586" y="42399"/>
                    </a:lnTo>
                    <a:cubicBezTo>
                      <a:pt x="903586" y="65816"/>
                      <a:pt x="884603" y="84799"/>
                      <a:pt x="861187" y="84799"/>
                    </a:cubicBezTo>
                    <a:lnTo>
                      <a:pt x="42399" y="84799"/>
                    </a:lnTo>
                    <a:cubicBezTo>
                      <a:pt x="18983" y="84799"/>
                      <a:pt x="0" y="65816"/>
                      <a:pt x="0" y="42399"/>
                    </a:cubicBezTo>
                    <a:lnTo>
                      <a:pt x="0" y="42399"/>
                    </a:lnTo>
                    <a:cubicBezTo>
                      <a:pt x="0" y="18983"/>
                      <a:pt x="18983" y="0"/>
                      <a:pt x="42399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44620" tIns="44620" rIns="44620" bIns="44620" rtlCol="0" anchor="ctr"/>
              <a:lstStyle/>
              <a:p>
                <a:pPr algn="ctr">
                  <a:lnSpc>
                    <a:spcPts val="2340"/>
                  </a:lnSpc>
                </a:pPr>
                <a:endParaRPr/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1692060" y="2965090"/>
              <a:ext cx="2877173" cy="339911"/>
              <a:chOff x="0" y="0"/>
              <a:chExt cx="5534620" cy="653864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5534620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5534620" h="653864">
                    <a:moveTo>
                      <a:pt x="0" y="0"/>
                    </a:moveTo>
                    <a:lnTo>
                      <a:pt x="5534620" y="0"/>
                    </a:lnTo>
                    <a:lnTo>
                      <a:pt x="5534620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246950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0" y="9525"/>
                <a:ext cx="5534620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Audio</a:t>
                </a:r>
              </a:p>
            </p:txBody>
          </p:sp>
        </p:grpSp>
        <p:sp>
          <p:nvSpPr>
            <p:cNvPr id="162" name="Freeform 162"/>
            <p:cNvSpPr/>
            <p:nvPr/>
          </p:nvSpPr>
          <p:spPr>
            <a:xfrm rot="5400000">
              <a:off x="4211720" y="3094999"/>
              <a:ext cx="152556" cy="80092"/>
            </a:xfrm>
            <a:custGeom>
              <a:avLst/>
              <a:gdLst/>
              <a:ahLst/>
              <a:cxnLst/>
              <a:rect l="l" t="t" r="r" b="b"/>
              <a:pathLst>
                <a:path w="152556" h="80092">
                  <a:moveTo>
                    <a:pt x="0" y="0"/>
                  </a:moveTo>
                  <a:lnTo>
                    <a:pt x="152556" y="0"/>
                  </a:lnTo>
                  <a:lnTo>
                    <a:pt x="152556" y="80092"/>
                  </a:lnTo>
                  <a:lnTo>
                    <a:pt x="0" y="80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163"/>
            <p:cNvSpPr/>
            <p:nvPr/>
          </p:nvSpPr>
          <p:spPr>
            <a:xfrm>
              <a:off x="1148492" y="3035433"/>
              <a:ext cx="204896" cy="223930"/>
            </a:xfrm>
            <a:custGeom>
              <a:avLst/>
              <a:gdLst/>
              <a:ahLst/>
              <a:cxnLst/>
              <a:rect l="l" t="t" r="r" b="b"/>
              <a:pathLst>
                <a:path w="204896" h="223930">
                  <a:moveTo>
                    <a:pt x="0" y="0"/>
                  </a:moveTo>
                  <a:lnTo>
                    <a:pt x="204896" y="0"/>
                  </a:lnTo>
                  <a:lnTo>
                    <a:pt x="204896" y="223930"/>
                  </a:lnTo>
                  <a:lnTo>
                    <a:pt x="0" y="223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569848" y="10129685"/>
              <a:ext cx="717143" cy="184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6"/>
                </a:lnSpc>
                <a:spcBef>
                  <a:spcPct val="0"/>
                </a:spcBef>
              </a:pPr>
              <a:r>
                <a:rPr lang="en-US" sz="78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520961" y="10129685"/>
              <a:ext cx="717143" cy="184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6"/>
                </a:lnSpc>
                <a:spcBef>
                  <a:spcPct val="0"/>
                </a:spcBef>
              </a:pPr>
              <a:r>
                <a:rPr lang="en-US" sz="78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3279783" y="10129685"/>
              <a:ext cx="717143" cy="184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6"/>
                </a:lnSpc>
                <a:spcBef>
                  <a:spcPct val="0"/>
                </a:spcBef>
              </a:pPr>
              <a:r>
                <a:rPr lang="en-US" sz="78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Memories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4197197" y="10129685"/>
              <a:ext cx="717143" cy="184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6"/>
                </a:lnSpc>
                <a:spcBef>
                  <a:spcPct val="0"/>
                </a:spcBef>
              </a:pPr>
              <a:r>
                <a:rPr lang="en-US" sz="788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Profile</a:t>
              </a:r>
            </a:p>
          </p:txBody>
        </p:sp>
        <p:grpSp>
          <p:nvGrpSpPr>
            <p:cNvPr id="168" name="Group 168"/>
            <p:cNvGrpSpPr/>
            <p:nvPr/>
          </p:nvGrpSpPr>
          <p:grpSpPr>
            <a:xfrm>
              <a:off x="1062101" y="2444037"/>
              <a:ext cx="1686652" cy="475360"/>
              <a:chOff x="0" y="0"/>
              <a:chExt cx="3714854" cy="1046982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3714854" cy="1046982"/>
              </a:xfrm>
              <a:custGeom>
                <a:avLst/>
                <a:gdLst/>
                <a:ahLst/>
                <a:cxnLst/>
                <a:rect l="l" t="t" r="r" b="b"/>
                <a:pathLst>
                  <a:path w="3714854" h="1046982">
                    <a:moveTo>
                      <a:pt x="0" y="0"/>
                    </a:moveTo>
                    <a:lnTo>
                      <a:pt x="3714854" y="0"/>
                    </a:lnTo>
                    <a:lnTo>
                      <a:pt x="3714854" y="1046982"/>
                    </a:lnTo>
                    <a:lnTo>
                      <a:pt x="0" y="104698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74399" r="-416908" b="-34033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TextBox 170"/>
              <p:cNvSpPr txBox="1"/>
              <p:nvPr/>
            </p:nvSpPr>
            <p:spPr>
              <a:xfrm>
                <a:off x="0" y="0"/>
                <a:ext cx="3714854" cy="10469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FEATURES</a:t>
                </a: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>
              <a:off x="822920" y="8599108"/>
              <a:ext cx="3746312" cy="423598"/>
              <a:chOff x="0" y="0"/>
              <a:chExt cx="797762" cy="90203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797762" cy="90203"/>
              </a:xfrm>
              <a:custGeom>
                <a:avLst/>
                <a:gdLst/>
                <a:ahLst/>
                <a:cxnLst/>
                <a:rect l="l" t="t" r="r" b="b"/>
                <a:pathLst>
                  <a:path w="797762" h="90203">
                    <a:moveTo>
                      <a:pt x="45102" y="0"/>
                    </a:moveTo>
                    <a:lnTo>
                      <a:pt x="752661" y="0"/>
                    </a:lnTo>
                    <a:cubicBezTo>
                      <a:pt x="777569" y="0"/>
                      <a:pt x="797762" y="20193"/>
                      <a:pt x="797762" y="45102"/>
                    </a:cubicBezTo>
                    <a:lnTo>
                      <a:pt x="797762" y="45102"/>
                    </a:lnTo>
                    <a:cubicBezTo>
                      <a:pt x="797762" y="57063"/>
                      <a:pt x="793010" y="68535"/>
                      <a:pt x="784552" y="76993"/>
                    </a:cubicBezTo>
                    <a:cubicBezTo>
                      <a:pt x="776094" y="85452"/>
                      <a:pt x="764622" y="90203"/>
                      <a:pt x="752661" y="90203"/>
                    </a:cubicBezTo>
                    <a:lnTo>
                      <a:pt x="45102" y="90203"/>
                    </a:lnTo>
                    <a:cubicBezTo>
                      <a:pt x="33140" y="90203"/>
                      <a:pt x="21668" y="85452"/>
                      <a:pt x="13210" y="76993"/>
                    </a:cubicBezTo>
                    <a:cubicBezTo>
                      <a:pt x="4752" y="68535"/>
                      <a:pt x="0" y="57063"/>
                      <a:pt x="0" y="45102"/>
                    </a:cubicBezTo>
                    <a:lnTo>
                      <a:pt x="0" y="45102"/>
                    </a:lnTo>
                    <a:cubicBezTo>
                      <a:pt x="0" y="33140"/>
                      <a:pt x="4752" y="21668"/>
                      <a:pt x="13210" y="13210"/>
                    </a:cubicBezTo>
                    <a:cubicBezTo>
                      <a:pt x="21668" y="4752"/>
                      <a:pt x="33140" y="0"/>
                      <a:pt x="45102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0" y="-47625"/>
                <a:ext cx="797762" cy="137828"/>
              </a:xfrm>
              <a:prstGeom prst="rect">
                <a:avLst/>
              </a:prstGeom>
            </p:spPr>
            <p:txBody>
              <a:bodyPr lIns="52273" tIns="52273" rIns="52273" bIns="52273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1954215" y="8526617"/>
              <a:ext cx="1500989" cy="583096"/>
              <a:chOff x="0" y="0"/>
              <a:chExt cx="2464592" cy="957431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2464592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2464592" h="957431">
                    <a:moveTo>
                      <a:pt x="0" y="0"/>
                    </a:moveTo>
                    <a:lnTo>
                      <a:pt x="2464592" y="0"/>
                    </a:lnTo>
                    <a:lnTo>
                      <a:pt x="2464592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679131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0" y="0"/>
                <a:ext cx="2464592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00"/>
                  </a:lnSpc>
                </a:pPr>
                <a:r>
                  <a:rPr lang="en-US" sz="1500" b="1">
                    <a:solidFill>
                      <a:srgbClr val="FF0229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Log Out</a:t>
                </a:r>
              </a:p>
            </p:txBody>
          </p:sp>
        </p:grpSp>
        <p:sp>
          <p:nvSpPr>
            <p:cNvPr id="177" name="TextBox 177"/>
            <p:cNvSpPr txBox="1"/>
            <p:nvPr/>
          </p:nvSpPr>
          <p:spPr>
            <a:xfrm>
              <a:off x="1914619" y="9170803"/>
              <a:ext cx="1613146" cy="2022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5"/>
                </a:lnSpc>
                <a:spcBef>
                  <a:spcPct val="0"/>
                </a:spcBef>
              </a:pPr>
              <a:r>
                <a:rPr lang="en-US" sz="94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Version 4.99.2AB</a:t>
              </a:r>
            </a:p>
          </p:txBody>
        </p:sp>
      </p:grpSp>
      <p:sp>
        <p:nvSpPr>
          <p:cNvPr id="178" name="Freeform 178"/>
          <p:cNvSpPr/>
          <p:nvPr/>
        </p:nvSpPr>
        <p:spPr>
          <a:xfrm rot="-4559073" flipV="1">
            <a:off x="4377311" y="4470884"/>
            <a:ext cx="4995748" cy="2947491"/>
          </a:xfrm>
          <a:custGeom>
            <a:avLst/>
            <a:gdLst/>
            <a:ahLst/>
            <a:cxnLst/>
            <a:rect l="l" t="t" r="r" b="b"/>
            <a:pathLst>
              <a:path w="4995748" h="2947491">
                <a:moveTo>
                  <a:pt x="0" y="2947491"/>
                </a:moveTo>
                <a:lnTo>
                  <a:pt x="4995748" y="2947491"/>
                </a:lnTo>
                <a:lnTo>
                  <a:pt x="4995748" y="0"/>
                </a:lnTo>
                <a:lnTo>
                  <a:pt x="0" y="0"/>
                </a:lnTo>
                <a:lnTo>
                  <a:pt x="0" y="294749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9" name="Group 179"/>
          <p:cNvGrpSpPr/>
          <p:nvPr/>
        </p:nvGrpSpPr>
        <p:grpSpPr>
          <a:xfrm>
            <a:off x="3311469" y="8047823"/>
            <a:ext cx="4542818" cy="776795"/>
            <a:chOff x="0" y="0"/>
            <a:chExt cx="6057090" cy="1035726"/>
          </a:xfrm>
        </p:grpSpPr>
        <p:grpSp>
          <p:nvGrpSpPr>
            <p:cNvPr id="180" name="Group 180"/>
            <p:cNvGrpSpPr/>
            <p:nvPr/>
          </p:nvGrpSpPr>
          <p:grpSpPr>
            <a:xfrm>
              <a:off x="0" y="0"/>
              <a:ext cx="2445244" cy="1035726"/>
              <a:chOff x="0" y="0"/>
              <a:chExt cx="4101730" cy="173736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4101730" cy="1737360"/>
              </a:xfrm>
              <a:custGeom>
                <a:avLst/>
                <a:gdLst/>
                <a:ahLst/>
                <a:cxnLst/>
                <a:rect l="l" t="t" r="r" b="b"/>
                <a:pathLst>
                  <a:path w="4101730" h="1737360">
                    <a:moveTo>
                      <a:pt x="0" y="0"/>
                    </a:moveTo>
                    <a:lnTo>
                      <a:pt x="4101730" y="0"/>
                    </a:lnTo>
                    <a:lnTo>
                      <a:pt x="4101730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65360" r="-368153" b="-16536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0" y="9525"/>
                <a:ext cx="4101730" cy="17278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53"/>
                  </a:lnSpc>
                </a:pPr>
                <a:r>
                  <a:rPr lang="en-US" sz="23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Opt-in (Join)</a:t>
                </a: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2198409" y="0"/>
              <a:ext cx="1413437" cy="1035726"/>
              <a:chOff x="0" y="0"/>
              <a:chExt cx="2370945" cy="173736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2370945" cy="1737360"/>
              </a:xfrm>
              <a:custGeom>
                <a:avLst/>
                <a:gdLst/>
                <a:ahLst/>
                <a:cxnLst/>
                <a:rect l="l" t="t" r="r" b="b"/>
                <a:pathLst>
                  <a:path w="2370945" h="1737360">
                    <a:moveTo>
                      <a:pt x="0" y="0"/>
                    </a:moveTo>
                    <a:lnTo>
                      <a:pt x="2370945" y="0"/>
                    </a:lnTo>
                    <a:lnTo>
                      <a:pt x="2370945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65360" r="-709904" b="-16536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0" y="9525"/>
                <a:ext cx="2370945" cy="17278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53"/>
                  </a:lnSpc>
                </a:pPr>
                <a:r>
                  <a:rPr lang="en-US" sz="2300" b="1">
                    <a:solidFill>
                      <a:srgbClr val="FFDE59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or</a:t>
                </a: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3611847" y="0"/>
              <a:ext cx="2445244" cy="1035726"/>
              <a:chOff x="0" y="0"/>
              <a:chExt cx="4101730" cy="173736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4101730" cy="1737360"/>
              </a:xfrm>
              <a:custGeom>
                <a:avLst/>
                <a:gdLst/>
                <a:ahLst/>
                <a:cxnLst/>
                <a:rect l="l" t="t" r="r" b="b"/>
                <a:pathLst>
                  <a:path w="4101730" h="1737360">
                    <a:moveTo>
                      <a:pt x="0" y="0"/>
                    </a:moveTo>
                    <a:lnTo>
                      <a:pt x="4101730" y="0"/>
                    </a:lnTo>
                    <a:lnTo>
                      <a:pt x="4101730" y="1737360"/>
                    </a:lnTo>
                    <a:lnTo>
                      <a:pt x="0" y="1737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65360" r="-368153" b="-16536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0" y="9525"/>
                <a:ext cx="4101730" cy="17278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53"/>
                  </a:lnSpc>
                </a:pPr>
                <a:r>
                  <a:rPr lang="en-US" sz="23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Opt-out (Leave)</a:t>
                </a:r>
              </a:p>
            </p:txBody>
          </p:sp>
        </p:grpSp>
      </p:grpSp>
      <p:grpSp>
        <p:nvGrpSpPr>
          <p:cNvPr id="189" name="Group 189"/>
          <p:cNvGrpSpPr/>
          <p:nvPr/>
        </p:nvGrpSpPr>
        <p:grpSpPr>
          <a:xfrm>
            <a:off x="13521346" y="1339763"/>
            <a:ext cx="4123129" cy="8158320"/>
            <a:chOff x="0" y="0"/>
            <a:chExt cx="5497506" cy="10877759"/>
          </a:xfrm>
        </p:grpSpPr>
        <p:grpSp>
          <p:nvGrpSpPr>
            <p:cNvPr id="190" name="Group 190"/>
            <p:cNvGrpSpPr>
              <a:grpSpLocks noChangeAspect="1"/>
            </p:cNvGrpSpPr>
            <p:nvPr/>
          </p:nvGrpSpPr>
          <p:grpSpPr>
            <a:xfrm>
              <a:off x="0" y="0"/>
              <a:ext cx="5497506" cy="10877759"/>
              <a:chOff x="0" y="0"/>
              <a:chExt cx="2620010" cy="518414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192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45588" t="-3203" r="-245531" b="-309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193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94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60606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95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96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97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98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B8B8B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199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0" name="Group 200"/>
            <p:cNvGrpSpPr/>
            <p:nvPr/>
          </p:nvGrpSpPr>
          <p:grpSpPr>
            <a:xfrm>
              <a:off x="245142" y="226420"/>
              <a:ext cx="5007222" cy="10365907"/>
              <a:chOff x="0" y="0"/>
              <a:chExt cx="1066268" cy="2207378"/>
            </a:xfrm>
          </p:grpSpPr>
          <p:sp>
            <p:nvSpPr>
              <p:cNvPr id="201" name="Freeform 201"/>
              <p:cNvSpPr/>
              <p:nvPr/>
            </p:nvSpPr>
            <p:spPr>
              <a:xfrm>
                <a:off x="0" y="0"/>
                <a:ext cx="1066268" cy="2207378"/>
              </a:xfrm>
              <a:custGeom>
                <a:avLst/>
                <a:gdLst/>
                <a:ahLst/>
                <a:cxnLst/>
                <a:rect l="l" t="t" r="r" b="b"/>
                <a:pathLst>
                  <a:path w="1066268" h="2207378">
                    <a:moveTo>
                      <a:pt x="3145" y="0"/>
                    </a:moveTo>
                    <a:lnTo>
                      <a:pt x="1063122" y="0"/>
                    </a:lnTo>
                    <a:cubicBezTo>
                      <a:pt x="1063957" y="0"/>
                      <a:pt x="1064757" y="331"/>
                      <a:pt x="1065347" y="921"/>
                    </a:cubicBezTo>
                    <a:cubicBezTo>
                      <a:pt x="1065936" y="1511"/>
                      <a:pt x="1066268" y="2311"/>
                      <a:pt x="1066268" y="3145"/>
                    </a:cubicBezTo>
                    <a:lnTo>
                      <a:pt x="1066268" y="2204233"/>
                    </a:lnTo>
                    <a:cubicBezTo>
                      <a:pt x="1066268" y="2205970"/>
                      <a:pt x="1064860" y="2207378"/>
                      <a:pt x="1063122" y="2207378"/>
                    </a:cubicBezTo>
                    <a:lnTo>
                      <a:pt x="3145" y="2207378"/>
                    </a:lnTo>
                    <a:cubicBezTo>
                      <a:pt x="2311" y="2207378"/>
                      <a:pt x="1511" y="2207047"/>
                      <a:pt x="921" y="2206457"/>
                    </a:cubicBezTo>
                    <a:cubicBezTo>
                      <a:pt x="331" y="2205867"/>
                      <a:pt x="0" y="2205067"/>
                      <a:pt x="0" y="2204233"/>
                    </a:cubicBezTo>
                    <a:lnTo>
                      <a:pt x="0" y="3145"/>
                    </a:lnTo>
                    <a:cubicBezTo>
                      <a:pt x="0" y="1408"/>
                      <a:pt x="1408" y="0"/>
                      <a:pt x="3145" y="0"/>
                    </a:cubicBezTo>
                    <a:close/>
                  </a:path>
                </a:pathLst>
              </a:custGeom>
              <a:solidFill>
                <a:srgbClr val="14141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TextBox 202"/>
              <p:cNvSpPr txBox="1"/>
              <p:nvPr/>
            </p:nvSpPr>
            <p:spPr>
              <a:xfrm>
                <a:off x="0" y="-47625"/>
                <a:ext cx="1066268" cy="2255003"/>
              </a:xfrm>
              <a:prstGeom prst="rect">
                <a:avLst/>
              </a:prstGeom>
            </p:spPr>
            <p:txBody>
              <a:bodyPr lIns="1575095" tIns="1575095" rIns="1575095" bIns="1575095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sp>
          <p:nvSpPr>
            <p:cNvPr id="203" name="Freeform 203"/>
            <p:cNvSpPr/>
            <p:nvPr/>
          </p:nvSpPr>
          <p:spPr>
            <a:xfrm>
              <a:off x="543693" y="426616"/>
              <a:ext cx="874433" cy="874433"/>
            </a:xfrm>
            <a:custGeom>
              <a:avLst/>
              <a:gdLst/>
              <a:ahLst/>
              <a:cxnLst/>
              <a:rect l="l" t="t" r="r" b="b"/>
              <a:pathLst>
                <a:path w="874433" h="874433">
                  <a:moveTo>
                    <a:pt x="0" y="0"/>
                  </a:moveTo>
                  <a:lnTo>
                    <a:pt x="874433" y="0"/>
                  </a:lnTo>
                  <a:lnTo>
                    <a:pt x="874433" y="874433"/>
                  </a:lnTo>
                  <a:lnTo>
                    <a:pt x="0" y="874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4" name="Group 204"/>
            <p:cNvGrpSpPr/>
            <p:nvPr/>
          </p:nvGrpSpPr>
          <p:grpSpPr>
            <a:xfrm>
              <a:off x="2016471" y="412927"/>
              <a:ext cx="1464565" cy="888123"/>
              <a:chOff x="0" y="0"/>
              <a:chExt cx="1578858" cy="957431"/>
            </a:xfrm>
          </p:grpSpPr>
          <p:sp>
            <p:nvSpPr>
              <p:cNvPr id="205" name="Freeform 205"/>
              <p:cNvSpPr/>
              <p:nvPr/>
            </p:nvSpPr>
            <p:spPr>
              <a:xfrm>
                <a:off x="0" y="0"/>
                <a:ext cx="1578858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78858" h="957431">
                    <a:moveTo>
                      <a:pt x="0" y="0"/>
                    </a:moveTo>
                    <a:lnTo>
                      <a:pt x="1578858" y="0"/>
                    </a:lnTo>
                    <a:lnTo>
                      <a:pt x="1578858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16220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TextBox 206"/>
              <p:cNvSpPr txBox="1"/>
              <p:nvPr/>
            </p:nvSpPr>
            <p:spPr>
              <a:xfrm>
                <a:off x="0" y="19050"/>
                <a:ext cx="1578858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Settings</a:t>
                </a:r>
              </a:p>
            </p:txBody>
          </p:sp>
        </p:grpSp>
        <p:sp>
          <p:nvSpPr>
            <p:cNvPr id="207" name="Freeform 207"/>
            <p:cNvSpPr/>
            <p:nvPr/>
          </p:nvSpPr>
          <p:spPr>
            <a:xfrm rot="-5572345">
              <a:off x="619072" y="723774"/>
              <a:ext cx="591586" cy="310582"/>
            </a:xfrm>
            <a:custGeom>
              <a:avLst/>
              <a:gdLst/>
              <a:ahLst/>
              <a:cxnLst/>
              <a:rect l="l" t="t" r="r" b="b"/>
              <a:pathLst>
                <a:path w="591586" h="310582">
                  <a:moveTo>
                    <a:pt x="0" y="0"/>
                  </a:moveTo>
                  <a:lnTo>
                    <a:pt x="591586" y="0"/>
                  </a:lnTo>
                  <a:lnTo>
                    <a:pt x="591586" y="310583"/>
                  </a:lnTo>
                  <a:lnTo>
                    <a:pt x="0" y="310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8" name="Group 208"/>
            <p:cNvGrpSpPr/>
            <p:nvPr/>
          </p:nvGrpSpPr>
          <p:grpSpPr>
            <a:xfrm>
              <a:off x="875597" y="1484961"/>
              <a:ext cx="3746312" cy="775797"/>
              <a:chOff x="0" y="0"/>
              <a:chExt cx="797762" cy="165203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797762" cy="165203"/>
              </a:xfrm>
              <a:custGeom>
                <a:avLst/>
                <a:gdLst/>
                <a:ahLst/>
                <a:cxnLst/>
                <a:rect l="l" t="t" r="r" b="b"/>
                <a:pathLst>
                  <a:path w="797762" h="165203">
                    <a:moveTo>
                      <a:pt x="4204" y="0"/>
                    </a:moveTo>
                    <a:lnTo>
                      <a:pt x="793558" y="0"/>
                    </a:lnTo>
                    <a:cubicBezTo>
                      <a:pt x="795880" y="0"/>
                      <a:pt x="797762" y="1882"/>
                      <a:pt x="797762" y="4204"/>
                    </a:cubicBezTo>
                    <a:lnTo>
                      <a:pt x="797762" y="160999"/>
                    </a:lnTo>
                    <a:cubicBezTo>
                      <a:pt x="797762" y="163321"/>
                      <a:pt x="795880" y="165203"/>
                      <a:pt x="793558" y="165203"/>
                    </a:cubicBezTo>
                    <a:lnTo>
                      <a:pt x="4204" y="165203"/>
                    </a:lnTo>
                    <a:cubicBezTo>
                      <a:pt x="1882" y="165203"/>
                      <a:pt x="0" y="163321"/>
                      <a:pt x="0" y="160999"/>
                    </a:cubicBezTo>
                    <a:lnTo>
                      <a:pt x="0" y="4204"/>
                    </a:lnTo>
                    <a:cubicBezTo>
                      <a:pt x="0" y="1882"/>
                      <a:pt x="1882" y="0"/>
                      <a:pt x="4204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TextBox 210"/>
              <p:cNvSpPr txBox="1"/>
              <p:nvPr/>
            </p:nvSpPr>
            <p:spPr>
              <a:xfrm>
                <a:off x="0" y="-47625"/>
                <a:ext cx="797762" cy="212828"/>
              </a:xfrm>
              <a:prstGeom prst="rect">
                <a:avLst/>
              </a:prstGeom>
            </p:spPr>
            <p:txBody>
              <a:bodyPr lIns="1575095" tIns="1575095" rIns="1575095" bIns="1575095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1089481" y="1633357"/>
              <a:ext cx="412259" cy="508812"/>
              <a:chOff x="0" y="0"/>
              <a:chExt cx="658562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65856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58562" h="812800">
                    <a:moveTo>
                      <a:pt x="329281" y="0"/>
                    </a:moveTo>
                    <a:cubicBezTo>
                      <a:pt x="147424" y="0"/>
                      <a:pt x="0" y="181951"/>
                      <a:pt x="0" y="406400"/>
                    </a:cubicBezTo>
                    <a:cubicBezTo>
                      <a:pt x="0" y="630849"/>
                      <a:pt x="147424" y="812800"/>
                      <a:pt x="329281" y="812800"/>
                    </a:cubicBezTo>
                    <a:cubicBezTo>
                      <a:pt x="511138" y="812800"/>
                      <a:pt x="658562" y="630849"/>
                      <a:pt x="658562" y="406400"/>
                    </a:cubicBezTo>
                    <a:cubicBezTo>
                      <a:pt x="658562" y="181951"/>
                      <a:pt x="511138" y="0"/>
                      <a:pt x="329281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55679" t="-3152" b="-34610"/>
                </a:stretch>
              </a:blip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3" name="TextBox 213"/>
            <p:cNvSpPr txBox="1"/>
            <p:nvPr/>
          </p:nvSpPr>
          <p:spPr>
            <a:xfrm>
              <a:off x="1797705" y="1895257"/>
              <a:ext cx="365818" cy="257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52"/>
                </a:lnSpc>
                <a:spcBef>
                  <a:spcPct val="0"/>
                </a:spcBef>
              </a:pPr>
              <a:r>
                <a:rPr lang="en-US" sz="112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Jon J</a:t>
              </a:r>
            </a:p>
          </p:txBody>
        </p:sp>
        <p:grpSp>
          <p:nvGrpSpPr>
            <p:cNvPr id="214" name="Group 214"/>
            <p:cNvGrpSpPr/>
            <p:nvPr/>
          </p:nvGrpSpPr>
          <p:grpSpPr>
            <a:xfrm>
              <a:off x="1490433" y="1440097"/>
              <a:ext cx="949804" cy="583096"/>
              <a:chOff x="0" y="0"/>
              <a:chExt cx="1559557" cy="957431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1559557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1559557" h="957431">
                    <a:moveTo>
                      <a:pt x="0" y="0"/>
                    </a:moveTo>
                    <a:lnTo>
                      <a:pt x="1559557" y="0"/>
                    </a:lnTo>
                    <a:lnTo>
                      <a:pt x="1559557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1131272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TextBox 216"/>
              <p:cNvSpPr txBox="1"/>
              <p:nvPr/>
            </p:nvSpPr>
            <p:spPr>
              <a:xfrm>
                <a:off x="0" y="19050"/>
                <a:ext cx="1559557" cy="9383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33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Jon</a:t>
                </a:r>
              </a:p>
            </p:txBody>
          </p:sp>
        </p:grpSp>
        <p:sp>
          <p:nvSpPr>
            <p:cNvPr id="217" name="Freeform 217"/>
            <p:cNvSpPr/>
            <p:nvPr/>
          </p:nvSpPr>
          <p:spPr>
            <a:xfrm rot="5400000">
              <a:off x="3965801" y="1745233"/>
              <a:ext cx="384374" cy="201796"/>
            </a:xfrm>
            <a:custGeom>
              <a:avLst/>
              <a:gdLst/>
              <a:ahLst/>
              <a:cxnLst/>
              <a:rect l="l" t="t" r="r" b="b"/>
              <a:pathLst>
                <a:path w="384374" h="201796">
                  <a:moveTo>
                    <a:pt x="0" y="0"/>
                  </a:moveTo>
                  <a:lnTo>
                    <a:pt x="384374" y="0"/>
                  </a:lnTo>
                  <a:lnTo>
                    <a:pt x="384374" y="201796"/>
                  </a:lnTo>
                  <a:lnTo>
                    <a:pt x="0" y="201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8" name="Group 218"/>
            <p:cNvGrpSpPr/>
            <p:nvPr/>
          </p:nvGrpSpPr>
          <p:grpSpPr>
            <a:xfrm>
              <a:off x="893722" y="4065754"/>
              <a:ext cx="4201659" cy="320401"/>
              <a:chOff x="0" y="0"/>
              <a:chExt cx="9254165" cy="705685"/>
            </a:xfrm>
          </p:grpSpPr>
          <p:sp>
            <p:nvSpPr>
              <p:cNvPr id="219" name="Freeform 219"/>
              <p:cNvSpPr/>
              <p:nvPr/>
            </p:nvSpPr>
            <p:spPr>
              <a:xfrm>
                <a:off x="0" y="0"/>
                <a:ext cx="9254165" cy="705685"/>
              </a:xfrm>
              <a:custGeom>
                <a:avLst/>
                <a:gdLst/>
                <a:ahLst/>
                <a:cxnLst/>
                <a:rect l="l" t="t" r="r" b="b"/>
                <a:pathLst>
                  <a:path w="9254165" h="705685">
                    <a:moveTo>
                      <a:pt x="0" y="0"/>
                    </a:moveTo>
                    <a:lnTo>
                      <a:pt x="9254165" y="0"/>
                    </a:lnTo>
                    <a:lnTo>
                      <a:pt x="9254165" y="705685"/>
                    </a:lnTo>
                    <a:lnTo>
                      <a:pt x="0" y="70568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07110" r="-107500" b="-55330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TextBox 220"/>
              <p:cNvSpPr txBox="1"/>
              <p:nvPr/>
            </p:nvSpPr>
            <p:spPr>
              <a:xfrm>
                <a:off x="0" y="0"/>
                <a:ext cx="9254165" cy="70568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You can only opt-in or opt-out of current boards.</a:t>
                </a:r>
              </a:p>
              <a:p>
                <a:pPr algn="l">
                  <a:lnSpc>
                    <a:spcPts val="533"/>
                  </a:lnSpc>
                </a:pPr>
                <a:endParaRPr lang="en-US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l">
                  <a:lnSpc>
                    <a:spcPts val="533"/>
                  </a:lnSpc>
                </a:pPr>
                <a:r>
                  <a:rPr lang="en-US" sz="5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Choose board(s). </a:t>
                </a:r>
              </a:p>
            </p:txBody>
          </p:sp>
        </p:grpSp>
        <p:grpSp>
          <p:nvGrpSpPr>
            <p:cNvPr id="221" name="Group 221"/>
            <p:cNvGrpSpPr/>
            <p:nvPr/>
          </p:nvGrpSpPr>
          <p:grpSpPr>
            <a:xfrm>
              <a:off x="893722" y="4659205"/>
              <a:ext cx="3621976" cy="339911"/>
              <a:chOff x="0" y="0"/>
              <a:chExt cx="903586" cy="84799"/>
            </a:xfrm>
          </p:grpSpPr>
          <p:sp>
            <p:nvSpPr>
              <p:cNvPr id="222" name="Freeform 222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434" y="0"/>
                    </a:moveTo>
                    <a:lnTo>
                      <a:pt x="899152" y="0"/>
                    </a:lnTo>
                    <a:cubicBezTo>
                      <a:pt x="900328" y="0"/>
                      <a:pt x="901456" y="467"/>
                      <a:pt x="902287" y="1299"/>
                    </a:cubicBezTo>
                    <a:cubicBezTo>
                      <a:pt x="903119" y="2130"/>
                      <a:pt x="903586" y="3258"/>
                      <a:pt x="903586" y="4434"/>
                    </a:cubicBezTo>
                    <a:lnTo>
                      <a:pt x="903586" y="80365"/>
                    </a:lnTo>
                    <a:cubicBezTo>
                      <a:pt x="903586" y="82814"/>
                      <a:pt x="901601" y="84799"/>
                      <a:pt x="899152" y="84799"/>
                    </a:cubicBezTo>
                    <a:lnTo>
                      <a:pt x="4434" y="84799"/>
                    </a:lnTo>
                    <a:cubicBezTo>
                      <a:pt x="1985" y="84799"/>
                      <a:pt x="0" y="82814"/>
                      <a:pt x="0" y="80365"/>
                    </a:cubicBezTo>
                    <a:lnTo>
                      <a:pt x="0" y="4434"/>
                    </a:lnTo>
                    <a:cubicBezTo>
                      <a:pt x="0" y="1985"/>
                      <a:pt x="1985" y="0"/>
                      <a:pt x="4434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TextBox 223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1344474" tIns="1344474" rIns="1344474" bIns="134447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24" name="Group 224"/>
            <p:cNvGrpSpPr/>
            <p:nvPr/>
          </p:nvGrpSpPr>
          <p:grpSpPr>
            <a:xfrm>
              <a:off x="1638525" y="4659205"/>
              <a:ext cx="1448645" cy="339911"/>
              <a:chOff x="0" y="0"/>
              <a:chExt cx="2786659" cy="653864"/>
            </a:xfrm>
          </p:grpSpPr>
          <p:sp>
            <p:nvSpPr>
              <p:cNvPr id="225" name="Freeform 225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TextBox 226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CRAMMING</a:t>
                </a:r>
              </a:p>
            </p:txBody>
          </p:sp>
        </p:grpSp>
        <p:grpSp>
          <p:nvGrpSpPr>
            <p:cNvPr id="227" name="Group 227"/>
            <p:cNvGrpSpPr/>
            <p:nvPr/>
          </p:nvGrpSpPr>
          <p:grpSpPr>
            <a:xfrm>
              <a:off x="893722" y="5059405"/>
              <a:ext cx="3621976" cy="339911"/>
              <a:chOff x="0" y="0"/>
              <a:chExt cx="903586" cy="84799"/>
            </a:xfrm>
          </p:grpSpPr>
          <p:sp>
            <p:nvSpPr>
              <p:cNvPr id="228" name="Freeform 228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434" y="0"/>
                    </a:moveTo>
                    <a:lnTo>
                      <a:pt x="899152" y="0"/>
                    </a:lnTo>
                    <a:cubicBezTo>
                      <a:pt x="900328" y="0"/>
                      <a:pt x="901456" y="467"/>
                      <a:pt x="902287" y="1299"/>
                    </a:cubicBezTo>
                    <a:cubicBezTo>
                      <a:pt x="903119" y="2130"/>
                      <a:pt x="903586" y="3258"/>
                      <a:pt x="903586" y="4434"/>
                    </a:cubicBezTo>
                    <a:lnTo>
                      <a:pt x="903586" y="80365"/>
                    </a:lnTo>
                    <a:cubicBezTo>
                      <a:pt x="903586" y="82814"/>
                      <a:pt x="901601" y="84799"/>
                      <a:pt x="899152" y="84799"/>
                    </a:cubicBezTo>
                    <a:lnTo>
                      <a:pt x="4434" y="84799"/>
                    </a:lnTo>
                    <a:cubicBezTo>
                      <a:pt x="1985" y="84799"/>
                      <a:pt x="0" y="82814"/>
                      <a:pt x="0" y="80365"/>
                    </a:cubicBezTo>
                    <a:lnTo>
                      <a:pt x="0" y="4434"/>
                    </a:lnTo>
                    <a:cubicBezTo>
                      <a:pt x="0" y="1985"/>
                      <a:pt x="1985" y="0"/>
                      <a:pt x="4434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TextBox 229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1344474" tIns="1344474" rIns="1344474" bIns="134447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30" name="Group 230"/>
            <p:cNvGrpSpPr/>
            <p:nvPr/>
          </p:nvGrpSpPr>
          <p:grpSpPr>
            <a:xfrm>
              <a:off x="1638525" y="5059405"/>
              <a:ext cx="1448645" cy="339911"/>
              <a:chOff x="0" y="0"/>
              <a:chExt cx="2786659" cy="653864"/>
            </a:xfrm>
          </p:grpSpPr>
          <p:sp>
            <p:nvSpPr>
              <p:cNvPr id="231" name="Freeform 231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TextBox 232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HIKE</a:t>
                </a:r>
              </a:p>
            </p:txBody>
          </p:sp>
        </p:grpSp>
        <p:grpSp>
          <p:nvGrpSpPr>
            <p:cNvPr id="233" name="Group 233"/>
            <p:cNvGrpSpPr/>
            <p:nvPr/>
          </p:nvGrpSpPr>
          <p:grpSpPr>
            <a:xfrm>
              <a:off x="893722" y="5458615"/>
              <a:ext cx="3621976" cy="339911"/>
              <a:chOff x="0" y="0"/>
              <a:chExt cx="903586" cy="84799"/>
            </a:xfrm>
          </p:grpSpPr>
          <p:sp>
            <p:nvSpPr>
              <p:cNvPr id="234" name="Freeform 234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434" y="0"/>
                    </a:moveTo>
                    <a:lnTo>
                      <a:pt x="899152" y="0"/>
                    </a:lnTo>
                    <a:cubicBezTo>
                      <a:pt x="900328" y="0"/>
                      <a:pt x="901456" y="467"/>
                      <a:pt x="902287" y="1299"/>
                    </a:cubicBezTo>
                    <a:cubicBezTo>
                      <a:pt x="903119" y="2130"/>
                      <a:pt x="903586" y="3258"/>
                      <a:pt x="903586" y="4434"/>
                    </a:cubicBezTo>
                    <a:lnTo>
                      <a:pt x="903586" y="80365"/>
                    </a:lnTo>
                    <a:cubicBezTo>
                      <a:pt x="903586" y="82814"/>
                      <a:pt x="901601" y="84799"/>
                      <a:pt x="899152" y="84799"/>
                    </a:cubicBezTo>
                    <a:lnTo>
                      <a:pt x="4434" y="84799"/>
                    </a:lnTo>
                    <a:cubicBezTo>
                      <a:pt x="1985" y="84799"/>
                      <a:pt x="0" y="82814"/>
                      <a:pt x="0" y="80365"/>
                    </a:cubicBezTo>
                    <a:lnTo>
                      <a:pt x="0" y="4434"/>
                    </a:lnTo>
                    <a:cubicBezTo>
                      <a:pt x="0" y="1985"/>
                      <a:pt x="1985" y="0"/>
                      <a:pt x="4434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TextBox 235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1344474" tIns="1344474" rIns="1344474" bIns="134447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36" name="Group 236"/>
            <p:cNvGrpSpPr/>
            <p:nvPr/>
          </p:nvGrpSpPr>
          <p:grpSpPr>
            <a:xfrm>
              <a:off x="1638525" y="5458615"/>
              <a:ext cx="1448645" cy="339911"/>
              <a:chOff x="0" y="0"/>
              <a:chExt cx="2786659" cy="653864"/>
            </a:xfrm>
          </p:grpSpPr>
          <p:sp>
            <p:nvSpPr>
              <p:cNvPr id="237" name="Freeform 237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TextBox 238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COFFEE</a:t>
                </a:r>
              </a:p>
            </p:txBody>
          </p:sp>
        </p:grpSp>
        <p:grpSp>
          <p:nvGrpSpPr>
            <p:cNvPr id="239" name="Group 239"/>
            <p:cNvGrpSpPr/>
            <p:nvPr/>
          </p:nvGrpSpPr>
          <p:grpSpPr>
            <a:xfrm>
              <a:off x="893722" y="5857826"/>
              <a:ext cx="3621976" cy="339911"/>
              <a:chOff x="0" y="0"/>
              <a:chExt cx="903586" cy="84799"/>
            </a:xfrm>
          </p:grpSpPr>
          <p:sp>
            <p:nvSpPr>
              <p:cNvPr id="240" name="Freeform 240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434" y="0"/>
                    </a:moveTo>
                    <a:lnTo>
                      <a:pt x="899152" y="0"/>
                    </a:lnTo>
                    <a:cubicBezTo>
                      <a:pt x="900328" y="0"/>
                      <a:pt x="901456" y="467"/>
                      <a:pt x="902287" y="1299"/>
                    </a:cubicBezTo>
                    <a:cubicBezTo>
                      <a:pt x="903119" y="2130"/>
                      <a:pt x="903586" y="3258"/>
                      <a:pt x="903586" y="4434"/>
                    </a:cubicBezTo>
                    <a:lnTo>
                      <a:pt x="903586" y="80365"/>
                    </a:lnTo>
                    <a:cubicBezTo>
                      <a:pt x="903586" y="82814"/>
                      <a:pt x="901601" y="84799"/>
                      <a:pt x="899152" y="84799"/>
                    </a:cubicBezTo>
                    <a:lnTo>
                      <a:pt x="4434" y="84799"/>
                    </a:lnTo>
                    <a:cubicBezTo>
                      <a:pt x="1985" y="84799"/>
                      <a:pt x="0" y="82814"/>
                      <a:pt x="0" y="80365"/>
                    </a:cubicBezTo>
                    <a:lnTo>
                      <a:pt x="0" y="4434"/>
                    </a:lnTo>
                    <a:cubicBezTo>
                      <a:pt x="0" y="1985"/>
                      <a:pt x="1985" y="0"/>
                      <a:pt x="4434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TextBox 241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1344474" tIns="1344474" rIns="1344474" bIns="134447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42" name="Group 242"/>
            <p:cNvGrpSpPr/>
            <p:nvPr/>
          </p:nvGrpSpPr>
          <p:grpSpPr>
            <a:xfrm>
              <a:off x="1638525" y="5859882"/>
              <a:ext cx="2239440" cy="339911"/>
              <a:chOff x="0" y="0"/>
              <a:chExt cx="4307858" cy="653864"/>
            </a:xfrm>
          </p:grpSpPr>
          <p:sp>
            <p:nvSpPr>
              <p:cNvPr id="243" name="Freeform 243"/>
              <p:cNvSpPr/>
              <p:nvPr/>
            </p:nvSpPr>
            <p:spPr>
              <a:xfrm>
                <a:off x="0" y="0"/>
                <a:ext cx="4307858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4307858" h="653864">
                    <a:moveTo>
                      <a:pt x="0" y="0"/>
                    </a:moveTo>
                    <a:lnTo>
                      <a:pt x="4307858" y="0"/>
                    </a:lnTo>
                    <a:lnTo>
                      <a:pt x="4307858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345752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TextBox 244"/>
              <p:cNvSpPr txBox="1"/>
              <p:nvPr/>
            </p:nvSpPr>
            <p:spPr>
              <a:xfrm>
                <a:off x="0" y="9525"/>
                <a:ext cx="4307858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HAUNTED</a:t>
                </a:r>
              </a:p>
            </p:txBody>
          </p:sp>
        </p:grpSp>
        <p:grpSp>
          <p:nvGrpSpPr>
            <p:cNvPr id="245" name="Group 245"/>
            <p:cNvGrpSpPr/>
            <p:nvPr/>
          </p:nvGrpSpPr>
          <p:grpSpPr>
            <a:xfrm>
              <a:off x="893722" y="6257036"/>
              <a:ext cx="3621976" cy="339911"/>
              <a:chOff x="0" y="0"/>
              <a:chExt cx="903586" cy="84799"/>
            </a:xfrm>
          </p:grpSpPr>
          <p:sp>
            <p:nvSpPr>
              <p:cNvPr id="246" name="Freeform 246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434" y="0"/>
                    </a:moveTo>
                    <a:lnTo>
                      <a:pt x="899152" y="0"/>
                    </a:lnTo>
                    <a:cubicBezTo>
                      <a:pt x="900328" y="0"/>
                      <a:pt x="901456" y="467"/>
                      <a:pt x="902287" y="1299"/>
                    </a:cubicBezTo>
                    <a:cubicBezTo>
                      <a:pt x="903119" y="2130"/>
                      <a:pt x="903586" y="3258"/>
                      <a:pt x="903586" y="4434"/>
                    </a:cubicBezTo>
                    <a:lnTo>
                      <a:pt x="903586" y="80365"/>
                    </a:lnTo>
                    <a:cubicBezTo>
                      <a:pt x="903586" y="82814"/>
                      <a:pt x="901601" y="84799"/>
                      <a:pt x="899152" y="84799"/>
                    </a:cubicBezTo>
                    <a:lnTo>
                      <a:pt x="4434" y="84799"/>
                    </a:lnTo>
                    <a:cubicBezTo>
                      <a:pt x="1985" y="84799"/>
                      <a:pt x="0" y="82814"/>
                      <a:pt x="0" y="80365"/>
                    </a:cubicBezTo>
                    <a:lnTo>
                      <a:pt x="0" y="4434"/>
                    </a:lnTo>
                    <a:cubicBezTo>
                      <a:pt x="0" y="1985"/>
                      <a:pt x="1985" y="0"/>
                      <a:pt x="4434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TextBox 247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1344474" tIns="1344474" rIns="1344474" bIns="134447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48" name="Group 248"/>
            <p:cNvGrpSpPr/>
            <p:nvPr/>
          </p:nvGrpSpPr>
          <p:grpSpPr>
            <a:xfrm>
              <a:off x="1638525" y="6257036"/>
              <a:ext cx="1448645" cy="339911"/>
              <a:chOff x="0" y="0"/>
              <a:chExt cx="2786659" cy="653864"/>
            </a:xfrm>
          </p:grpSpPr>
          <p:sp>
            <p:nvSpPr>
              <p:cNvPr id="249" name="Freeform 249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TextBox 250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GAME TIME</a:t>
                </a:r>
              </a:p>
            </p:txBody>
          </p:sp>
        </p:grpSp>
        <p:grpSp>
          <p:nvGrpSpPr>
            <p:cNvPr id="251" name="Group 251"/>
            <p:cNvGrpSpPr/>
            <p:nvPr/>
          </p:nvGrpSpPr>
          <p:grpSpPr>
            <a:xfrm>
              <a:off x="914865" y="6660447"/>
              <a:ext cx="3621976" cy="339911"/>
              <a:chOff x="0" y="0"/>
              <a:chExt cx="903586" cy="84799"/>
            </a:xfrm>
          </p:grpSpPr>
          <p:sp>
            <p:nvSpPr>
              <p:cNvPr id="252" name="Freeform 252"/>
              <p:cNvSpPr/>
              <p:nvPr/>
            </p:nvSpPr>
            <p:spPr>
              <a:xfrm>
                <a:off x="0" y="0"/>
                <a:ext cx="903586" cy="84799"/>
              </a:xfrm>
              <a:custGeom>
                <a:avLst/>
                <a:gdLst/>
                <a:ahLst/>
                <a:cxnLst/>
                <a:rect l="l" t="t" r="r" b="b"/>
                <a:pathLst>
                  <a:path w="903586" h="84799">
                    <a:moveTo>
                      <a:pt x="4434" y="0"/>
                    </a:moveTo>
                    <a:lnTo>
                      <a:pt x="899152" y="0"/>
                    </a:lnTo>
                    <a:cubicBezTo>
                      <a:pt x="900328" y="0"/>
                      <a:pt x="901456" y="467"/>
                      <a:pt x="902287" y="1299"/>
                    </a:cubicBezTo>
                    <a:cubicBezTo>
                      <a:pt x="903119" y="2130"/>
                      <a:pt x="903586" y="3258"/>
                      <a:pt x="903586" y="4434"/>
                    </a:cubicBezTo>
                    <a:lnTo>
                      <a:pt x="903586" y="80365"/>
                    </a:lnTo>
                    <a:cubicBezTo>
                      <a:pt x="903586" y="82814"/>
                      <a:pt x="901601" y="84799"/>
                      <a:pt x="899152" y="84799"/>
                    </a:cubicBezTo>
                    <a:lnTo>
                      <a:pt x="4434" y="84799"/>
                    </a:lnTo>
                    <a:cubicBezTo>
                      <a:pt x="1985" y="84799"/>
                      <a:pt x="0" y="82814"/>
                      <a:pt x="0" y="80365"/>
                    </a:cubicBezTo>
                    <a:lnTo>
                      <a:pt x="0" y="4434"/>
                    </a:lnTo>
                    <a:cubicBezTo>
                      <a:pt x="0" y="1985"/>
                      <a:pt x="1985" y="0"/>
                      <a:pt x="4434" y="0"/>
                    </a:cubicBezTo>
                    <a:close/>
                  </a:path>
                </a:pathLst>
              </a:custGeom>
              <a:solidFill>
                <a:srgbClr val="36353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TextBox 253"/>
              <p:cNvSpPr txBox="1"/>
              <p:nvPr/>
            </p:nvSpPr>
            <p:spPr>
              <a:xfrm>
                <a:off x="0" y="-47625"/>
                <a:ext cx="903586" cy="132424"/>
              </a:xfrm>
              <a:prstGeom prst="rect">
                <a:avLst/>
              </a:prstGeom>
            </p:spPr>
            <p:txBody>
              <a:bodyPr lIns="1344474" tIns="1344474" rIns="1344474" bIns="1344474" rtlCol="0" anchor="ctr"/>
              <a:lstStyle/>
              <a:p>
                <a:pPr algn="ctr">
                  <a:lnSpc>
                    <a:spcPts val="2339"/>
                  </a:lnSpc>
                </a:pPr>
                <a:endParaRPr/>
              </a:p>
            </p:txBody>
          </p:sp>
        </p:grpSp>
        <p:grpSp>
          <p:nvGrpSpPr>
            <p:cNvPr id="254" name="Group 254"/>
            <p:cNvGrpSpPr/>
            <p:nvPr/>
          </p:nvGrpSpPr>
          <p:grpSpPr>
            <a:xfrm>
              <a:off x="1638525" y="6660447"/>
              <a:ext cx="1448645" cy="339911"/>
              <a:chOff x="0" y="0"/>
              <a:chExt cx="2786659" cy="653864"/>
            </a:xfrm>
          </p:grpSpPr>
          <p:sp>
            <p:nvSpPr>
              <p:cNvPr id="255" name="Freeform 255"/>
              <p:cNvSpPr/>
              <p:nvPr/>
            </p:nvSpPr>
            <p:spPr>
              <a:xfrm>
                <a:off x="0" y="0"/>
                <a:ext cx="2786659" cy="653864"/>
              </a:xfrm>
              <a:custGeom>
                <a:avLst/>
                <a:gdLst/>
                <a:ahLst/>
                <a:cxnLst/>
                <a:rect l="l" t="t" r="r" b="b"/>
                <a:pathLst>
                  <a:path w="2786659" h="653864">
                    <a:moveTo>
                      <a:pt x="0" y="0"/>
                    </a:moveTo>
                    <a:lnTo>
                      <a:pt x="2786659" y="0"/>
                    </a:lnTo>
                    <a:lnTo>
                      <a:pt x="2786659" y="653864"/>
                    </a:lnTo>
                    <a:lnTo>
                      <a:pt x="0" y="6538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39375" r="-589083" b="-6050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TextBox 256"/>
              <p:cNvSpPr txBox="1"/>
              <p:nvPr/>
            </p:nvSpPr>
            <p:spPr>
              <a:xfrm>
                <a:off x="0" y="9525"/>
                <a:ext cx="2786659" cy="64433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066"/>
                  </a:lnSpc>
                </a:pPr>
                <a:r>
                  <a:rPr lang="en-US" sz="10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LITTLE WINS</a:t>
                </a:r>
              </a:p>
            </p:txBody>
          </p:sp>
        </p:grpSp>
        <p:sp>
          <p:nvSpPr>
            <p:cNvPr id="257" name="Freeform 257"/>
            <p:cNvSpPr/>
            <p:nvPr/>
          </p:nvSpPr>
          <p:spPr>
            <a:xfrm>
              <a:off x="1153331" y="4730680"/>
              <a:ext cx="174843" cy="174843"/>
            </a:xfrm>
            <a:custGeom>
              <a:avLst/>
              <a:gdLst/>
              <a:ahLst/>
              <a:cxnLst/>
              <a:rect l="l" t="t" r="r" b="b"/>
              <a:pathLst>
                <a:path w="174843" h="174843">
                  <a:moveTo>
                    <a:pt x="0" y="0"/>
                  </a:moveTo>
                  <a:lnTo>
                    <a:pt x="174843" y="0"/>
                  </a:lnTo>
                  <a:lnTo>
                    <a:pt x="174843" y="174843"/>
                  </a:lnTo>
                  <a:lnTo>
                    <a:pt x="0" y="174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Freeform 258"/>
            <p:cNvSpPr/>
            <p:nvPr/>
          </p:nvSpPr>
          <p:spPr>
            <a:xfrm>
              <a:off x="1188521" y="4766542"/>
              <a:ext cx="108970" cy="58299"/>
            </a:xfrm>
            <a:custGeom>
              <a:avLst/>
              <a:gdLst/>
              <a:ahLst/>
              <a:cxnLst/>
              <a:rect l="l" t="t" r="r" b="b"/>
              <a:pathLst>
                <a:path w="108970" h="58299">
                  <a:moveTo>
                    <a:pt x="0" y="0"/>
                  </a:moveTo>
                  <a:lnTo>
                    <a:pt x="108970" y="0"/>
                  </a:lnTo>
                  <a:lnTo>
                    <a:pt x="108970" y="58299"/>
                  </a:lnTo>
                  <a:lnTo>
                    <a:pt x="0" y="58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TextBox 259"/>
            <p:cNvSpPr txBox="1"/>
            <p:nvPr/>
          </p:nvSpPr>
          <p:spPr>
            <a:xfrm>
              <a:off x="1174398" y="4740128"/>
              <a:ext cx="137216" cy="57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"/>
                </a:lnSpc>
                <a:spcBef>
                  <a:spcPct val="0"/>
                </a:spcBef>
              </a:pPr>
              <a:r>
                <a:rPr lang="en-US" sz="139" b="1" spc="18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CRAMMING</a:t>
              </a:r>
            </a:p>
          </p:txBody>
        </p:sp>
        <p:sp>
          <p:nvSpPr>
            <p:cNvPr id="260" name="Freeform 260"/>
            <p:cNvSpPr/>
            <p:nvPr/>
          </p:nvSpPr>
          <p:spPr>
            <a:xfrm rot="-3394830" flipV="1">
              <a:off x="1164086" y="4802808"/>
              <a:ext cx="26954" cy="8472"/>
            </a:xfrm>
            <a:custGeom>
              <a:avLst/>
              <a:gdLst/>
              <a:ahLst/>
              <a:cxnLst/>
              <a:rect l="l" t="t" r="r" b="b"/>
              <a:pathLst>
                <a:path w="26954" h="8472">
                  <a:moveTo>
                    <a:pt x="0" y="8472"/>
                  </a:moveTo>
                  <a:lnTo>
                    <a:pt x="26953" y="8472"/>
                  </a:lnTo>
                  <a:lnTo>
                    <a:pt x="26953" y="0"/>
                  </a:lnTo>
                  <a:lnTo>
                    <a:pt x="0" y="0"/>
                  </a:lnTo>
                  <a:lnTo>
                    <a:pt x="0" y="847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eform 261"/>
            <p:cNvSpPr/>
            <p:nvPr/>
          </p:nvSpPr>
          <p:spPr>
            <a:xfrm rot="-6716943">
              <a:off x="1295118" y="4803152"/>
              <a:ext cx="24760" cy="7783"/>
            </a:xfrm>
            <a:custGeom>
              <a:avLst/>
              <a:gdLst/>
              <a:ahLst/>
              <a:cxnLst/>
              <a:rect l="l" t="t" r="r" b="b"/>
              <a:pathLst>
                <a:path w="24760" h="7783">
                  <a:moveTo>
                    <a:pt x="0" y="0"/>
                  </a:moveTo>
                  <a:lnTo>
                    <a:pt x="24760" y="0"/>
                  </a:lnTo>
                  <a:lnTo>
                    <a:pt x="24760" y="7783"/>
                  </a:lnTo>
                  <a:lnTo>
                    <a:pt x="0" y="7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 262"/>
            <p:cNvSpPr/>
            <p:nvPr/>
          </p:nvSpPr>
          <p:spPr>
            <a:xfrm rot="2699999">
              <a:off x="1184857" y="4783847"/>
              <a:ext cx="113112" cy="113112"/>
            </a:xfrm>
            <a:custGeom>
              <a:avLst/>
              <a:gdLst/>
              <a:ahLst/>
              <a:cxnLst/>
              <a:rect l="l" t="t" r="r" b="b"/>
              <a:pathLst>
                <a:path w="113112" h="113112">
                  <a:moveTo>
                    <a:pt x="0" y="0"/>
                  </a:moveTo>
                  <a:lnTo>
                    <a:pt x="113112" y="0"/>
                  </a:lnTo>
                  <a:lnTo>
                    <a:pt x="113112" y="113112"/>
                  </a:lnTo>
                  <a:lnTo>
                    <a:pt x="0" y="11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TextBox 263"/>
            <p:cNvSpPr txBox="1"/>
            <p:nvPr/>
          </p:nvSpPr>
          <p:spPr>
            <a:xfrm>
              <a:off x="1215914" y="4879126"/>
              <a:ext cx="49676" cy="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"/>
                </a:lnSpc>
                <a:spcBef>
                  <a:spcPct val="0"/>
                </a:spcBef>
              </a:pPr>
              <a:r>
                <a:rPr lang="en-US" sz="100" b="1" spc="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64" name="Freeform 264"/>
            <p:cNvSpPr/>
            <p:nvPr/>
          </p:nvSpPr>
          <p:spPr>
            <a:xfrm rot="2699999">
              <a:off x="1198325" y="4825213"/>
              <a:ext cx="84855" cy="84855"/>
            </a:xfrm>
            <a:custGeom>
              <a:avLst/>
              <a:gdLst/>
              <a:ahLst/>
              <a:cxnLst/>
              <a:rect l="l" t="t" r="r" b="b"/>
              <a:pathLst>
                <a:path w="84855" h="84855">
                  <a:moveTo>
                    <a:pt x="0" y="0"/>
                  </a:moveTo>
                  <a:lnTo>
                    <a:pt x="84855" y="0"/>
                  </a:lnTo>
                  <a:lnTo>
                    <a:pt x="84855" y="84855"/>
                  </a:lnTo>
                  <a:lnTo>
                    <a:pt x="0" y="8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 265"/>
            <p:cNvSpPr/>
            <p:nvPr/>
          </p:nvSpPr>
          <p:spPr>
            <a:xfrm>
              <a:off x="1223662" y="4785431"/>
              <a:ext cx="38688" cy="37914"/>
            </a:xfrm>
            <a:custGeom>
              <a:avLst/>
              <a:gdLst/>
              <a:ahLst/>
              <a:cxnLst/>
              <a:rect l="l" t="t" r="r" b="b"/>
              <a:pathLst>
                <a:path w="38688" h="37914">
                  <a:moveTo>
                    <a:pt x="0" y="0"/>
                  </a:moveTo>
                  <a:lnTo>
                    <a:pt x="38688" y="0"/>
                  </a:lnTo>
                  <a:lnTo>
                    <a:pt x="38688" y="37914"/>
                  </a:lnTo>
                  <a:lnTo>
                    <a:pt x="0" y="3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TextBox 266"/>
            <p:cNvSpPr txBox="1"/>
            <p:nvPr/>
          </p:nvSpPr>
          <p:spPr>
            <a:xfrm>
              <a:off x="1200981" y="4849525"/>
              <a:ext cx="80864" cy="14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67" name="TextBox 267"/>
            <p:cNvSpPr txBox="1"/>
            <p:nvPr/>
          </p:nvSpPr>
          <p:spPr>
            <a:xfrm>
              <a:off x="1164888" y="4824791"/>
              <a:ext cx="38357" cy="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68" name="TextBox 268"/>
            <p:cNvSpPr txBox="1"/>
            <p:nvPr/>
          </p:nvSpPr>
          <p:spPr>
            <a:xfrm>
              <a:off x="1277378" y="4824791"/>
              <a:ext cx="38357" cy="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69" name="Freeform 269"/>
            <p:cNvSpPr/>
            <p:nvPr/>
          </p:nvSpPr>
          <p:spPr>
            <a:xfrm>
              <a:off x="1153331" y="5134653"/>
              <a:ext cx="174843" cy="174843"/>
            </a:xfrm>
            <a:custGeom>
              <a:avLst/>
              <a:gdLst/>
              <a:ahLst/>
              <a:cxnLst/>
              <a:rect l="l" t="t" r="r" b="b"/>
              <a:pathLst>
                <a:path w="174843" h="174843">
                  <a:moveTo>
                    <a:pt x="0" y="0"/>
                  </a:moveTo>
                  <a:lnTo>
                    <a:pt x="174843" y="0"/>
                  </a:lnTo>
                  <a:lnTo>
                    <a:pt x="174843" y="174843"/>
                  </a:lnTo>
                  <a:lnTo>
                    <a:pt x="0" y="174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Freeform 270"/>
            <p:cNvSpPr/>
            <p:nvPr/>
          </p:nvSpPr>
          <p:spPr>
            <a:xfrm>
              <a:off x="1188521" y="5170515"/>
              <a:ext cx="108970" cy="58299"/>
            </a:xfrm>
            <a:custGeom>
              <a:avLst/>
              <a:gdLst/>
              <a:ahLst/>
              <a:cxnLst/>
              <a:rect l="l" t="t" r="r" b="b"/>
              <a:pathLst>
                <a:path w="108970" h="58299">
                  <a:moveTo>
                    <a:pt x="0" y="0"/>
                  </a:moveTo>
                  <a:lnTo>
                    <a:pt x="108970" y="0"/>
                  </a:lnTo>
                  <a:lnTo>
                    <a:pt x="108970" y="58299"/>
                  </a:lnTo>
                  <a:lnTo>
                    <a:pt x="0" y="58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TextBox 271"/>
            <p:cNvSpPr txBox="1"/>
            <p:nvPr/>
          </p:nvSpPr>
          <p:spPr>
            <a:xfrm>
              <a:off x="1211570" y="5144102"/>
              <a:ext cx="62872" cy="33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"/>
                </a:lnSpc>
                <a:spcBef>
                  <a:spcPct val="0"/>
                </a:spcBef>
              </a:pPr>
              <a:r>
                <a:rPr lang="en-US" sz="139" b="1" spc="18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HIKE</a:t>
              </a:r>
            </a:p>
          </p:txBody>
        </p:sp>
        <p:sp>
          <p:nvSpPr>
            <p:cNvPr id="272" name="Freeform 272"/>
            <p:cNvSpPr/>
            <p:nvPr/>
          </p:nvSpPr>
          <p:spPr>
            <a:xfrm rot="-3394830" flipV="1">
              <a:off x="1164086" y="5206781"/>
              <a:ext cx="26954" cy="8472"/>
            </a:xfrm>
            <a:custGeom>
              <a:avLst/>
              <a:gdLst/>
              <a:ahLst/>
              <a:cxnLst/>
              <a:rect l="l" t="t" r="r" b="b"/>
              <a:pathLst>
                <a:path w="26954" h="8472">
                  <a:moveTo>
                    <a:pt x="0" y="8472"/>
                  </a:moveTo>
                  <a:lnTo>
                    <a:pt x="26953" y="8472"/>
                  </a:lnTo>
                  <a:lnTo>
                    <a:pt x="26953" y="0"/>
                  </a:lnTo>
                  <a:lnTo>
                    <a:pt x="0" y="0"/>
                  </a:lnTo>
                  <a:lnTo>
                    <a:pt x="0" y="847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 273"/>
            <p:cNvSpPr/>
            <p:nvPr/>
          </p:nvSpPr>
          <p:spPr>
            <a:xfrm rot="-6716943">
              <a:off x="1295118" y="5207126"/>
              <a:ext cx="24760" cy="7783"/>
            </a:xfrm>
            <a:custGeom>
              <a:avLst/>
              <a:gdLst/>
              <a:ahLst/>
              <a:cxnLst/>
              <a:rect l="l" t="t" r="r" b="b"/>
              <a:pathLst>
                <a:path w="24760" h="7783">
                  <a:moveTo>
                    <a:pt x="0" y="0"/>
                  </a:moveTo>
                  <a:lnTo>
                    <a:pt x="24760" y="0"/>
                  </a:lnTo>
                  <a:lnTo>
                    <a:pt x="24760" y="7782"/>
                  </a:lnTo>
                  <a:lnTo>
                    <a:pt x="0" y="7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Freeform 274"/>
            <p:cNvSpPr/>
            <p:nvPr/>
          </p:nvSpPr>
          <p:spPr>
            <a:xfrm rot="2699999">
              <a:off x="1184857" y="5187820"/>
              <a:ext cx="113112" cy="113112"/>
            </a:xfrm>
            <a:custGeom>
              <a:avLst/>
              <a:gdLst/>
              <a:ahLst/>
              <a:cxnLst/>
              <a:rect l="l" t="t" r="r" b="b"/>
              <a:pathLst>
                <a:path w="113112" h="113112">
                  <a:moveTo>
                    <a:pt x="0" y="0"/>
                  </a:moveTo>
                  <a:lnTo>
                    <a:pt x="113112" y="0"/>
                  </a:lnTo>
                  <a:lnTo>
                    <a:pt x="113112" y="113112"/>
                  </a:lnTo>
                  <a:lnTo>
                    <a:pt x="0" y="113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TextBox 275"/>
            <p:cNvSpPr txBox="1"/>
            <p:nvPr/>
          </p:nvSpPr>
          <p:spPr>
            <a:xfrm>
              <a:off x="1215914" y="5283099"/>
              <a:ext cx="49676" cy="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"/>
                </a:lnSpc>
                <a:spcBef>
                  <a:spcPct val="0"/>
                </a:spcBef>
              </a:pPr>
              <a:r>
                <a:rPr lang="en-US" sz="100" b="1" spc="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76" name="Freeform 276"/>
            <p:cNvSpPr/>
            <p:nvPr/>
          </p:nvSpPr>
          <p:spPr>
            <a:xfrm rot="2699999">
              <a:off x="1198325" y="5229186"/>
              <a:ext cx="84855" cy="84855"/>
            </a:xfrm>
            <a:custGeom>
              <a:avLst/>
              <a:gdLst/>
              <a:ahLst/>
              <a:cxnLst/>
              <a:rect l="l" t="t" r="r" b="b"/>
              <a:pathLst>
                <a:path w="84855" h="84855">
                  <a:moveTo>
                    <a:pt x="0" y="0"/>
                  </a:moveTo>
                  <a:lnTo>
                    <a:pt x="84855" y="0"/>
                  </a:lnTo>
                  <a:lnTo>
                    <a:pt x="84855" y="84855"/>
                  </a:lnTo>
                  <a:lnTo>
                    <a:pt x="0" y="8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TextBox 277"/>
            <p:cNvSpPr txBox="1"/>
            <p:nvPr/>
          </p:nvSpPr>
          <p:spPr>
            <a:xfrm>
              <a:off x="1200981" y="5253499"/>
              <a:ext cx="80864" cy="14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78" name="TextBox 278"/>
            <p:cNvSpPr txBox="1"/>
            <p:nvPr/>
          </p:nvSpPr>
          <p:spPr>
            <a:xfrm>
              <a:off x="1164888" y="5228765"/>
              <a:ext cx="38357" cy="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79" name="TextBox 279"/>
            <p:cNvSpPr txBox="1"/>
            <p:nvPr/>
          </p:nvSpPr>
          <p:spPr>
            <a:xfrm>
              <a:off x="1277378" y="5228765"/>
              <a:ext cx="38357" cy="8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80" name="Freeform 280"/>
            <p:cNvSpPr/>
            <p:nvPr/>
          </p:nvSpPr>
          <p:spPr>
            <a:xfrm>
              <a:off x="1213258" y="5193117"/>
              <a:ext cx="54988" cy="33818"/>
            </a:xfrm>
            <a:custGeom>
              <a:avLst/>
              <a:gdLst/>
              <a:ahLst/>
              <a:cxnLst/>
              <a:rect l="l" t="t" r="r" b="b"/>
              <a:pathLst>
                <a:path w="54988" h="33818">
                  <a:moveTo>
                    <a:pt x="0" y="0"/>
                  </a:moveTo>
                  <a:lnTo>
                    <a:pt x="54989" y="0"/>
                  </a:lnTo>
                  <a:lnTo>
                    <a:pt x="54989" y="33818"/>
                  </a:lnTo>
                  <a:lnTo>
                    <a:pt x="0" y="33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281"/>
            <p:cNvSpPr/>
            <p:nvPr/>
          </p:nvSpPr>
          <p:spPr>
            <a:xfrm>
              <a:off x="1156704" y="5530589"/>
              <a:ext cx="173956" cy="173956"/>
            </a:xfrm>
            <a:custGeom>
              <a:avLst/>
              <a:gdLst/>
              <a:ahLst/>
              <a:cxnLst/>
              <a:rect l="l" t="t" r="r" b="b"/>
              <a:pathLst>
                <a:path w="173956" h="173956">
                  <a:moveTo>
                    <a:pt x="0" y="0"/>
                  </a:moveTo>
                  <a:lnTo>
                    <a:pt x="173956" y="0"/>
                  </a:lnTo>
                  <a:lnTo>
                    <a:pt x="173956" y="173956"/>
                  </a:lnTo>
                  <a:lnTo>
                    <a:pt x="0" y="173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 282"/>
            <p:cNvSpPr/>
            <p:nvPr/>
          </p:nvSpPr>
          <p:spPr>
            <a:xfrm>
              <a:off x="1191716" y="5566270"/>
              <a:ext cx="108417" cy="58003"/>
            </a:xfrm>
            <a:custGeom>
              <a:avLst/>
              <a:gdLst/>
              <a:ahLst/>
              <a:cxnLst/>
              <a:rect l="l" t="t" r="r" b="b"/>
              <a:pathLst>
                <a:path w="108417" h="58003">
                  <a:moveTo>
                    <a:pt x="0" y="0"/>
                  </a:moveTo>
                  <a:lnTo>
                    <a:pt x="108416" y="0"/>
                  </a:lnTo>
                  <a:lnTo>
                    <a:pt x="108416" y="58003"/>
                  </a:lnTo>
                  <a:lnTo>
                    <a:pt x="0" y="58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TextBox 283"/>
            <p:cNvSpPr txBox="1"/>
            <p:nvPr/>
          </p:nvSpPr>
          <p:spPr>
            <a:xfrm>
              <a:off x="1197028" y="5539990"/>
              <a:ext cx="97792" cy="4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"/>
                </a:lnSpc>
                <a:spcBef>
                  <a:spcPct val="0"/>
                </a:spcBef>
              </a:pPr>
              <a:r>
                <a:rPr lang="en-US" sz="138" b="1" spc="18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</a:t>
              </a:r>
            </a:p>
          </p:txBody>
        </p:sp>
        <p:sp>
          <p:nvSpPr>
            <p:cNvPr id="284" name="Freeform 284"/>
            <p:cNvSpPr/>
            <p:nvPr/>
          </p:nvSpPr>
          <p:spPr>
            <a:xfrm rot="-3394830" flipV="1">
              <a:off x="1167404" y="5602351"/>
              <a:ext cx="26817" cy="8429"/>
            </a:xfrm>
            <a:custGeom>
              <a:avLst/>
              <a:gdLst/>
              <a:ahLst/>
              <a:cxnLst/>
              <a:rect l="l" t="t" r="r" b="b"/>
              <a:pathLst>
                <a:path w="26817" h="8429">
                  <a:moveTo>
                    <a:pt x="0" y="8430"/>
                  </a:moveTo>
                  <a:lnTo>
                    <a:pt x="26817" y="8430"/>
                  </a:lnTo>
                  <a:lnTo>
                    <a:pt x="26817" y="0"/>
                  </a:lnTo>
                  <a:lnTo>
                    <a:pt x="0" y="0"/>
                  </a:lnTo>
                  <a:lnTo>
                    <a:pt x="0" y="843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Freeform 285"/>
            <p:cNvSpPr/>
            <p:nvPr/>
          </p:nvSpPr>
          <p:spPr>
            <a:xfrm rot="-6716943">
              <a:off x="1297772" y="5602694"/>
              <a:ext cx="24634" cy="7743"/>
            </a:xfrm>
            <a:custGeom>
              <a:avLst/>
              <a:gdLst/>
              <a:ahLst/>
              <a:cxnLst/>
              <a:rect l="l" t="t" r="r" b="b"/>
              <a:pathLst>
                <a:path w="24634" h="7743">
                  <a:moveTo>
                    <a:pt x="0" y="0"/>
                  </a:moveTo>
                  <a:lnTo>
                    <a:pt x="24634" y="0"/>
                  </a:lnTo>
                  <a:lnTo>
                    <a:pt x="24634" y="7744"/>
                  </a:lnTo>
                  <a:lnTo>
                    <a:pt x="0" y="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Freeform 286"/>
            <p:cNvSpPr/>
            <p:nvPr/>
          </p:nvSpPr>
          <p:spPr>
            <a:xfrm rot="2699999">
              <a:off x="1188070" y="5583487"/>
              <a:ext cx="112539" cy="112539"/>
            </a:xfrm>
            <a:custGeom>
              <a:avLst/>
              <a:gdLst/>
              <a:ahLst/>
              <a:cxnLst/>
              <a:rect l="l" t="t" r="r" b="b"/>
              <a:pathLst>
                <a:path w="112539" h="112539">
                  <a:moveTo>
                    <a:pt x="0" y="0"/>
                  </a:moveTo>
                  <a:lnTo>
                    <a:pt x="112538" y="0"/>
                  </a:lnTo>
                  <a:lnTo>
                    <a:pt x="112538" y="112538"/>
                  </a:lnTo>
                  <a:lnTo>
                    <a:pt x="0" y="112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TextBox 287"/>
            <p:cNvSpPr txBox="1"/>
            <p:nvPr/>
          </p:nvSpPr>
          <p:spPr>
            <a:xfrm>
              <a:off x="1218970" y="5678282"/>
              <a:ext cx="49424" cy="8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"/>
                </a:lnSpc>
                <a:spcBef>
                  <a:spcPct val="0"/>
                </a:spcBef>
              </a:pPr>
              <a:r>
                <a:rPr lang="en-US" sz="100" b="1" spc="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288" name="Freeform 288"/>
            <p:cNvSpPr/>
            <p:nvPr/>
          </p:nvSpPr>
          <p:spPr>
            <a:xfrm rot="2699999">
              <a:off x="1201470" y="5624643"/>
              <a:ext cx="84424" cy="84424"/>
            </a:xfrm>
            <a:custGeom>
              <a:avLst/>
              <a:gdLst/>
              <a:ahLst/>
              <a:cxnLst/>
              <a:rect l="l" t="t" r="r" b="b"/>
              <a:pathLst>
                <a:path w="84424" h="84424">
                  <a:moveTo>
                    <a:pt x="0" y="0"/>
                  </a:moveTo>
                  <a:lnTo>
                    <a:pt x="84424" y="0"/>
                  </a:lnTo>
                  <a:lnTo>
                    <a:pt x="84424" y="84425"/>
                  </a:lnTo>
                  <a:lnTo>
                    <a:pt x="0" y="84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TextBox 289"/>
            <p:cNvSpPr txBox="1"/>
            <p:nvPr/>
          </p:nvSpPr>
          <p:spPr>
            <a:xfrm>
              <a:off x="1204112" y="5648832"/>
              <a:ext cx="80454" cy="13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290" name="TextBox 290"/>
            <p:cNvSpPr txBox="1"/>
            <p:nvPr/>
          </p:nvSpPr>
          <p:spPr>
            <a:xfrm>
              <a:off x="1168203" y="5624224"/>
              <a:ext cx="38162" cy="8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291" name="TextBox 291"/>
            <p:cNvSpPr txBox="1"/>
            <p:nvPr/>
          </p:nvSpPr>
          <p:spPr>
            <a:xfrm>
              <a:off x="1280122" y="5624224"/>
              <a:ext cx="38162" cy="8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292" name="Freeform 292"/>
            <p:cNvSpPr/>
            <p:nvPr/>
          </p:nvSpPr>
          <p:spPr>
            <a:xfrm>
              <a:off x="1227550" y="5591908"/>
              <a:ext cx="32264" cy="36663"/>
            </a:xfrm>
            <a:custGeom>
              <a:avLst/>
              <a:gdLst/>
              <a:ahLst/>
              <a:cxnLst/>
              <a:rect l="l" t="t" r="r" b="b"/>
              <a:pathLst>
                <a:path w="32264" h="36663">
                  <a:moveTo>
                    <a:pt x="0" y="0"/>
                  </a:moveTo>
                  <a:lnTo>
                    <a:pt x="32264" y="0"/>
                  </a:lnTo>
                  <a:lnTo>
                    <a:pt x="32264" y="36663"/>
                  </a:lnTo>
                  <a:lnTo>
                    <a:pt x="0" y="36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293"/>
            <p:cNvSpPr/>
            <p:nvPr/>
          </p:nvSpPr>
          <p:spPr>
            <a:xfrm>
              <a:off x="1159190" y="5934657"/>
              <a:ext cx="168984" cy="168984"/>
            </a:xfrm>
            <a:custGeom>
              <a:avLst/>
              <a:gdLst/>
              <a:ahLst/>
              <a:cxnLst/>
              <a:rect l="l" t="t" r="r" b="b"/>
              <a:pathLst>
                <a:path w="168984" h="168984">
                  <a:moveTo>
                    <a:pt x="0" y="0"/>
                  </a:moveTo>
                  <a:lnTo>
                    <a:pt x="168984" y="0"/>
                  </a:lnTo>
                  <a:lnTo>
                    <a:pt x="168984" y="168983"/>
                  </a:lnTo>
                  <a:lnTo>
                    <a:pt x="0" y="168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294"/>
            <p:cNvSpPr/>
            <p:nvPr/>
          </p:nvSpPr>
          <p:spPr>
            <a:xfrm>
              <a:off x="1193201" y="5969317"/>
              <a:ext cx="105318" cy="56345"/>
            </a:xfrm>
            <a:custGeom>
              <a:avLst/>
              <a:gdLst/>
              <a:ahLst/>
              <a:cxnLst/>
              <a:rect l="l" t="t" r="r" b="b"/>
              <a:pathLst>
                <a:path w="105318" h="56345">
                  <a:moveTo>
                    <a:pt x="0" y="0"/>
                  </a:moveTo>
                  <a:lnTo>
                    <a:pt x="105318" y="0"/>
                  </a:lnTo>
                  <a:lnTo>
                    <a:pt x="105318" y="56345"/>
                  </a:lnTo>
                  <a:lnTo>
                    <a:pt x="0" y="56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295"/>
            <p:cNvSpPr/>
            <p:nvPr/>
          </p:nvSpPr>
          <p:spPr>
            <a:xfrm>
              <a:off x="1223693" y="5983576"/>
              <a:ext cx="46849" cy="50922"/>
            </a:xfrm>
            <a:custGeom>
              <a:avLst/>
              <a:gdLst/>
              <a:ahLst/>
              <a:cxnLst/>
              <a:rect l="l" t="t" r="r" b="b"/>
              <a:pathLst>
                <a:path w="46849" h="50922">
                  <a:moveTo>
                    <a:pt x="0" y="0"/>
                  </a:moveTo>
                  <a:lnTo>
                    <a:pt x="46849" y="0"/>
                  </a:lnTo>
                  <a:lnTo>
                    <a:pt x="46849" y="50922"/>
                  </a:lnTo>
                  <a:lnTo>
                    <a:pt x="0" y="50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TextBox 296"/>
            <p:cNvSpPr txBox="1"/>
            <p:nvPr/>
          </p:nvSpPr>
          <p:spPr>
            <a:xfrm>
              <a:off x="1186893" y="5943789"/>
              <a:ext cx="117934" cy="47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"/>
                </a:lnSpc>
                <a:spcBef>
                  <a:spcPct val="0"/>
                </a:spcBef>
              </a:pPr>
              <a:r>
                <a:rPr lang="en-US" sz="134" b="1" spc="18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HAUNTED</a:t>
              </a:r>
            </a:p>
          </p:txBody>
        </p:sp>
        <p:sp>
          <p:nvSpPr>
            <p:cNvPr id="297" name="Freeform 297"/>
            <p:cNvSpPr/>
            <p:nvPr/>
          </p:nvSpPr>
          <p:spPr>
            <a:xfrm rot="-3394830" flipV="1">
              <a:off x="1169873" y="5996012"/>
              <a:ext cx="34041" cy="10700"/>
            </a:xfrm>
            <a:custGeom>
              <a:avLst/>
              <a:gdLst/>
              <a:ahLst/>
              <a:cxnLst/>
              <a:rect l="l" t="t" r="r" b="b"/>
              <a:pathLst>
                <a:path w="34041" h="10700">
                  <a:moveTo>
                    <a:pt x="0" y="10700"/>
                  </a:moveTo>
                  <a:lnTo>
                    <a:pt x="34040" y="10700"/>
                  </a:lnTo>
                  <a:lnTo>
                    <a:pt x="34040" y="0"/>
                  </a:lnTo>
                  <a:lnTo>
                    <a:pt x="0" y="0"/>
                  </a:lnTo>
                  <a:lnTo>
                    <a:pt x="0" y="1070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298"/>
            <p:cNvSpPr/>
            <p:nvPr/>
          </p:nvSpPr>
          <p:spPr>
            <a:xfrm rot="-6716943">
              <a:off x="1287806" y="5996012"/>
              <a:ext cx="34041" cy="10700"/>
            </a:xfrm>
            <a:custGeom>
              <a:avLst/>
              <a:gdLst/>
              <a:ahLst/>
              <a:cxnLst/>
              <a:rect l="l" t="t" r="r" b="b"/>
              <a:pathLst>
                <a:path w="34041" h="10700">
                  <a:moveTo>
                    <a:pt x="0" y="0"/>
                  </a:moveTo>
                  <a:lnTo>
                    <a:pt x="34041" y="0"/>
                  </a:lnTo>
                  <a:lnTo>
                    <a:pt x="34041" y="10700"/>
                  </a:lnTo>
                  <a:lnTo>
                    <a:pt x="0" y="1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 l="-1167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299"/>
            <p:cNvSpPr/>
            <p:nvPr/>
          </p:nvSpPr>
          <p:spPr>
            <a:xfrm rot="2699999">
              <a:off x="1189659" y="5988172"/>
              <a:ext cx="109322" cy="109322"/>
            </a:xfrm>
            <a:custGeom>
              <a:avLst/>
              <a:gdLst/>
              <a:ahLst/>
              <a:cxnLst/>
              <a:rect l="l" t="t" r="r" b="b"/>
              <a:pathLst>
                <a:path w="109322" h="109322">
                  <a:moveTo>
                    <a:pt x="0" y="0"/>
                  </a:moveTo>
                  <a:lnTo>
                    <a:pt x="109322" y="0"/>
                  </a:lnTo>
                  <a:lnTo>
                    <a:pt x="109322" y="109322"/>
                  </a:lnTo>
                  <a:lnTo>
                    <a:pt x="0" y="10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TextBox 300"/>
            <p:cNvSpPr txBox="1"/>
            <p:nvPr/>
          </p:nvSpPr>
          <p:spPr>
            <a:xfrm>
              <a:off x="1219676" y="6078128"/>
              <a:ext cx="48011" cy="8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"/>
                </a:lnSpc>
                <a:spcBef>
                  <a:spcPct val="0"/>
                </a:spcBef>
              </a:pPr>
              <a:r>
                <a:rPr lang="en-US" sz="100" b="1" spc="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301" name="Freeform 301"/>
            <p:cNvSpPr/>
            <p:nvPr/>
          </p:nvSpPr>
          <p:spPr>
            <a:xfrm rot="2699999">
              <a:off x="1202676" y="6026022"/>
              <a:ext cx="82011" cy="82011"/>
            </a:xfrm>
            <a:custGeom>
              <a:avLst/>
              <a:gdLst/>
              <a:ahLst/>
              <a:cxnLst/>
              <a:rect l="l" t="t" r="r" b="b"/>
              <a:pathLst>
                <a:path w="82011" h="82011">
                  <a:moveTo>
                    <a:pt x="0" y="0"/>
                  </a:moveTo>
                  <a:lnTo>
                    <a:pt x="82012" y="0"/>
                  </a:lnTo>
                  <a:lnTo>
                    <a:pt x="82012" y="82011"/>
                  </a:lnTo>
                  <a:lnTo>
                    <a:pt x="0" y="82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TextBox 302"/>
            <p:cNvSpPr txBox="1"/>
            <p:nvPr/>
          </p:nvSpPr>
          <p:spPr>
            <a:xfrm>
              <a:off x="1205243" y="6049520"/>
              <a:ext cx="78154" cy="1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303" name="TextBox 303"/>
            <p:cNvSpPr txBox="1"/>
            <p:nvPr/>
          </p:nvSpPr>
          <p:spPr>
            <a:xfrm>
              <a:off x="1170360" y="6025615"/>
              <a:ext cx="37071" cy="8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304" name="TextBox 304"/>
            <p:cNvSpPr txBox="1"/>
            <p:nvPr/>
          </p:nvSpPr>
          <p:spPr>
            <a:xfrm>
              <a:off x="1279080" y="6025615"/>
              <a:ext cx="37071" cy="8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305" name="Freeform 305"/>
            <p:cNvSpPr/>
            <p:nvPr/>
          </p:nvSpPr>
          <p:spPr>
            <a:xfrm>
              <a:off x="1159190" y="6736647"/>
              <a:ext cx="184168" cy="184168"/>
            </a:xfrm>
            <a:custGeom>
              <a:avLst/>
              <a:gdLst/>
              <a:ahLst/>
              <a:cxnLst/>
              <a:rect l="l" t="t" r="r" b="b"/>
              <a:pathLst>
                <a:path w="184168" h="184168">
                  <a:moveTo>
                    <a:pt x="0" y="0"/>
                  </a:moveTo>
                  <a:lnTo>
                    <a:pt x="184168" y="0"/>
                  </a:lnTo>
                  <a:lnTo>
                    <a:pt x="184168" y="184168"/>
                  </a:lnTo>
                  <a:lnTo>
                    <a:pt x="0" y="184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306"/>
            <p:cNvSpPr/>
            <p:nvPr/>
          </p:nvSpPr>
          <p:spPr>
            <a:xfrm>
              <a:off x="1196257" y="6774423"/>
              <a:ext cx="114781" cy="61408"/>
            </a:xfrm>
            <a:custGeom>
              <a:avLst/>
              <a:gdLst/>
              <a:ahLst/>
              <a:cxnLst/>
              <a:rect l="l" t="t" r="r" b="b"/>
              <a:pathLst>
                <a:path w="114781" h="61408">
                  <a:moveTo>
                    <a:pt x="0" y="0"/>
                  </a:moveTo>
                  <a:lnTo>
                    <a:pt x="114781" y="0"/>
                  </a:lnTo>
                  <a:lnTo>
                    <a:pt x="114781" y="61408"/>
                  </a:lnTo>
                  <a:lnTo>
                    <a:pt x="0" y="61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TextBox 307"/>
            <p:cNvSpPr txBox="1"/>
            <p:nvPr/>
          </p:nvSpPr>
          <p:spPr>
            <a:xfrm>
              <a:off x="1178104" y="6746600"/>
              <a:ext cx="151087" cy="64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"/>
                </a:lnSpc>
                <a:spcBef>
                  <a:spcPct val="0"/>
                </a:spcBef>
              </a:pPr>
              <a:r>
                <a:rPr lang="en-US" sz="146" b="1" spc="1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LITTLE WINS</a:t>
              </a:r>
            </a:p>
          </p:txBody>
        </p:sp>
        <p:sp>
          <p:nvSpPr>
            <p:cNvPr id="308" name="Freeform 308"/>
            <p:cNvSpPr/>
            <p:nvPr/>
          </p:nvSpPr>
          <p:spPr>
            <a:xfrm rot="2699999">
              <a:off x="1192397" y="6792650"/>
              <a:ext cx="119145" cy="119145"/>
            </a:xfrm>
            <a:custGeom>
              <a:avLst/>
              <a:gdLst/>
              <a:ahLst/>
              <a:cxnLst/>
              <a:rect l="l" t="t" r="r" b="b"/>
              <a:pathLst>
                <a:path w="119145" h="119145">
                  <a:moveTo>
                    <a:pt x="0" y="0"/>
                  </a:moveTo>
                  <a:lnTo>
                    <a:pt x="119146" y="0"/>
                  </a:lnTo>
                  <a:lnTo>
                    <a:pt x="119146" y="119145"/>
                  </a:lnTo>
                  <a:lnTo>
                    <a:pt x="0" y="119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TextBox 309"/>
            <p:cNvSpPr txBox="1"/>
            <p:nvPr/>
          </p:nvSpPr>
          <p:spPr>
            <a:xfrm>
              <a:off x="1225111" y="6893011"/>
              <a:ext cx="52325" cy="9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"/>
                </a:lnSpc>
                <a:spcBef>
                  <a:spcPct val="0"/>
                </a:spcBef>
              </a:pPr>
              <a:r>
                <a:rPr lang="en-US" sz="100" b="1" spc="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310" name="Freeform 310"/>
            <p:cNvSpPr/>
            <p:nvPr/>
          </p:nvSpPr>
          <p:spPr>
            <a:xfrm rot="2699999">
              <a:off x="1206584" y="6836223"/>
              <a:ext cx="89381" cy="89381"/>
            </a:xfrm>
            <a:custGeom>
              <a:avLst/>
              <a:gdLst/>
              <a:ahLst/>
              <a:cxnLst/>
              <a:rect l="l" t="t" r="r" b="b"/>
              <a:pathLst>
                <a:path w="89381" h="89381">
                  <a:moveTo>
                    <a:pt x="0" y="0"/>
                  </a:moveTo>
                  <a:lnTo>
                    <a:pt x="89380" y="0"/>
                  </a:lnTo>
                  <a:lnTo>
                    <a:pt x="89380" y="89380"/>
                  </a:lnTo>
                  <a:lnTo>
                    <a:pt x="0" y="89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TextBox 311"/>
            <p:cNvSpPr txBox="1"/>
            <p:nvPr/>
          </p:nvSpPr>
          <p:spPr>
            <a:xfrm>
              <a:off x="1209381" y="6861832"/>
              <a:ext cx="85177" cy="14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312" name="TextBox 312"/>
            <p:cNvSpPr txBox="1"/>
            <p:nvPr/>
          </p:nvSpPr>
          <p:spPr>
            <a:xfrm>
              <a:off x="1171364" y="6835778"/>
              <a:ext cx="40402" cy="9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313" name="TextBox 313"/>
            <p:cNvSpPr txBox="1"/>
            <p:nvPr/>
          </p:nvSpPr>
          <p:spPr>
            <a:xfrm>
              <a:off x="1289853" y="6835778"/>
              <a:ext cx="40402" cy="9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314" name="Freeform 314"/>
            <p:cNvSpPr/>
            <p:nvPr/>
          </p:nvSpPr>
          <p:spPr>
            <a:xfrm>
              <a:off x="1226084" y="6802595"/>
              <a:ext cx="50381" cy="37786"/>
            </a:xfrm>
            <a:custGeom>
              <a:avLst/>
              <a:gdLst/>
              <a:ahLst/>
              <a:cxnLst/>
              <a:rect l="l" t="t" r="r" b="b"/>
              <a:pathLst>
                <a:path w="50381" h="37786">
                  <a:moveTo>
                    <a:pt x="0" y="0"/>
                  </a:moveTo>
                  <a:lnTo>
                    <a:pt x="50381" y="0"/>
                  </a:lnTo>
                  <a:lnTo>
                    <a:pt x="50381" y="37786"/>
                  </a:lnTo>
                  <a:lnTo>
                    <a:pt x="0" y="37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315"/>
            <p:cNvSpPr/>
            <p:nvPr/>
          </p:nvSpPr>
          <p:spPr>
            <a:xfrm rot="-4941124">
              <a:off x="1164691" y="6812193"/>
              <a:ext cx="28382" cy="18590"/>
            </a:xfrm>
            <a:custGeom>
              <a:avLst/>
              <a:gdLst/>
              <a:ahLst/>
              <a:cxnLst/>
              <a:rect l="l" t="t" r="r" b="b"/>
              <a:pathLst>
                <a:path w="28382" h="18590">
                  <a:moveTo>
                    <a:pt x="0" y="0"/>
                  </a:moveTo>
                  <a:lnTo>
                    <a:pt x="28383" y="0"/>
                  </a:lnTo>
                  <a:lnTo>
                    <a:pt x="28383" y="18590"/>
                  </a:lnTo>
                  <a:lnTo>
                    <a:pt x="0" y="18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316"/>
            <p:cNvSpPr/>
            <p:nvPr/>
          </p:nvSpPr>
          <p:spPr>
            <a:xfrm rot="5120367" flipH="1">
              <a:off x="1308710" y="6811790"/>
              <a:ext cx="28382" cy="18590"/>
            </a:xfrm>
            <a:custGeom>
              <a:avLst/>
              <a:gdLst/>
              <a:ahLst/>
              <a:cxnLst/>
              <a:rect l="l" t="t" r="r" b="b"/>
              <a:pathLst>
                <a:path w="28382" h="18590">
                  <a:moveTo>
                    <a:pt x="28382" y="0"/>
                  </a:moveTo>
                  <a:lnTo>
                    <a:pt x="0" y="0"/>
                  </a:lnTo>
                  <a:lnTo>
                    <a:pt x="0" y="18591"/>
                  </a:lnTo>
                  <a:lnTo>
                    <a:pt x="28382" y="18591"/>
                  </a:lnTo>
                  <a:lnTo>
                    <a:pt x="28382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317"/>
            <p:cNvSpPr/>
            <p:nvPr/>
          </p:nvSpPr>
          <p:spPr>
            <a:xfrm>
              <a:off x="1153331" y="6337437"/>
              <a:ext cx="180702" cy="180702"/>
            </a:xfrm>
            <a:custGeom>
              <a:avLst/>
              <a:gdLst/>
              <a:ahLst/>
              <a:cxnLst/>
              <a:rect l="l" t="t" r="r" b="b"/>
              <a:pathLst>
                <a:path w="180702" h="180702">
                  <a:moveTo>
                    <a:pt x="0" y="0"/>
                  </a:moveTo>
                  <a:lnTo>
                    <a:pt x="180702" y="0"/>
                  </a:lnTo>
                  <a:lnTo>
                    <a:pt x="180702" y="180702"/>
                  </a:lnTo>
                  <a:lnTo>
                    <a:pt x="0" y="180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Freeform 318"/>
            <p:cNvSpPr/>
            <p:nvPr/>
          </p:nvSpPr>
          <p:spPr>
            <a:xfrm>
              <a:off x="1189700" y="6374501"/>
              <a:ext cx="112621" cy="60252"/>
            </a:xfrm>
            <a:custGeom>
              <a:avLst/>
              <a:gdLst/>
              <a:ahLst/>
              <a:cxnLst/>
              <a:rect l="l" t="t" r="r" b="b"/>
              <a:pathLst>
                <a:path w="112621" h="60252">
                  <a:moveTo>
                    <a:pt x="0" y="0"/>
                  </a:moveTo>
                  <a:lnTo>
                    <a:pt x="112622" y="0"/>
                  </a:lnTo>
                  <a:lnTo>
                    <a:pt x="112622" y="60253"/>
                  </a:lnTo>
                  <a:lnTo>
                    <a:pt x="0" y="60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TextBox 319"/>
            <p:cNvSpPr txBox="1"/>
            <p:nvPr/>
          </p:nvSpPr>
          <p:spPr>
            <a:xfrm>
              <a:off x="1174530" y="6347202"/>
              <a:ext cx="142962" cy="59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"/>
                </a:lnSpc>
                <a:spcBef>
                  <a:spcPct val="0"/>
                </a:spcBef>
              </a:pPr>
              <a:r>
                <a:rPr lang="en-US" sz="143" b="1" spc="1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GAME TIME</a:t>
              </a:r>
            </a:p>
          </p:txBody>
        </p:sp>
        <p:sp>
          <p:nvSpPr>
            <p:cNvPr id="320" name="Freeform 320"/>
            <p:cNvSpPr/>
            <p:nvPr/>
          </p:nvSpPr>
          <p:spPr>
            <a:xfrm rot="2699999">
              <a:off x="1185913" y="6392386"/>
              <a:ext cx="116903" cy="116903"/>
            </a:xfrm>
            <a:custGeom>
              <a:avLst/>
              <a:gdLst/>
              <a:ahLst/>
              <a:cxnLst/>
              <a:rect l="l" t="t" r="r" b="b"/>
              <a:pathLst>
                <a:path w="116903" h="116903">
                  <a:moveTo>
                    <a:pt x="0" y="0"/>
                  </a:moveTo>
                  <a:lnTo>
                    <a:pt x="116903" y="0"/>
                  </a:lnTo>
                  <a:lnTo>
                    <a:pt x="116903" y="116903"/>
                  </a:lnTo>
                  <a:lnTo>
                    <a:pt x="0" y="116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TextBox 321"/>
            <p:cNvSpPr txBox="1"/>
            <p:nvPr/>
          </p:nvSpPr>
          <p:spPr>
            <a:xfrm>
              <a:off x="1218012" y="6490858"/>
              <a:ext cx="51341" cy="9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"/>
                </a:lnSpc>
                <a:spcBef>
                  <a:spcPct val="0"/>
                </a:spcBef>
              </a:pPr>
              <a:r>
                <a:rPr lang="en-US" sz="100" b="1" spc="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October2026</a:t>
              </a:r>
            </a:p>
          </p:txBody>
        </p:sp>
        <p:sp>
          <p:nvSpPr>
            <p:cNvPr id="322" name="Freeform 322"/>
            <p:cNvSpPr/>
            <p:nvPr/>
          </p:nvSpPr>
          <p:spPr>
            <a:xfrm rot="2699999">
              <a:off x="1199833" y="6435138"/>
              <a:ext cx="87699" cy="87699"/>
            </a:xfrm>
            <a:custGeom>
              <a:avLst/>
              <a:gdLst/>
              <a:ahLst/>
              <a:cxnLst/>
              <a:rect l="l" t="t" r="r" b="b"/>
              <a:pathLst>
                <a:path w="87699" h="87699">
                  <a:moveTo>
                    <a:pt x="0" y="0"/>
                  </a:moveTo>
                  <a:lnTo>
                    <a:pt x="87698" y="0"/>
                  </a:lnTo>
                  <a:lnTo>
                    <a:pt x="87698" y="87699"/>
                  </a:lnTo>
                  <a:lnTo>
                    <a:pt x="0" y="87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TextBox 323"/>
            <p:cNvSpPr txBox="1"/>
            <p:nvPr/>
          </p:nvSpPr>
          <p:spPr>
            <a:xfrm>
              <a:off x="1202578" y="6460265"/>
              <a:ext cx="83574" cy="145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7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REAL PASSPORT</a:t>
              </a:r>
            </a:p>
          </p:txBody>
        </p:sp>
        <p:sp>
          <p:nvSpPr>
            <p:cNvPr id="324" name="TextBox 324"/>
            <p:cNvSpPr txBox="1"/>
            <p:nvPr/>
          </p:nvSpPr>
          <p:spPr>
            <a:xfrm>
              <a:off x="1165276" y="6434702"/>
              <a:ext cx="39642" cy="9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BeReal.</a:t>
              </a:r>
            </a:p>
          </p:txBody>
        </p:sp>
        <p:sp>
          <p:nvSpPr>
            <p:cNvPr id="325" name="TextBox 325"/>
            <p:cNvSpPr txBox="1"/>
            <p:nvPr/>
          </p:nvSpPr>
          <p:spPr>
            <a:xfrm>
              <a:off x="1281535" y="6434702"/>
              <a:ext cx="39642" cy="9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"/>
                </a:lnSpc>
                <a:spcBef>
                  <a:spcPct val="0"/>
                </a:spcBef>
              </a:pPr>
              <a:r>
                <a:rPr lang="en-US" sz="100" b="1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Unfiltered</a:t>
              </a:r>
            </a:p>
          </p:txBody>
        </p:sp>
        <p:sp>
          <p:nvSpPr>
            <p:cNvPr id="326" name="Freeform 326"/>
            <p:cNvSpPr/>
            <p:nvPr/>
          </p:nvSpPr>
          <p:spPr>
            <a:xfrm rot="-4941124">
              <a:off x="1158729" y="6411561"/>
              <a:ext cx="27848" cy="18241"/>
            </a:xfrm>
            <a:custGeom>
              <a:avLst/>
              <a:gdLst/>
              <a:ahLst/>
              <a:cxnLst/>
              <a:rect l="l" t="t" r="r" b="b"/>
              <a:pathLst>
                <a:path w="27848" h="18241">
                  <a:moveTo>
                    <a:pt x="0" y="0"/>
                  </a:moveTo>
                  <a:lnTo>
                    <a:pt x="27848" y="0"/>
                  </a:lnTo>
                  <a:lnTo>
                    <a:pt x="27848" y="18240"/>
                  </a:lnTo>
                  <a:lnTo>
                    <a:pt x="0" y="18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Freeform 327"/>
            <p:cNvSpPr/>
            <p:nvPr/>
          </p:nvSpPr>
          <p:spPr>
            <a:xfrm rot="5120367" flipH="1">
              <a:off x="1300037" y="6411166"/>
              <a:ext cx="27848" cy="18241"/>
            </a:xfrm>
            <a:custGeom>
              <a:avLst/>
              <a:gdLst/>
              <a:ahLst/>
              <a:cxnLst/>
              <a:rect l="l" t="t" r="r" b="b"/>
              <a:pathLst>
                <a:path w="27848" h="18241">
                  <a:moveTo>
                    <a:pt x="27848" y="0"/>
                  </a:moveTo>
                  <a:lnTo>
                    <a:pt x="0" y="0"/>
                  </a:lnTo>
                  <a:lnTo>
                    <a:pt x="0" y="18240"/>
                  </a:lnTo>
                  <a:lnTo>
                    <a:pt x="27848" y="18240"/>
                  </a:lnTo>
                  <a:lnTo>
                    <a:pt x="27848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Freeform 328"/>
            <p:cNvSpPr/>
            <p:nvPr/>
          </p:nvSpPr>
          <p:spPr>
            <a:xfrm rot="-971120">
              <a:off x="1204101" y="6407310"/>
              <a:ext cx="18138" cy="16959"/>
            </a:xfrm>
            <a:custGeom>
              <a:avLst/>
              <a:gdLst/>
              <a:ahLst/>
              <a:cxnLst/>
              <a:rect l="l" t="t" r="r" b="b"/>
              <a:pathLst>
                <a:path w="18138" h="16959">
                  <a:moveTo>
                    <a:pt x="0" y="0"/>
                  </a:moveTo>
                  <a:lnTo>
                    <a:pt x="18138" y="0"/>
                  </a:lnTo>
                  <a:lnTo>
                    <a:pt x="18138" y="16959"/>
                  </a:lnTo>
                  <a:lnTo>
                    <a:pt x="0" y="16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329"/>
            <p:cNvSpPr/>
            <p:nvPr/>
          </p:nvSpPr>
          <p:spPr>
            <a:xfrm>
              <a:off x="1271021" y="6409690"/>
              <a:ext cx="18307" cy="18124"/>
            </a:xfrm>
            <a:custGeom>
              <a:avLst/>
              <a:gdLst/>
              <a:ahLst/>
              <a:cxnLst/>
              <a:rect l="l" t="t" r="r" b="b"/>
              <a:pathLst>
                <a:path w="18307" h="18124">
                  <a:moveTo>
                    <a:pt x="0" y="0"/>
                  </a:moveTo>
                  <a:lnTo>
                    <a:pt x="18307" y="0"/>
                  </a:lnTo>
                  <a:lnTo>
                    <a:pt x="18307" y="18124"/>
                  </a:lnTo>
                  <a:lnTo>
                    <a:pt x="0" y="18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330"/>
            <p:cNvSpPr/>
            <p:nvPr/>
          </p:nvSpPr>
          <p:spPr>
            <a:xfrm>
              <a:off x="1234528" y="6386245"/>
              <a:ext cx="18307" cy="18873"/>
            </a:xfrm>
            <a:custGeom>
              <a:avLst/>
              <a:gdLst/>
              <a:ahLst/>
              <a:cxnLst/>
              <a:rect l="l" t="t" r="r" b="b"/>
              <a:pathLst>
                <a:path w="18307" h="18873">
                  <a:moveTo>
                    <a:pt x="0" y="0"/>
                  </a:moveTo>
                  <a:lnTo>
                    <a:pt x="18308" y="0"/>
                  </a:lnTo>
                  <a:lnTo>
                    <a:pt x="18308" y="18873"/>
                  </a:lnTo>
                  <a:lnTo>
                    <a:pt x="0" y="18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331"/>
            <p:cNvSpPr/>
            <p:nvPr/>
          </p:nvSpPr>
          <p:spPr>
            <a:xfrm>
              <a:off x="1229325" y="6415789"/>
              <a:ext cx="36614" cy="27278"/>
            </a:xfrm>
            <a:custGeom>
              <a:avLst/>
              <a:gdLst/>
              <a:ahLst/>
              <a:cxnLst/>
              <a:rect l="l" t="t" r="r" b="b"/>
              <a:pathLst>
                <a:path w="36614" h="27278">
                  <a:moveTo>
                    <a:pt x="0" y="0"/>
                  </a:moveTo>
                  <a:lnTo>
                    <a:pt x="36614" y="0"/>
                  </a:lnTo>
                  <a:lnTo>
                    <a:pt x="36614" y="27278"/>
                  </a:lnTo>
                  <a:lnTo>
                    <a:pt x="0" y="2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2" name="Group 332"/>
            <p:cNvGrpSpPr/>
            <p:nvPr/>
          </p:nvGrpSpPr>
          <p:grpSpPr>
            <a:xfrm>
              <a:off x="893722" y="3631052"/>
              <a:ext cx="2193448" cy="434701"/>
              <a:chOff x="0" y="0"/>
              <a:chExt cx="4831074" cy="957431"/>
            </a:xfrm>
          </p:grpSpPr>
          <p:sp>
            <p:nvSpPr>
              <p:cNvPr id="333" name="Freeform 333"/>
              <p:cNvSpPr/>
              <p:nvPr/>
            </p:nvSpPr>
            <p:spPr>
              <a:xfrm>
                <a:off x="0" y="0"/>
                <a:ext cx="4831074" cy="957431"/>
              </a:xfrm>
              <a:custGeom>
                <a:avLst/>
                <a:gdLst/>
                <a:ahLst/>
                <a:cxnLst/>
                <a:rect l="l" t="t" r="r" b="b"/>
                <a:pathLst>
                  <a:path w="4831074" h="957431">
                    <a:moveTo>
                      <a:pt x="0" y="0"/>
                    </a:moveTo>
                    <a:lnTo>
                      <a:pt x="4831074" y="0"/>
                    </a:lnTo>
                    <a:lnTo>
                      <a:pt x="4831074" y="957431"/>
                    </a:lnTo>
                    <a:lnTo>
                      <a:pt x="0" y="95743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00064" r="-297476" b="-3815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TextBox 334"/>
              <p:cNvSpPr txBox="1"/>
              <p:nvPr/>
            </p:nvSpPr>
            <p:spPr>
              <a:xfrm>
                <a:off x="0" y="0"/>
                <a:ext cx="4831074" cy="957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280"/>
                  </a:lnSpc>
                </a:pPr>
                <a:r>
                  <a:rPr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COMMUNITY BOARD</a:t>
                </a:r>
              </a:p>
            </p:txBody>
          </p:sp>
        </p:grpSp>
      </p:grpSp>
      <p:sp>
        <p:nvSpPr>
          <p:cNvPr id="335" name="TextBox 335"/>
          <p:cNvSpPr txBox="1"/>
          <p:nvPr/>
        </p:nvSpPr>
        <p:spPr>
          <a:xfrm>
            <a:off x="9020175" y="6506529"/>
            <a:ext cx="2476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9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👀</a:t>
            </a:r>
          </a:p>
        </p:txBody>
      </p:sp>
      <p:grpSp>
        <p:nvGrpSpPr>
          <p:cNvPr id="336" name="Group 336"/>
          <p:cNvGrpSpPr/>
          <p:nvPr/>
        </p:nvGrpSpPr>
        <p:grpSpPr>
          <a:xfrm>
            <a:off x="8478601" y="9506003"/>
            <a:ext cx="3532819" cy="580191"/>
            <a:chOff x="0" y="0"/>
            <a:chExt cx="5623571" cy="923552"/>
          </a:xfrm>
        </p:grpSpPr>
        <p:sp>
          <p:nvSpPr>
            <p:cNvPr id="337" name="Freeform 337"/>
            <p:cNvSpPr/>
            <p:nvPr/>
          </p:nvSpPr>
          <p:spPr>
            <a:xfrm>
              <a:off x="0" y="0"/>
              <a:ext cx="5623571" cy="923552"/>
            </a:xfrm>
            <a:custGeom>
              <a:avLst/>
              <a:gdLst/>
              <a:ahLst/>
              <a:cxnLst/>
              <a:rect l="l" t="t" r="r" b="b"/>
              <a:pathLst>
                <a:path w="5623571" h="923552">
                  <a:moveTo>
                    <a:pt x="0" y="0"/>
                  </a:moveTo>
                  <a:lnTo>
                    <a:pt x="5623571" y="0"/>
                  </a:lnTo>
                  <a:lnTo>
                    <a:pt x="5623571" y="923552"/>
                  </a:lnTo>
                  <a:lnTo>
                    <a:pt x="0" y="923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072" r="-241462" b="-399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TextBox 338"/>
            <p:cNvSpPr txBox="1"/>
            <p:nvPr/>
          </p:nvSpPr>
          <p:spPr>
            <a:xfrm>
              <a:off x="0" y="0"/>
              <a:ext cx="5623571" cy="9235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Selects</a:t>
              </a:r>
            </a:p>
          </p:txBody>
        </p:sp>
      </p:grpSp>
      <p:grpSp>
        <p:nvGrpSpPr>
          <p:cNvPr id="339" name="Group 339"/>
          <p:cNvGrpSpPr/>
          <p:nvPr/>
        </p:nvGrpSpPr>
        <p:grpSpPr>
          <a:xfrm>
            <a:off x="13708117" y="9468114"/>
            <a:ext cx="3749587" cy="655967"/>
            <a:chOff x="0" y="0"/>
            <a:chExt cx="5968624" cy="1044174"/>
          </a:xfrm>
        </p:grpSpPr>
        <p:sp>
          <p:nvSpPr>
            <p:cNvPr id="340" name="Freeform 340"/>
            <p:cNvSpPr/>
            <p:nvPr/>
          </p:nvSpPr>
          <p:spPr>
            <a:xfrm>
              <a:off x="0" y="0"/>
              <a:ext cx="5968624" cy="1044174"/>
            </a:xfrm>
            <a:custGeom>
              <a:avLst/>
              <a:gdLst/>
              <a:ahLst/>
              <a:cxnLst/>
              <a:rect l="l" t="t" r="r" b="b"/>
              <a:pathLst>
                <a:path w="5968624" h="1044174">
                  <a:moveTo>
                    <a:pt x="0" y="0"/>
                  </a:moveTo>
                  <a:lnTo>
                    <a:pt x="5968624" y="0"/>
                  </a:lnTo>
                  <a:lnTo>
                    <a:pt x="5968624" y="1044174"/>
                  </a:lnTo>
                  <a:lnTo>
                    <a:pt x="0" y="10441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137" r="-221722" b="-3415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TextBox 341"/>
            <p:cNvSpPr txBox="1"/>
            <p:nvPr/>
          </p:nvSpPr>
          <p:spPr>
            <a:xfrm>
              <a:off x="0" y="0"/>
              <a:ext cx="5968624" cy="1044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Select Board(s)</a:t>
              </a:r>
            </a:p>
          </p:txBody>
        </p:sp>
      </p:grpSp>
      <p:grpSp>
        <p:nvGrpSpPr>
          <p:cNvPr id="342" name="Group 342"/>
          <p:cNvGrpSpPr/>
          <p:nvPr/>
        </p:nvGrpSpPr>
        <p:grpSpPr>
          <a:xfrm>
            <a:off x="12551754" y="9614995"/>
            <a:ext cx="724412" cy="362206"/>
            <a:chOff x="0" y="0"/>
            <a:chExt cx="812800" cy="406400"/>
          </a:xfrm>
        </p:grpSpPr>
        <p:sp>
          <p:nvSpPr>
            <p:cNvPr id="343" name="Freeform 34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TextBox 34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345" name="Group 345"/>
          <p:cNvGrpSpPr/>
          <p:nvPr/>
        </p:nvGrpSpPr>
        <p:grpSpPr>
          <a:xfrm>
            <a:off x="12551754" y="5207852"/>
            <a:ext cx="724412" cy="362206"/>
            <a:chOff x="0" y="0"/>
            <a:chExt cx="812800" cy="406400"/>
          </a:xfrm>
        </p:grpSpPr>
        <p:sp>
          <p:nvSpPr>
            <p:cNvPr id="346" name="Freeform 34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TextBox 347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grpSp>
        <p:nvGrpSpPr>
          <p:cNvPr id="348" name="Group 348"/>
          <p:cNvGrpSpPr/>
          <p:nvPr/>
        </p:nvGrpSpPr>
        <p:grpSpPr>
          <a:xfrm>
            <a:off x="10894551" y="5439889"/>
            <a:ext cx="195525" cy="136001"/>
            <a:chOff x="0" y="0"/>
            <a:chExt cx="748908" cy="520916"/>
          </a:xfrm>
        </p:grpSpPr>
        <p:sp>
          <p:nvSpPr>
            <p:cNvPr id="349" name="Freeform 349"/>
            <p:cNvSpPr/>
            <p:nvPr/>
          </p:nvSpPr>
          <p:spPr>
            <a:xfrm>
              <a:off x="0" y="0"/>
              <a:ext cx="748908" cy="520916"/>
            </a:xfrm>
            <a:custGeom>
              <a:avLst/>
              <a:gdLst/>
              <a:ahLst/>
              <a:cxnLst/>
              <a:rect l="l" t="t" r="r" b="b"/>
              <a:pathLst>
                <a:path w="748908" h="520916">
                  <a:moveTo>
                    <a:pt x="0" y="0"/>
                  </a:moveTo>
                  <a:lnTo>
                    <a:pt x="748908" y="0"/>
                  </a:lnTo>
                  <a:lnTo>
                    <a:pt x="748908" y="520916"/>
                  </a:lnTo>
                  <a:lnTo>
                    <a:pt x="0" y="520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51512" r="-2464052" b="-7850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TextBox 350"/>
            <p:cNvSpPr txBox="1"/>
            <p:nvPr/>
          </p:nvSpPr>
          <p:spPr>
            <a:xfrm>
              <a:off x="0" y="0"/>
              <a:ext cx="748908" cy="5209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46"/>
                </a:lnSpc>
              </a:pPr>
              <a:r>
                <a:rPr lang="en-US" sz="7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</a:t>
              </a:r>
            </a:p>
          </p:txBody>
        </p:sp>
      </p:grpSp>
      <p:grpSp>
        <p:nvGrpSpPr>
          <p:cNvPr id="351" name="Group 351"/>
          <p:cNvGrpSpPr/>
          <p:nvPr/>
        </p:nvGrpSpPr>
        <p:grpSpPr>
          <a:xfrm>
            <a:off x="16090183" y="5821496"/>
            <a:ext cx="584839" cy="102826"/>
            <a:chOff x="0" y="0"/>
            <a:chExt cx="779785" cy="137102"/>
          </a:xfrm>
        </p:grpSpPr>
        <p:grpSp>
          <p:nvGrpSpPr>
            <p:cNvPr id="352" name="Group 352"/>
            <p:cNvGrpSpPr/>
            <p:nvPr/>
          </p:nvGrpSpPr>
          <p:grpSpPr>
            <a:xfrm>
              <a:off x="0" y="0"/>
              <a:ext cx="197108" cy="137102"/>
              <a:chOff x="0" y="0"/>
              <a:chExt cx="748908" cy="520916"/>
            </a:xfrm>
          </p:grpSpPr>
          <p:sp>
            <p:nvSpPr>
              <p:cNvPr id="353" name="Freeform 353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TextBox 354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ON</a:t>
                </a:r>
              </a:p>
            </p:txBody>
          </p:sp>
        </p:grpSp>
        <p:grpSp>
          <p:nvGrpSpPr>
            <p:cNvPr id="355" name="Group 355"/>
            <p:cNvGrpSpPr/>
            <p:nvPr/>
          </p:nvGrpSpPr>
          <p:grpSpPr>
            <a:xfrm>
              <a:off x="582677" y="0"/>
              <a:ext cx="197108" cy="137102"/>
              <a:chOff x="0" y="0"/>
              <a:chExt cx="748908" cy="520916"/>
            </a:xfrm>
          </p:grpSpPr>
          <p:sp>
            <p:nvSpPr>
              <p:cNvPr id="356" name="Freeform 356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TextBox 357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OFF</a:t>
                </a:r>
              </a:p>
            </p:txBody>
          </p:sp>
        </p:grpSp>
        <p:sp>
          <p:nvSpPr>
            <p:cNvPr id="358" name="Freeform 358"/>
            <p:cNvSpPr/>
            <p:nvPr/>
          </p:nvSpPr>
          <p:spPr>
            <a:xfrm>
              <a:off x="252495" y="16192"/>
              <a:ext cx="274795" cy="120910"/>
            </a:xfrm>
            <a:custGeom>
              <a:avLst/>
              <a:gdLst/>
              <a:ahLst/>
              <a:cxnLst/>
              <a:rect l="l" t="t" r="r" b="b"/>
              <a:pathLst>
                <a:path w="274795" h="120910">
                  <a:moveTo>
                    <a:pt x="0" y="0"/>
                  </a:moveTo>
                  <a:lnTo>
                    <a:pt x="274795" y="0"/>
                  </a:lnTo>
                  <a:lnTo>
                    <a:pt x="274795" y="120910"/>
                  </a:lnTo>
                  <a:lnTo>
                    <a:pt x="0" y="12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9" name="Group 359"/>
          <p:cNvGrpSpPr/>
          <p:nvPr/>
        </p:nvGrpSpPr>
        <p:grpSpPr>
          <a:xfrm>
            <a:off x="16090183" y="5518645"/>
            <a:ext cx="584839" cy="102826"/>
            <a:chOff x="0" y="0"/>
            <a:chExt cx="779785" cy="137102"/>
          </a:xfrm>
        </p:grpSpPr>
        <p:grpSp>
          <p:nvGrpSpPr>
            <p:cNvPr id="360" name="Group 360"/>
            <p:cNvGrpSpPr/>
            <p:nvPr/>
          </p:nvGrpSpPr>
          <p:grpSpPr>
            <a:xfrm>
              <a:off x="0" y="0"/>
              <a:ext cx="197108" cy="137102"/>
              <a:chOff x="0" y="0"/>
              <a:chExt cx="748908" cy="520916"/>
            </a:xfrm>
          </p:grpSpPr>
          <p:sp>
            <p:nvSpPr>
              <p:cNvPr id="361" name="Freeform 361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TextBox 362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ON</a:t>
                </a:r>
              </a:p>
            </p:txBody>
          </p:sp>
        </p:grpSp>
        <p:grpSp>
          <p:nvGrpSpPr>
            <p:cNvPr id="363" name="Group 363"/>
            <p:cNvGrpSpPr/>
            <p:nvPr/>
          </p:nvGrpSpPr>
          <p:grpSpPr>
            <a:xfrm>
              <a:off x="582677" y="0"/>
              <a:ext cx="197108" cy="137102"/>
              <a:chOff x="0" y="0"/>
              <a:chExt cx="748908" cy="520916"/>
            </a:xfrm>
          </p:grpSpPr>
          <p:sp>
            <p:nvSpPr>
              <p:cNvPr id="364" name="Freeform 364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TextBox 365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OFF</a:t>
                </a:r>
              </a:p>
            </p:txBody>
          </p:sp>
        </p:grpSp>
        <p:sp>
          <p:nvSpPr>
            <p:cNvPr id="366" name="Freeform 366"/>
            <p:cNvSpPr/>
            <p:nvPr/>
          </p:nvSpPr>
          <p:spPr>
            <a:xfrm>
              <a:off x="252495" y="16192"/>
              <a:ext cx="274795" cy="120910"/>
            </a:xfrm>
            <a:custGeom>
              <a:avLst/>
              <a:gdLst/>
              <a:ahLst/>
              <a:cxnLst/>
              <a:rect l="l" t="t" r="r" b="b"/>
              <a:pathLst>
                <a:path w="274795" h="120910">
                  <a:moveTo>
                    <a:pt x="0" y="0"/>
                  </a:moveTo>
                  <a:lnTo>
                    <a:pt x="274795" y="0"/>
                  </a:lnTo>
                  <a:lnTo>
                    <a:pt x="274795" y="120910"/>
                  </a:lnTo>
                  <a:lnTo>
                    <a:pt x="0" y="12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7" name="Group 367"/>
          <p:cNvGrpSpPr/>
          <p:nvPr/>
        </p:nvGrpSpPr>
        <p:grpSpPr>
          <a:xfrm>
            <a:off x="16090183" y="5207852"/>
            <a:ext cx="584839" cy="102826"/>
            <a:chOff x="0" y="0"/>
            <a:chExt cx="779785" cy="137102"/>
          </a:xfrm>
        </p:grpSpPr>
        <p:grpSp>
          <p:nvGrpSpPr>
            <p:cNvPr id="368" name="Group 368"/>
            <p:cNvGrpSpPr/>
            <p:nvPr/>
          </p:nvGrpSpPr>
          <p:grpSpPr>
            <a:xfrm>
              <a:off x="0" y="0"/>
              <a:ext cx="197108" cy="137102"/>
              <a:chOff x="0" y="0"/>
              <a:chExt cx="748908" cy="520916"/>
            </a:xfrm>
          </p:grpSpPr>
          <p:sp>
            <p:nvSpPr>
              <p:cNvPr id="369" name="Freeform 369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TextBox 370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ON</a:t>
                </a:r>
              </a:p>
            </p:txBody>
          </p:sp>
        </p:grpSp>
        <p:grpSp>
          <p:nvGrpSpPr>
            <p:cNvPr id="371" name="Group 371"/>
            <p:cNvGrpSpPr/>
            <p:nvPr/>
          </p:nvGrpSpPr>
          <p:grpSpPr>
            <a:xfrm>
              <a:off x="582677" y="0"/>
              <a:ext cx="197108" cy="137102"/>
              <a:chOff x="0" y="0"/>
              <a:chExt cx="748908" cy="520916"/>
            </a:xfrm>
          </p:grpSpPr>
          <p:sp>
            <p:nvSpPr>
              <p:cNvPr id="372" name="Freeform 372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TextBox 373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OFF</a:t>
                </a:r>
              </a:p>
            </p:txBody>
          </p:sp>
        </p:grpSp>
        <p:sp>
          <p:nvSpPr>
            <p:cNvPr id="374" name="Freeform 374"/>
            <p:cNvSpPr/>
            <p:nvPr/>
          </p:nvSpPr>
          <p:spPr>
            <a:xfrm>
              <a:off x="210942" y="3492"/>
              <a:ext cx="289132" cy="120910"/>
            </a:xfrm>
            <a:custGeom>
              <a:avLst/>
              <a:gdLst/>
              <a:ahLst/>
              <a:cxnLst/>
              <a:rect l="l" t="t" r="r" b="b"/>
              <a:pathLst>
                <a:path w="289132" h="120910">
                  <a:moveTo>
                    <a:pt x="0" y="0"/>
                  </a:moveTo>
                  <a:lnTo>
                    <a:pt x="289132" y="0"/>
                  </a:lnTo>
                  <a:lnTo>
                    <a:pt x="289132" y="120910"/>
                  </a:lnTo>
                  <a:lnTo>
                    <a:pt x="0" y="12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5" name="Group 375"/>
          <p:cNvGrpSpPr/>
          <p:nvPr/>
        </p:nvGrpSpPr>
        <p:grpSpPr>
          <a:xfrm>
            <a:off x="16090183" y="4903010"/>
            <a:ext cx="584839" cy="102826"/>
            <a:chOff x="0" y="0"/>
            <a:chExt cx="779785" cy="137102"/>
          </a:xfrm>
        </p:grpSpPr>
        <p:sp>
          <p:nvSpPr>
            <p:cNvPr id="376" name="Freeform 376"/>
            <p:cNvSpPr/>
            <p:nvPr/>
          </p:nvSpPr>
          <p:spPr>
            <a:xfrm>
              <a:off x="252495" y="0"/>
              <a:ext cx="274795" cy="120910"/>
            </a:xfrm>
            <a:custGeom>
              <a:avLst/>
              <a:gdLst/>
              <a:ahLst/>
              <a:cxnLst/>
              <a:rect l="l" t="t" r="r" b="b"/>
              <a:pathLst>
                <a:path w="274795" h="120910">
                  <a:moveTo>
                    <a:pt x="0" y="0"/>
                  </a:moveTo>
                  <a:lnTo>
                    <a:pt x="274795" y="0"/>
                  </a:lnTo>
                  <a:lnTo>
                    <a:pt x="274795" y="120910"/>
                  </a:lnTo>
                  <a:lnTo>
                    <a:pt x="0" y="12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77" name="Group 377"/>
            <p:cNvGrpSpPr/>
            <p:nvPr/>
          </p:nvGrpSpPr>
          <p:grpSpPr>
            <a:xfrm>
              <a:off x="0" y="0"/>
              <a:ext cx="197108" cy="137102"/>
              <a:chOff x="0" y="0"/>
              <a:chExt cx="748908" cy="520916"/>
            </a:xfrm>
          </p:grpSpPr>
          <p:sp>
            <p:nvSpPr>
              <p:cNvPr id="378" name="Freeform 378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TextBox 379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ON</a:t>
                </a:r>
              </a:p>
            </p:txBody>
          </p:sp>
        </p:grpSp>
        <p:grpSp>
          <p:nvGrpSpPr>
            <p:cNvPr id="380" name="Group 380"/>
            <p:cNvGrpSpPr/>
            <p:nvPr/>
          </p:nvGrpSpPr>
          <p:grpSpPr>
            <a:xfrm>
              <a:off x="582677" y="0"/>
              <a:ext cx="197108" cy="137102"/>
              <a:chOff x="0" y="0"/>
              <a:chExt cx="748908" cy="520916"/>
            </a:xfrm>
          </p:grpSpPr>
          <p:sp>
            <p:nvSpPr>
              <p:cNvPr id="381" name="Freeform 381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TextBox 382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OFF</a:t>
                </a:r>
              </a:p>
            </p:txBody>
          </p:sp>
        </p:grpSp>
      </p:grpSp>
      <p:grpSp>
        <p:nvGrpSpPr>
          <p:cNvPr id="383" name="Group 383"/>
          <p:cNvGrpSpPr/>
          <p:nvPr/>
        </p:nvGrpSpPr>
        <p:grpSpPr>
          <a:xfrm>
            <a:off x="16090183" y="6427198"/>
            <a:ext cx="584839" cy="102826"/>
            <a:chOff x="0" y="0"/>
            <a:chExt cx="779785" cy="137102"/>
          </a:xfrm>
        </p:grpSpPr>
        <p:grpSp>
          <p:nvGrpSpPr>
            <p:cNvPr id="384" name="Group 384"/>
            <p:cNvGrpSpPr/>
            <p:nvPr/>
          </p:nvGrpSpPr>
          <p:grpSpPr>
            <a:xfrm>
              <a:off x="0" y="0"/>
              <a:ext cx="197108" cy="137102"/>
              <a:chOff x="0" y="0"/>
              <a:chExt cx="748908" cy="520916"/>
            </a:xfrm>
          </p:grpSpPr>
          <p:sp>
            <p:nvSpPr>
              <p:cNvPr id="385" name="Freeform 385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TextBox 386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ON</a:t>
                </a:r>
              </a:p>
            </p:txBody>
          </p:sp>
        </p:grpSp>
        <p:grpSp>
          <p:nvGrpSpPr>
            <p:cNvPr id="387" name="Group 387"/>
            <p:cNvGrpSpPr/>
            <p:nvPr/>
          </p:nvGrpSpPr>
          <p:grpSpPr>
            <a:xfrm>
              <a:off x="582677" y="0"/>
              <a:ext cx="197108" cy="137102"/>
              <a:chOff x="0" y="0"/>
              <a:chExt cx="748908" cy="520916"/>
            </a:xfrm>
          </p:grpSpPr>
          <p:sp>
            <p:nvSpPr>
              <p:cNvPr id="388" name="Freeform 388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TextBox 389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OFF</a:t>
                </a:r>
              </a:p>
            </p:txBody>
          </p:sp>
        </p:grpSp>
        <p:sp>
          <p:nvSpPr>
            <p:cNvPr id="390" name="Freeform 390"/>
            <p:cNvSpPr/>
            <p:nvPr/>
          </p:nvSpPr>
          <p:spPr>
            <a:xfrm>
              <a:off x="238158" y="16192"/>
              <a:ext cx="289132" cy="120910"/>
            </a:xfrm>
            <a:custGeom>
              <a:avLst/>
              <a:gdLst/>
              <a:ahLst/>
              <a:cxnLst/>
              <a:rect l="l" t="t" r="r" b="b"/>
              <a:pathLst>
                <a:path w="289132" h="120910">
                  <a:moveTo>
                    <a:pt x="0" y="0"/>
                  </a:moveTo>
                  <a:lnTo>
                    <a:pt x="289132" y="0"/>
                  </a:lnTo>
                  <a:lnTo>
                    <a:pt x="289132" y="120910"/>
                  </a:lnTo>
                  <a:lnTo>
                    <a:pt x="0" y="12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1" name="Group 391"/>
          <p:cNvGrpSpPr/>
          <p:nvPr/>
        </p:nvGrpSpPr>
        <p:grpSpPr>
          <a:xfrm>
            <a:off x="16090183" y="6124347"/>
            <a:ext cx="584839" cy="102826"/>
            <a:chOff x="0" y="0"/>
            <a:chExt cx="779785" cy="137102"/>
          </a:xfrm>
        </p:grpSpPr>
        <p:sp>
          <p:nvSpPr>
            <p:cNvPr id="392" name="Freeform 392"/>
            <p:cNvSpPr/>
            <p:nvPr/>
          </p:nvSpPr>
          <p:spPr>
            <a:xfrm>
              <a:off x="238158" y="0"/>
              <a:ext cx="289132" cy="120910"/>
            </a:xfrm>
            <a:custGeom>
              <a:avLst/>
              <a:gdLst/>
              <a:ahLst/>
              <a:cxnLst/>
              <a:rect l="l" t="t" r="r" b="b"/>
              <a:pathLst>
                <a:path w="289132" h="120910">
                  <a:moveTo>
                    <a:pt x="0" y="0"/>
                  </a:moveTo>
                  <a:lnTo>
                    <a:pt x="289132" y="0"/>
                  </a:lnTo>
                  <a:lnTo>
                    <a:pt x="289132" y="120910"/>
                  </a:lnTo>
                  <a:lnTo>
                    <a:pt x="0" y="12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3" name="Group 393"/>
            <p:cNvGrpSpPr/>
            <p:nvPr/>
          </p:nvGrpSpPr>
          <p:grpSpPr>
            <a:xfrm>
              <a:off x="0" y="0"/>
              <a:ext cx="197108" cy="137102"/>
              <a:chOff x="0" y="0"/>
              <a:chExt cx="748908" cy="520916"/>
            </a:xfrm>
          </p:grpSpPr>
          <p:sp>
            <p:nvSpPr>
              <p:cNvPr id="394" name="Freeform 394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TextBox 395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ON</a:t>
                </a:r>
              </a:p>
            </p:txBody>
          </p:sp>
        </p:grpSp>
        <p:grpSp>
          <p:nvGrpSpPr>
            <p:cNvPr id="396" name="Group 396"/>
            <p:cNvGrpSpPr/>
            <p:nvPr/>
          </p:nvGrpSpPr>
          <p:grpSpPr>
            <a:xfrm>
              <a:off x="582677" y="0"/>
              <a:ext cx="197108" cy="137102"/>
              <a:chOff x="0" y="0"/>
              <a:chExt cx="748908" cy="520916"/>
            </a:xfrm>
          </p:grpSpPr>
          <p:sp>
            <p:nvSpPr>
              <p:cNvPr id="397" name="Freeform 397"/>
              <p:cNvSpPr/>
              <p:nvPr/>
            </p:nvSpPr>
            <p:spPr>
              <a:xfrm>
                <a:off x="0" y="0"/>
                <a:ext cx="748908" cy="520916"/>
              </a:xfrm>
              <a:custGeom>
                <a:avLst/>
                <a:gdLst/>
                <a:ahLst/>
                <a:cxnLst/>
                <a:rect l="l" t="t" r="r" b="b"/>
                <a:pathLst>
                  <a:path w="748908" h="520916">
                    <a:moveTo>
                      <a:pt x="0" y="0"/>
                    </a:moveTo>
                    <a:lnTo>
                      <a:pt x="748908" y="0"/>
                    </a:lnTo>
                    <a:lnTo>
                      <a:pt x="748908" y="520916"/>
                    </a:lnTo>
                    <a:lnTo>
                      <a:pt x="0" y="5209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51512" r="-2464052" b="-78503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TextBox 398"/>
              <p:cNvSpPr txBox="1"/>
              <p:nvPr/>
            </p:nvSpPr>
            <p:spPr>
              <a:xfrm>
                <a:off x="0" y="0"/>
                <a:ext cx="748908" cy="5209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33"/>
                  </a:lnSpc>
                </a:pPr>
                <a:r>
                  <a:rPr lang="en-US" sz="500" b="1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OFF</a:t>
                </a:r>
              </a:p>
            </p:txBody>
          </p:sp>
        </p:grpSp>
      </p:grpSp>
      <p:grpSp>
        <p:nvGrpSpPr>
          <p:cNvPr id="399" name="Group 2">
            <a:extLst>
              <a:ext uri="{FF2B5EF4-FFF2-40B4-BE49-F238E27FC236}">
                <a16:creationId xmlns:a16="http://schemas.microsoft.com/office/drawing/2014/main" id="{740805D6-5C11-BEEB-A183-2ABF57E2F64D}"/>
              </a:ext>
            </a:extLst>
          </p:cNvPr>
          <p:cNvGrpSpPr/>
          <p:nvPr/>
        </p:nvGrpSpPr>
        <p:grpSpPr>
          <a:xfrm>
            <a:off x="960120" y="734066"/>
            <a:ext cx="10972800" cy="480060"/>
            <a:chOff x="0" y="0"/>
            <a:chExt cx="14630400" cy="640080"/>
          </a:xfrm>
        </p:grpSpPr>
        <p:sp>
          <p:nvSpPr>
            <p:cNvPr id="400" name="Freeform 3">
              <a:extLst>
                <a:ext uri="{FF2B5EF4-FFF2-40B4-BE49-F238E27FC236}">
                  <a16:creationId xmlns:a16="http://schemas.microsoft.com/office/drawing/2014/main" id="{8B8D5E28-8FF8-9D2B-932F-CD8530AF6C46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1" name="TextBox 4">
              <a:extLst>
                <a:ext uri="{FF2B5EF4-FFF2-40B4-BE49-F238E27FC236}">
                  <a16:creationId xmlns:a16="http://schemas.microsoft.com/office/drawing/2014/main" id="{CF04B43A-0D4A-D296-C072-014A875096CF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CONCEPT - OCTOBER 2026</a:t>
              </a:r>
            </a:p>
          </p:txBody>
        </p:sp>
      </p:grpSp>
      <p:grpSp>
        <p:nvGrpSpPr>
          <p:cNvPr id="402" name="Group 5">
            <a:extLst>
              <a:ext uri="{FF2B5EF4-FFF2-40B4-BE49-F238E27FC236}">
                <a16:creationId xmlns:a16="http://schemas.microsoft.com/office/drawing/2014/main" id="{9FA46834-E211-3FA0-D237-81F45AA7B57B}"/>
              </a:ext>
            </a:extLst>
          </p:cNvPr>
          <p:cNvGrpSpPr/>
          <p:nvPr/>
        </p:nvGrpSpPr>
        <p:grpSpPr>
          <a:xfrm>
            <a:off x="960120" y="1214126"/>
            <a:ext cx="8183880" cy="718073"/>
            <a:chOff x="0" y="0"/>
            <a:chExt cx="10911840" cy="957431"/>
          </a:xfrm>
        </p:grpSpPr>
        <p:sp>
          <p:nvSpPr>
            <p:cNvPr id="403" name="Freeform 6">
              <a:extLst>
                <a:ext uri="{FF2B5EF4-FFF2-40B4-BE49-F238E27FC236}">
                  <a16:creationId xmlns:a16="http://schemas.microsoft.com/office/drawing/2014/main" id="{E21EDB95-7B99-3F02-371C-A242C71EBED1}"/>
                </a:ext>
              </a:extLst>
            </p:cNvPr>
            <p:cNvSpPr/>
            <p:nvPr/>
          </p:nvSpPr>
          <p:spPr>
            <a:xfrm>
              <a:off x="0" y="0"/>
              <a:ext cx="10911840" cy="957431"/>
            </a:xfrm>
            <a:custGeom>
              <a:avLst/>
              <a:gdLst/>
              <a:ahLst/>
              <a:cxnLst/>
              <a:rect l="l" t="t" r="r" b="b"/>
              <a:pathLst>
                <a:path w="10911840" h="957431">
                  <a:moveTo>
                    <a:pt x="0" y="0"/>
                  </a:moveTo>
                  <a:lnTo>
                    <a:pt x="10911840" y="0"/>
                  </a:lnTo>
                  <a:lnTo>
                    <a:pt x="10911840" y="957431"/>
                  </a:lnTo>
                  <a:lnTo>
                    <a:pt x="0" y="9574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064" r="-75977" b="-3815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4" name="TextBox 7">
              <a:extLst>
                <a:ext uri="{FF2B5EF4-FFF2-40B4-BE49-F238E27FC236}">
                  <a16:creationId xmlns:a16="http://schemas.microsoft.com/office/drawing/2014/main" id="{9C8D844B-B5AE-72DC-1D96-1A0ED004B0B3}"/>
                </a:ext>
              </a:extLst>
            </p:cNvPr>
            <p:cNvSpPr txBox="1"/>
            <p:nvPr/>
          </p:nvSpPr>
          <p:spPr>
            <a:xfrm>
              <a:off x="0" y="19050"/>
              <a:ext cx="10911840" cy="9383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3"/>
                </a:lnSpc>
              </a:pPr>
              <a:r>
                <a:rPr lang="en-US" sz="3500" b="1">
                  <a:solidFill>
                    <a:srgbClr val="FFDE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BeReal.</a:t>
              </a:r>
            </a:p>
          </p:txBody>
        </p:sp>
      </p:grpSp>
      <p:grpSp>
        <p:nvGrpSpPr>
          <p:cNvPr id="405" name="Group 8">
            <a:extLst>
              <a:ext uri="{FF2B5EF4-FFF2-40B4-BE49-F238E27FC236}">
                <a16:creationId xmlns:a16="http://schemas.microsoft.com/office/drawing/2014/main" id="{128AD7B5-259A-8940-308C-620625FB6ABF}"/>
              </a:ext>
            </a:extLst>
          </p:cNvPr>
          <p:cNvGrpSpPr/>
          <p:nvPr/>
        </p:nvGrpSpPr>
        <p:grpSpPr>
          <a:xfrm>
            <a:off x="960120" y="2114645"/>
            <a:ext cx="10972800" cy="480060"/>
            <a:chOff x="0" y="0"/>
            <a:chExt cx="14630400" cy="640080"/>
          </a:xfrm>
        </p:grpSpPr>
        <p:sp>
          <p:nvSpPr>
            <p:cNvPr id="406" name="Freeform 9">
              <a:extLst>
                <a:ext uri="{FF2B5EF4-FFF2-40B4-BE49-F238E27FC236}">
                  <a16:creationId xmlns:a16="http://schemas.microsoft.com/office/drawing/2014/main" id="{9101670E-AA3C-76C2-BF97-F31DDFAEAB7C}"/>
                </a:ext>
              </a:extLst>
            </p:cNvPr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5372" b="-3953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7" name="TextBox 10">
              <a:extLst>
                <a:ext uri="{FF2B5EF4-FFF2-40B4-BE49-F238E27FC236}">
                  <a16:creationId xmlns:a16="http://schemas.microsoft.com/office/drawing/2014/main" id="{A723E3FB-42DE-33FB-76CC-445C89847D34}"/>
                </a:ext>
              </a:extLst>
            </p:cNvPr>
            <p:cNvSpPr txBox="1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4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BEREAL PASSPORT &amp; COMMUNITY BOARDS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8829" y="1830229"/>
            <a:ext cx="3128962" cy="4116514"/>
            <a:chOff x="0" y="0"/>
            <a:chExt cx="4171950" cy="5488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71950" cy="5488686"/>
            </a:xfrm>
            <a:custGeom>
              <a:avLst/>
              <a:gdLst/>
              <a:ahLst/>
              <a:cxnLst/>
              <a:rect l="l" t="t" r="r" b="b"/>
              <a:pathLst>
                <a:path w="4171950" h="5488686">
                  <a:moveTo>
                    <a:pt x="0" y="259588"/>
                  </a:moveTo>
                  <a:cubicBezTo>
                    <a:pt x="0" y="116205"/>
                    <a:pt x="116205" y="0"/>
                    <a:pt x="259588" y="0"/>
                  </a:cubicBezTo>
                  <a:lnTo>
                    <a:pt x="3912362" y="0"/>
                  </a:lnTo>
                  <a:cubicBezTo>
                    <a:pt x="4055745" y="0"/>
                    <a:pt x="4171950" y="116205"/>
                    <a:pt x="4171950" y="259588"/>
                  </a:cubicBezTo>
                  <a:lnTo>
                    <a:pt x="4171950" y="5229098"/>
                  </a:lnTo>
                  <a:cubicBezTo>
                    <a:pt x="4171950" y="5372481"/>
                    <a:pt x="4055745" y="5488686"/>
                    <a:pt x="3912362" y="5488686"/>
                  </a:cubicBezTo>
                  <a:lnTo>
                    <a:pt x="259588" y="5488686"/>
                  </a:lnTo>
                  <a:cubicBezTo>
                    <a:pt x="116205" y="5488686"/>
                    <a:pt x="0" y="5372481"/>
                    <a:pt x="0" y="5229098"/>
                  </a:cubicBezTo>
                  <a:close/>
                </a:path>
              </a:pathLst>
            </a:custGeom>
            <a:solidFill>
              <a:srgbClr val="141414"/>
            </a:solidFill>
            <a:ln w="42862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911900" y="2032645"/>
            <a:ext cx="1153858" cy="1464935"/>
            <a:chOff x="0" y="0"/>
            <a:chExt cx="1538478" cy="19532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8605" cy="1953260"/>
            </a:xfrm>
            <a:custGeom>
              <a:avLst/>
              <a:gdLst/>
              <a:ahLst/>
              <a:cxnLst/>
              <a:rect l="l" t="t" r="r" b="b"/>
              <a:pathLst>
                <a:path w="1538605" h="1953260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lnTo>
                    <a:pt x="1348613" y="0"/>
                  </a:lnTo>
                  <a:cubicBezTo>
                    <a:pt x="1453515" y="0"/>
                    <a:pt x="1538605" y="85090"/>
                    <a:pt x="1538605" y="189992"/>
                  </a:cubicBezTo>
                  <a:lnTo>
                    <a:pt x="1538605" y="1763268"/>
                  </a:lnTo>
                  <a:cubicBezTo>
                    <a:pt x="1538605" y="1868170"/>
                    <a:pt x="1453515" y="1953260"/>
                    <a:pt x="1348613" y="1953260"/>
                  </a:cubicBezTo>
                  <a:lnTo>
                    <a:pt x="189992" y="1953260"/>
                  </a:lnTo>
                  <a:cubicBezTo>
                    <a:pt x="85090" y="1953260"/>
                    <a:pt x="0" y="1868170"/>
                    <a:pt x="0" y="1763268"/>
                  </a:cubicBezTo>
                  <a:close/>
                </a:path>
              </a:pathLst>
            </a:custGeom>
            <a:solidFill>
              <a:srgbClr val="93A9CF"/>
            </a:solidFill>
            <a:ln w="42862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497580"/>
            <a:ext cx="10972800" cy="548640"/>
            <a:chOff x="0" y="0"/>
            <a:chExt cx="14630400" cy="731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 spc="450">
                  <a:solidFill>
                    <a:srgbClr val="93A9C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120" y="4046220"/>
            <a:ext cx="11658600" cy="2743200"/>
            <a:chOff x="0" y="0"/>
            <a:chExt cx="15544800" cy="3657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44800" cy="3657600"/>
            </a:xfrm>
            <a:custGeom>
              <a:avLst/>
              <a:gdLst/>
              <a:ahLst/>
              <a:cxnLst/>
              <a:rect l="l" t="t" r="r" b="b"/>
              <a:pathLst>
                <a:path w="15544800" h="3657600">
                  <a:moveTo>
                    <a:pt x="0" y="0"/>
                  </a:moveTo>
                  <a:lnTo>
                    <a:pt x="15544800" y="0"/>
                  </a:lnTo>
                  <a:lnTo>
                    <a:pt x="15544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811" b="-328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5544800" cy="3724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94"/>
                </a:lnSpc>
              </a:pPr>
              <a:r>
                <a:rPr lang="en-US" sz="6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 real.</a:t>
              </a:r>
            </a:p>
            <a:p>
              <a:pPr algn="l">
                <a:lnSpc>
                  <a:spcPts val="8694"/>
                </a:lnSpc>
              </a:pPr>
              <a:r>
                <a:rPr lang="en-US" sz="6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 polished.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35460">
            <a:off x="1014336" y="6985635"/>
            <a:ext cx="2771918" cy="0"/>
          </a:xfrm>
          <a:prstGeom prst="line">
            <a:avLst/>
          </a:prstGeom>
          <a:ln w="19050" cap="rnd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960120" y="7328664"/>
            <a:ext cx="9601200" cy="1432285"/>
            <a:chOff x="0" y="0"/>
            <a:chExt cx="12801600" cy="19097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01600" cy="1909713"/>
            </a:xfrm>
            <a:custGeom>
              <a:avLst/>
              <a:gdLst/>
              <a:ahLst/>
              <a:cxnLst/>
              <a:rect l="l" t="t" r="r" b="b"/>
              <a:pathLst>
                <a:path w="12801600" h="1909713">
                  <a:moveTo>
                    <a:pt x="0" y="0"/>
                  </a:moveTo>
                  <a:lnTo>
                    <a:pt x="12801600" y="0"/>
                  </a:lnTo>
                  <a:lnTo>
                    <a:pt x="12801600" y="1909713"/>
                  </a:lnTo>
                  <a:lnTo>
                    <a:pt x="0" y="19097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7" b="-4737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801600" cy="1928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Prototype —  Be</a:t>
              </a:r>
              <a:r>
                <a:rPr lang="en-US" sz="1800" i="1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Real Passport And Community Boards</a:t>
              </a:r>
            </a:p>
            <a:p>
              <a:pPr algn="l">
                <a:lnSpc>
                  <a:spcPts val="2160"/>
                </a:lnSpc>
              </a:pPr>
              <a:endParaRPr lang="en-US" sz="1800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Prepared 2026</a:t>
              </a:r>
            </a:p>
            <a:p>
              <a:pPr algn="l">
                <a:lnSpc>
                  <a:spcPts val="2160"/>
                </a:lnSpc>
              </a:pPr>
              <a:endPara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Presented by Lashawn Fofung, MBA, PMP, CSM, CSPO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2265</Words>
  <Application>Microsoft Macintosh PowerPoint</Application>
  <PresentationFormat>Custom</PresentationFormat>
  <Paragraphs>732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 Bold Italics</vt:lpstr>
      <vt:lpstr>Calibri</vt:lpstr>
      <vt:lpstr>Arial Italics</vt:lpstr>
      <vt:lpstr>Arial Bold</vt:lpstr>
      <vt:lpstr>Calibri (MS) Italics</vt:lpstr>
      <vt:lpstr>Arial</vt:lpstr>
      <vt:lpstr>Calibri (MS) Bold Italics</vt:lpstr>
      <vt:lpstr>Calibri (MS)</vt:lpstr>
      <vt:lpstr>Calibri (MS) Bold</vt:lpstr>
      <vt:lpstr>Cambria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BeReal Prototype - Real Passport And Community Boards.pptx</dc:title>
  <cp:lastModifiedBy>Lashawn Fofung</cp:lastModifiedBy>
  <cp:revision>11</cp:revision>
  <dcterms:created xsi:type="dcterms:W3CDTF">2006-08-16T00:00:00Z</dcterms:created>
  <dcterms:modified xsi:type="dcterms:W3CDTF">2026-10-26T00:21:33Z</dcterms:modified>
  <dc:identifier>DAHYal7pApo</dc:identifier>
</cp:coreProperties>
</file>