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76" r:id="rId25"/>
  </p:sldIdLst>
  <p:sldSz cx="18288000" cy="10287000"/>
  <p:notesSz cx="6858000" cy="9144000"/>
  <p:embeddedFontLst>
    <p:embeddedFont>
      <p:font typeface="Arial Bold" panose="020B0704020202020204" pitchFamily="34" charset="0"/>
      <p:regular r:id="rId27"/>
      <p:bold r:id="rId28"/>
    </p:embeddedFont>
    <p:embeddedFont>
      <p:font typeface="Arial Bold Italics" panose="020B0704020202090204" pitchFamily="34" charset="0"/>
      <p:regular r:id="rId29"/>
      <p:bold r:id="rId30"/>
      <p:italic r:id="rId31"/>
      <p:boldItalic r:id="rId32"/>
    </p:embeddedFont>
    <p:embeddedFont>
      <p:font typeface="Arial Italics" panose="020B0604020202090204" pitchFamily="34" charset="0"/>
      <p:regular r:id="rId33"/>
      <p:italic r:id="rId34"/>
    </p:embeddedFont>
    <p:embeddedFont>
      <p:font typeface="Calibri (MS)" panose="020F0502020204030204" pitchFamily="34" charset="0"/>
      <p:regular r:id="rId35"/>
    </p:embeddedFont>
    <p:embeddedFont>
      <p:font typeface="Calibri (MS) Bold" panose="020F0702030404030204" pitchFamily="34" charset="0"/>
      <p:regular r:id="rId36"/>
      <p:bold r:id="rId37"/>
    </p:embeddedFont>
    <p:embeddedFont>
      <p:font typeface="Calibri (MS) Bold Italics" panose="020F07020304040A0204" pitchFamily="34" charset="0"/>
      <p:regular r:id="rId38"/>
      <p:bold r:id="rId39"/>
      <p:italic r:id="rId40"/>
      <p:boldItalic r:id="rId41"/>
    </p:embeddedFont>
    <p:embeddedFont>
      <p:font typeface="Calibri (MS) Italics" panose="020F05020202040A0204" pitchFamily="34" charset="0"/>
      <p:regular r:id="rId42"/>
      <p:italic r:id="rId43"/>
    </p:embeddedFont>
    <p:embeddedFont>
      <p:font typeface="Cambria Bold Italics" panose="020408030504060A0204" pitchFamily="18" charset="0"/>
      <p:regular r:id="rId44"/>
      <p:bold r:id="rId45"/>
      <p:italic r:id="rId46"/>
      <p:bold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56" autoAdjust="0"/>
    <p:restoredTop sz="94572" autoAdjust="0"/>
  </p:normalViewPr>
  <p:slideViewPr>
    <p:cSldViewPr>
      <p:cViewPr varScale="1">
        <p:scale>
          <a:sx n="61" d="100"/>
          <a:sy n="61" d="100"/>
        </p:scale>
        <p:origin x="272" y="3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font" Target="fonts/font16.fntdata"/><Relationship Id="rId47" Type="http://schemas.openxmlformats.org/officeDocument/2006/relationships/font" Target="fonts/font21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3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openxmlformats.org/officeDocument/2006/relationships/font" Target="fonts/font1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font" Target="fonts/font17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46" Type="http://schemas.openxmlformats.org/officeDocument/2006/relationships/font" Target="fonts/font20.fntdata"/><Relationship Id="rId20" Type="http://schemas.openxmlformats.org/officeDocument/2006/relationships/slide" Target="slides/slide19.xml"/><Relationship Id="rId41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22.10.2026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youtube.com/shorts/exXoJ6NqmbI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hyperlink" Target="https://lashawnfofung.github.io/BeReal-RealProcess/" TargetMode="External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hyperlink" Target="https://claude.ai/artifact/QouixAtcmRQXoxXEiUsXgm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20.jpeg"/><Relationship Id="rId18" Type="http://schemas.openxmlformats.org/officeDocument/2006/relationships/image" Target="../media/image25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17" Type="http://schemas.openxmlformats.org/officeDocument/2006/relationships/image" Target="../media/image24.svg"/><Relationship Id="rId2" Type="http://schemas.openxmlformats.org/officeDocument/2006/relationships/image" Target="../media/image3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image" Target="../media/image22.svg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jpe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31.svg"/><Relationship Id="rId5" Type="http://schemas.openxmlformats.org/officeDocument/2006/relationships/image" Target="../media/image9.svg"/><Relationship Id="rId10" Type="http://schemas.openxmlformats.org/officeDocument/2006/relationships/image" Target="../media/image30.png"/><Relationship Id="rId4" Type="http://schemas.openxmlformats.org/officeDocument/2006/relationships/image" Target="../media/image26.svg"/><Relationship Id="rId9" Type="http://schemas.openxmlformats.org/officeDocument/2006/relationships/image" Target="../media/image2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26" Type="http://schemas.openxmlformats.org/officeDocument/2006/relationships/image" Target="../media/image48.svg"/><Relationship Id="rId39" Type="http://schemas.openxmlformats.org/officeDocument/2006/relationships/image" Target="../media/image61.svg"/><Relationship Id="rId21" Type="http://schemas.openxmlformats.org/officeDocument/2006/relationships/image" Target="../media/image43.svg"/><Relationship Id="rId34" Type="http://schemas.openxmlformats.org/officeDocument/2006/relationships/image" Target="../media/image56.svg"/><Relationship Id="rId42" Type="http://schemas.openxmlformats.org/officeDocument/2006/relationships/image" Target="../media/image64.sv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38.svg"/><Relationship Id="rId20" Type="http://schemas.openxmlformats.org/officeDocument/2006/relationships/image" Target="../media/image42.svg"/><Relationship Id="rId29" Type="http://schemas.openxmlformats.org/officeDocument/2006/relationships/image" Target="../media/image51.svg"/><Relationship Id="rId41" Type="http://schemas.openxmlformats.org/officeDocument/2006/relationships/image" Target="../media/image6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24" Type="http://schemas.openxmlformats.org/officeDocument/2006/relationships/image" Target="../media/image46.svg"/><Relationship Id="rId32" Type="http://schemas.openxmlformats.org/officeDocument/2006/relationships/image" Target="../media/image54.svg"/><Relationship Id="rId37" Type="http://schemas.openxmlformats.org/officeDocument/2006/relationships/image" Target="../media/image59.svg"/><Relationship Id="rId40" Type="http://schemas.openxmlformats.org/officeDocument/2006/relationships/image" Target="../media/image62.svg"/><Relationship Id="rId5" Type="http://schemas.openxmlformats.org/officeDocument/2006/relationships/image" Target="../media/image11.svg"/><Relationship Id="rId15" Type="http://schemas.openxmlformats.org/officeDocument/2006/relationships/image" Target="../media/image37.svg"/><Relationship Id="rId23" Type="http://schemas.openxmlformats.org/officeDocument/2006/relationships/image" Target="../media/image45.svg"/><Relationship Id="rId28" Type="http://schemas.openxmlformats.org/officeDocument/2006/relationships/image" Target="../media/image50.svg"/><Relationship Id="rId36" Type="http://schemas.openxmlformats.org/officeDocument/2006/relationships/image" Target="../media/image58.svg"/><Relationship Id="rId10" Type="http://schemas.openxmlformats.org/officeDocument/2006/relationships/image" Target="../media/image16.jpeg"/><Relationship Id="rId19" Type="http://schemas.openxmlformats.org/officeDocument/2006/relationships/image" Target="../media/image41.svg"/><Relationship Id="rId31" Type="http://schemas.openxmlformats.org/officeDocument/2006/relationships/image" Target="../media/image53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36.svg"/><Relationship Id="rId22" Type="http://schemas.openxmlformats.org/officeDocument/2006/relationships/image" Target="../media/image44.svg"/><Relationship Id="rId27" Type="http://schemas.openxmlformats.org/officeDocument/2006/relationships/image" Target="../media/image49.svg"/><Relationship Id="rId30" Type="http://schemas.openxmlformats.org/officeDocument/2006/relationships/image" Target="../media/image52.svg"/><Relationship Id="rId35" Type="http://schemas.openxmlformats.org/officeDocument/2006/relationships/image" Target="../media/image57.svg"/><Relationship Id="rId43" Type="http://schemas.openxmlformats.org/officeDocument/2006/relationships/image" Target="../media/image65.png"/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12" Type="http://schemas.openxmlformats.org/officeDocument/2006/relationships/image" Target="../media/image18.svg"/><Relationship Id="rId17" Type="http://schemas.openxmlformats.org/officeDocument/2006/relationships/image" Target="../media/image39.png"/><Relationship Id="rId25" Type="http://schemas.openxmlformats.org/officeDocument/2006/relationships/image" Target="../media/image47.svg"/><Relationship Id="rId33" Type="http://schemas.openxmlformats.org/officeDocument/2006/relationships/image" Target="../media/image55.svg"/><Relationship Id="rId38" Type="http://schemas.openxmlformats.org/officeDocument/2006/relationships/image" Target="../media/image6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.svg"/><Relationship Id="rId18" Type="http://schemas.openxmlformats.org/officeDocument/2006/relationships/image" Target="../media/image15.svg"/><Relationship Id="rId26" Type="http://schemas.openxmlformats.org/officeDocument/2006/relationships/image" Target="../media/image40.svg"/><Relationship Id="rId39" Type="http://schemas.openxmlformats.org/officeDocument/2006/relationships/image" Target="../media/image52.svg"/><Relationship Id="rId21" Type="http://schemas.openxmlformats.org/officeDocument/2006/relationships/image" Target="../media/image35.svg"/><Relationship Id="rId34" Type="http://schemas.openxmlformats.org/officeDocument/2006/relationships/image" Target="../media/image48.svg"/><Relationship Id="rId42" Type="http://schemas.openxmlformats.org/officeDocument/2006/relationships/image" Target="../media/image79.jpeg"/><Relationship Id="rId47" Type="http://schemas.openxmlformats.org/officeDocument/2006/relationships/image" Target="../media/image53.svg"/><Relationship Id="rId50" Type="http://schemas.openxmlformats.org/officeDocument/2006/relationships/image" Target="../media/image56.svg"/><Relationship Id="rId55" Type="http://schemas.openxmlformats.org/officeDocument/2006/relationships/image" Target="../media/image61.svg"/><Relationship Id="rId7" Type="http://schemas.openxmlformats.org/officeDocument/2006/relationships/image" Target="../media/image11.svg"/><Relationship Id="rId2" Type="http://schemas.openxmlformats.org/officeDocument/2006/relationships/image" Target="../media/image3.jpeg"/><Relationship Id="rId16" Type="http://schemas.openxmlformats.org/officeDocument/2006/relationships/image" Target="../media/image13.svg"/><Relationship Id="rId29" Type="http://schemas.openxmlformats.org/officeDocument/2006/relationships/image" Target="../media/image43.svg"/><Relationship Id="rId11" Type="http://schemas.openxmlformats.org/officeDocument/2006/relationships/image" Target="../media/image17.svg"/><Relationship Id="rId24" Type="http://schemas.openxmlformats.org/officeDocument/2006/relationships/image" Target="../media/image38.svg"/><Relationship Id="rId32" Type="http://schemas.openxmlformats.org/officeDocument/2006/relationships/image" Target="../media/image46.svg"/><Relationship Id="rId37" Type="http://schemas.openxmlformats.org/officeDocument/2006/relationships/image" Target="../media/image51.svg"/><Relationship Id="rId40" Type="http://schemas.openxmlformats.org/officeDocument/2006/relationships/image" Target="../media/image77.jpeg"/><Relationship Id="rId45" Type="http://schemas.openxmlformats.org/officeDocument/2006/relationships/image" Target="../media/image82.jpeg"/><Relationship Id="rId53" Type="http://schemas.openxmlformats.org/officeDocument/2006/relationships/image" Target="../media/image59.svg"/><Relationship Id="rId5" Type="http://schemas.openxmlformats.org/officeDocument/2006/relationships/image" Target="../media/image71.svg"/><Relationship Id="rId19" Type="http://schemas.openxmlformats.org/officeDocument/2006/relationships/image" Target="../media/image16.jpeg"/><Relationship Id="rId4" Type="http://schemas.openxmlformats.org/officeDocument/2006/relationships/image" Target="../media/image70.svg"/><Relationship Id="rId9" Type="http://schemas.openxmlformats.org/officeDocument/2006/relationships/image" Target="../media/image74.jpeg"/><Relationship Id="rId14" Type="http://schemas.openxmlformats.org/officeDocument/2006/relationships/image" Target="../media/image10.svg"/><Relationship Id="rId22" Type="http://schemas.openxmlformats.org/officeDocument/2006/relationships/image" Target="../media/image36.svg"/><Relationship Id="rId27" Type="http://schemas.openxmlformats.org/officeDocument/2006/relationships/image" Target="../media/image41.svg"/><Relationship Id="rId30" Type="http://schemas.openxmlformats.org/officeDocument/2006/relationships/image" Target="../media/image44.svg"/><Relationship Id="rId35" Type="http://schemas.openxmlformats.org/officeDocument/2006/relationships/image" Target="../media/image49.svg"/><Relationship Id="rId43" Type="http://schemas.openxmlformats.org/officeDocument/2006/relationships/image" Target="../media/image80.jpeg"/><Relationship Id="rId48" Type="http://schemas.openxmlformats.org/officeDocument/2006/relationships/image" Target="../media/image54.svg"/><Relationship Id="rId56" Type="http://schemas.openxmlformats.org/officeDocument/2006/relationships/image" Target="../media/image84.jpeg"/><Relationship Id="rId8" Type="http://schemas.openxmlformats.org/officeDocument/2006/relationships/image" Target="../media/image73.svg"/><Relationship Id="rId51" Type="http://schemas.openxmlformats.org/officeDocument/2006/relationships/image" Target="../media/image57.svg"/><Relationship Id="rId3" Type="http://schemas.openxmlformats.org/officeDocument/2006/relationships/image" Target="../media/image69.jpeg"/><Relationship Id="rId12" Type="http://schemas.openxmlformats.org/officeDocument/2006/relationships/image" Target="../media/image76.png"/><Relationship Id="rId17" Type="http://schemas.openxmlformats.org/officeDocument/2006/relationships/image" Target="../media/image14.svg"/><Relationship Id="rId25" Type="http://schemas.openxmlformats.org/officeDocument/2006/relationships/image" Target="../media/image39.png"/><Relationship Id="rId33" Type="http://schemas.openxmlformats.org/officeDocument/2006/relationships/image" Target="../media/image47.svg"/><Relationship Id="rId38" Type="http://schemas.openxmlformats.org/officeDocument/2006/relationships/image" Target="../media/image62.svg"/><Relationship Id="rId46" Type="http://schemas.openxmlformats.org/officeDocument/2006/relationships/image" Target="../media/image83.jpeg"/><Relationship Id="rId20" Type="http://schemas.openxmlformats.org/officeDocument/2006/relationships/image" Target="../media/image18.svg"/><Relationship Id="rId41" Type="http://schemas.openxmlformats.org/officeDocument/2006/relationships/image" Target="../media/image78.jpeg"/><Relationship Id="rId54" Type="http://schemas.openxmlformats.org/officeDocument/2006/relationships/image" Target="../media/image6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svg"/><Relationship Id="rId15" Type="http://schemas.openxmlformats.org/officeDocument/2006/relationships/image" Target="../media/image12.svg"/><Relationship Id="rId23" Type="http://schemas.openxmlformats.org/officeDocument/2006/relationships/image" Target="../media/image37.svg"/><Relationship Id="rId28" Type="http://schemas.openxmlformats.org/officeDocument/2006/relationships/image" Target="../media/image42.svg"/><Relationship Id="rId36" Type="http://schemas.openxmlformats.org/officeDocument/2006/relationships/image" Target="../media/image50.svg"/><Relationship Id="rId49" Type="http://schemas.openxmlformats.org/officeDocument/2006/relationships/image" Target="../media/image55.svg"/><Relationship Id="rId57" Type="http://schemas.openxmlformats.org/officeDocument/2006/relationships/image" Target="../media/image85.jpeg"/><Relationship Id="rId10" Type="http://schemas.openxmlformats.org/officeDocument/2006/relationships/image" Target="../media/image75.jpeg"/><Relationship Id="rId31" Type="http://schemas.openxmlformats.org/officeDocument/2006/relationships/image" Target="../media/image45.svg"/><Relationship Id="rId44" Type="http://schemas.openxmlformats.org/officeDocument/2006/relationships/image" Target="../media/image81.jpeg"/><Relationship Id="rId52" Type="http://schemas.openxmlformats.org/officeDocument/2006/relationships/image" Target="../media/image58.sv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.svg"/><Relationship Id="rId18" Type="http://schemas.openxmlformats.org/officeDocument/2006/relationships/image" Target="../media/image80.jpeg"/><Relationship Id="rId26" Type="http://schemas.openxmlformats.org/officeDocument/2006/relationships/image" Target="../media/image93.jpeg"/><Relationship Id="rId39" Type="http://schemas.openxmlformats.org/officeDocument/2006/relationships/image" Target="../media/image45.svg"/><Relationship Id="rId21" Type="http://schemas.openxmlformats.org/officeDocument/2006/relationships/image" Target="../media/image40.svg"/><Relationship Id="rId34" Type="http://schemas.openxmlformats.org/officeDocument/2006/relationships/image" Target="../media/image36.svg"/><Relationship Id="rId42" Type="http://schemas.openxmlformats.org/officeDocument/2006/relationships/image" Target="../media/image96.jpeg"/><Relationship Id="rId47" Type="http://schemas.openxmlformats.org/officeDocument/2006/relationships/image" Target="../media/image99.jpeg"/><Relationship Id="rId50" Type="http://schemas.openxmlformats.org/officeDocument/2006/relationships/image" Target="../media/image102.jpe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83.jpeg"/><Relationship Id="rId29" Type="http://schemas.openxmlformats.org/officeDocument/2006/relationships/image" Target="../media/image49.svg"/><Relationship Id="rId11" Type="http://schemas.openxmlformats.org/officeDocument/2006/relationships/image" Target="../media/image17.svg"/><Relationship Id="rId24" Type="http://schemas.openxmlformats.org/officeDocument/2006/relationships/image" Target="../media/image42.svg"/><Relationship Id="rId32" Type="http://schemas.openxmlformats.org/officeDocument/2006/relationships/image" Target="../media/image94.jpeg"/><Relationship Id="rId37" Type="http://schemas.openxmlformats.org/officeDocument/2006/relationships/image" Target="../media/image95.jpeg"/><Relationship Id="rId40" Type="http://schemas.openxmlformats.org/officeDocument/2006/relationships/image" Target="../media/image46.svg"/><Relationship Id="rId45" Type="http://schemas.openxmlformats.org/officeDocument/2006/relationships/image" Target="../media/image97.jpeg"/><Relationship Id="rId5" Type="http://schemas.openxmlformats.org/officeDocument/2006/relationships/image" Target="../media/image11.svg"/><Relationship Id="rId15" Type="http://schemas.openxmlformats.org/officeDocument/2006/relationships/image" Target="../media/image90.svg"/><Relationship Id="rId23" Type="http://schemas.openxmlformats.org/officeDocument/2006/relationships/image" Target="../media/image37.svg"/><Relationship Id="rId28" Type="http://schemas.openxmlformats.org/officeDocument/2006/relationships/image" Target="../media/image48.svg"/><Relationship Id="rId36" Type="http://schemas.openxmlformats.org/officeDocument/2006/relationships/image" Target="../media/image39.png"/><Relationship Id="rId49" Type="http://schemas.openxmlformats.org/officeDocument/2006/relationships/image" Target="../media/image101.png"/><Relationship Id="rId10" Type="http://schemas.openxmlformats.org/officeDocument/2006/relationships/image" Target="../media/image86.svg"/><Relationship Id="rId19" Type="http://schemas.openxmlformats.org/officeDocument/2006/relationships/image" Target="../media/image91.svg"/><Relationship Id="rId31" Type="http://schemas.openxmlformats.org/officeDocument/2006/relationships/image" Target="../media/image51.svg"/><Relationship Id="rId44" Type="http://schemas.openxmlformats.org/officeDocument/2006/relationships/image" Target="../media/image79.jpeg"/><Relationship Id="rId4" Type="http://schemas.openxmlformats.org/officeDocument/2006/relationships/image" Target="../media/image10.svg"/><Relationship Id="rId9" Type="http://schemas.openxmlformats.org/officeDocument/2006/relationships/image" Target="../media/image16.jpeg"/><Relationship Id="rId14" Type="http://schemas.openxmlformats.org/officeDocument/2006/relationships/image" Target="../media/image89.svg"/><Relationship Id="rId22" Type="http://schemas.openxmlformats.org/officeDocument/2006/relationships/image" Target="../media/image41.svg"/><Relationship Id="rId27" Type="http://schemas.openxmlformats.org/officeDocument/2006/relationships/image" Target="../media/image82.jpeg"/><Relationship Id="rId30" Type="http://schemas.openxmlformats.org/officeDocument/2006/relationships/image" Target="../media/image50.svg"/><Relationship Id="rId35" Type="http://schemas.openxmlformats.org/officeDocument/2006/relationships/image" Target="../media/image38.svg"/><Relationship Id="rId43" Type="http://schemas.openxmlformats.org/officeDocument/2006/relationships/image" Target="../media/image81.jpeg"/><Relationship Id="rId48" Type="http://schemas.openxmlformats.org/officeDocument/2006/relationships/image" Target="../media/image100.jpeg"/><Relationship Id="rId8" Type="http://schemas.openxmlformats.org/officeDocument/2006/relationships/image" Target="../media/image14.svg"/><Relationship Id="rId51" Type="http://schemas.openxmlformats.org/officeDocument/2006/relationships/image" Target="../media/image78.jpeg"/><Relationship Id="rId3" Type="http://schemas.openxmlformats.org/officeDocument/2006/relationships/image" Target="../media/image9.svg"/><Relationship Id="rId12" Type="http://schemas.openxmlformats.org/officeDocument/2006/relationships/image" Target="../media/image87.svg"/><Relationship Id="rId17" Type="http://schemas.openxmlformats.org/officeDocument/2006/relationships/image" Target="../media/image77.jpeg"/><Relationship Id="rId25" Type="http://schemas.openxmlformats.org/officeDocument/2006/relationships/image" Target="../media/image43.svg"/><Relationship Id="rId33" Type="http://schemas.openxmlformats.org/officeDocument/2006/relationships/image" Target="../media/image35.svg"/><Relationship Id="rId38" Type="http://schemas.openxmlformats.org/officeDocument/2006/relationships/image" Target="../media/image44.svg"/><Relationship Id="rId46" Type="http://schemas.openxmlformats.org/officeDocument/2006/relationships/image" Target="../media/image98.jpeg"/><Relationship Id="rId20" Type="http://schemas.openxmlformats.org/officeDocument/2006/relationships/image" Target="../media/image92.jpeg"/><Relationship Id="rId41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78.jpeg"/><Relationship Id="rId7" Type="http://schemas.openxmlformats.org/officeDocument/2006/relationships/image" Target="../media/image111.svg"/><Relationship Id="rId12" Type="http://schemas.openxmlformats.org/officeDocument/2006/relationships/image" Target="../media/image115.jpg"/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svg"/><Relationship Id="rId11" Type="http://schemas.openxmlformats.org/officeDocument/2006/relationships/image" Target="../media/image114.svg"/><Relationship Id="rId5" Type="http://schemas.openxmlformats.org/officeDocument/2006/relationships/image" Target="../media/image109.svg"/><Relationship Id="rId10" Type="http://schemas.openxmlformats.org/officeDocument/2006/relationships/image" Target="../media/image113.svg"/><Relationship Id="rId4" Type="http://schemas.openxmlformats.org/officeDocument/2006/relationships/image" Target="../media/image79.jpeg"/><Relationship Id="rId9" Type="http://schemas.openxmlformats.org/officeDocument/2006/relationships/image" Target="../media/image112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svg"/><Relationship Id="rId18" Type="http://schemas.openxmlformats.org/officeDocument/2006/relationships/image" Target="../media/image123.svg"/><Relationship Id="rId26" Type="http://schemas.openxmlformats.org/officeDocument/2006/relationships/image" Target="../media/image35.svg"/><Relationship Id="rId39" Type="http://schemas.openxmlformats.org/officeDocument/2006/relationships/image" Target="../media/image48.svg"/><Relationship Id="rId21" Type="http://schemas.openxmlformats.org/officeDocument/2006/relationships/image" Target="../media/image126.svg"/><Relationship Id="rId34" Type="http://schemas.openxmlformats.org/officeDocument/2006/relationships/image" Target="../media/image43.svg"/><Relationship Id="rId42" Type="http://schemas.openxmlformats.org/officeDocument/2006/relationships/image" Target="../media/image51.svg"/><Relationship Id="rId47" Type="http://schemas.openxmlformats.org/officeDocument/2006/relationships/image" Target="../media/image57.svg"/><Relationship Id="rId50" Type="http://schemas.openxmlformats.org/officeDocument/2006/relationships/image" Target="../media/image60.svg"/><Relationship Id="rId7" Type="http://schemas.openxmlformats.org/officeDocument/2006/relationships/image" Target="../media/image16.jpeg"/><Relationship Id="rId2" Type="http://schemas.openxmlformats.org/officeDocument/2006/relationships/image" Target="../media/image3.jpeg"/><Relationship Id="rId16" Type="http://schemas.openxmlformats.org/officeDocument/2006/relationships/image" Target="../media/image121.svg"/><Relationship Id="rId29" Type="http://schemas.openxmlformats.org/officeDocument/2006/relationships/image" Target="../media/image38.svg"/><Relationship Id="rId11" Type="http://schemas.openxmlformats.org/officeDocument/2006/relationships/image" Target="../media/image116.png"/><Relationship Id="rId24" Type="http://schemas.openxmlformats.org/officeDocument/2006/relationships/image" Target="../media/image27.svg"/><Relationship Id="rId32" Type="http://schemas.openxmlformats.org/officeDocument/2006/relationships/image" Target="../media/image41.svg"/><Relationship Id="rId37" Type="http://schemas.openxmlformats.org/officeDocument/2006/relationships/image" Target="../media/image46.svg"/><Relationship Id="rId40" Type="http://schemas.openxmlformats.org/officeDocument/2006/relationships/image" Target="../media/image49.svg"/><Relationship Id="rId45" Type="http://schemas.openxmlformats.org/officeDocument/2006/relationships/image" Target="../media/image55.svg"/><Relationship Id="rId53" Type="http://schemas.openxmlformats.org/officeDocument/2006/relationships/image" Target="../media/image131.png"/><Relationship Id="rId5" Type="http://schemas.openxmlformats.org/officeDocument/2006/relationships/image" Target="../media/image14.svg"/><Relationship Id="rId10" Type="http://schemas.openxmlformats.org/officeDocument/2006/relationships/image" Target="../media/image28.svg"/><Relationship Id="rId19" Type="http://schemas.openxmlformats.org/officeDocument/2006/relationships/image" Target="../media/image124.svg"/><Relationship Id="rId31" Type="http://schemas.openxmlformats.org/officeDocument/2006/relationships/image" Target="../media/image40.svg"/><Relationship Id="rId44" Type="http://schemas.openxmlformats.org/officeDocument/2006/relationships/image" Target="../media/image54.svg"/><Relationship Id="rId52" Type="http://schemas.openxmlformats.org/officeDocument/2006/relationships/image" Target="../media/image130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119.svg"/><Relationship Id="rId22" Type="http://schemas.openxmlformats.org/officeDocument/2006/relationships/image" Target="../media/image127.sv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43" Type="http://schemas.openxmlformats.org/officeDocument/2006/relationships/image" Target="../media/image53.svg"/><Relationship Id="rId48" Type="http://schemas.openxmlformats.org/officeDocument/2006/relationships/image" Target="../media/image58.svg"/><Relationship Id="rId8" Type="http://schemas.openxmlformats.org/officeDocument/2006/relationships/image" Target="../media/image17.svg"/><Relationship Id="rId51" Type="http://schemas.openxmlformats.org/officeDocument/2006/relationships/image" Target="../media/image61.svg"/><Relationship Id="rId3" Type="http://schemas.openxmlformats.org/officeDocument/2006/relationships/image" Target="../media/image9.svg"/><Relationship Id="rId12" Type="http://schemas.openxmlformats.org/officeDocument/2006/relationships/image" Target="../media/image117.svg"/><Relationship Id="rId17" Type="http://schemas.openxmlformats.org/officeDocument/2006/relationships/image" Target="../media/image122.svg"/><Relationship Id="rId25" Type="http://schemas.openxmlformats.org/officeDocument/2006/relationships/image" Target="../media/image129.svg"/><Relationship Id="rId33" Type="http://schemas.openxmlformats.org/officeDocument/2006/relationships/image" Target="../media/image42.svg"/><Relationship Id="rId38" Type="http://schemas.openxmlformats.org/officeDocument/2006/relationships/image" Target="../media/image47.svg"/><Relationship Id="rId46" Type="http://schemas.openxmlformats.org/officeDocument/2006/relationships/image" Target="../media/image56.svg"/><Relationship Id="rId20" Type="http://schemas.openxmlformats.org/officeDocument/2006/relationships/image" Target="../media/image125.svg"/><Relationship Id="rId41" Type="http://schemas.openxmlformats.org/officeDocument/2006/relationships/image" Target="../media/image5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5" Type="http://schemas.openxmlformats.org/officeDocument/2006/relationships/image" Target="../media/image120.svg"/><Relationship Id="rId23" Type="http://schemas.openxmlformats.org/officeDocument/2006/relationships/image" Target="../media/image128.svg"/><Relationship Id="rId28" Type="http://schemas.openxmlformats.org/officeDocument/2006/relationships/image" Target="../media/image37.svg"/><Relationship Id="rId36" Type="http://schemas.openxmlformats.org/officeDocument/2006/relationships/image" Target="../media/image45.svg"/><Relationship Id="rId49" Type="http://schemas.openxmlformats.org/officeDocument/2006/relationships/image" Target="../media/image5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0164" y="3358496"/>
            <a:ext cx="4018673" cy="5289080"/>
            <a:chOff x="0" y="0"/>
            <a:chExt cx="4720590" cy="6212891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4720590" cy="6212967"/>
            </a:xfrm>
            <a:custGeom>
              <a:avLst/>
              <a:gdLst/>
              <a:ahLst/>
              <a:cxnLst/>
              <a:rect l="l" t="t" r="r" b="b"/>
              <a:pathLst>
                <a:path w="4720590" h="6212967">
                  <a:moveTo>
                    <a:pt x="4720590" y="259207"/>
                  </a:moveTo>
                  <a:cubicBezTo>
                    <a:pt x="4720590" y="116078"/>
                    <a:pt x="4604512" y="0"/>
                    <a:pt x="4461383" y="0"/>
                  </a:cubicBezTo>
                  <a:lnTo>
                    <a:pt x="259207" y="0"/>
                  </a:lnTo>
                  <a:cubicBezTo>
                    <a:pt x="116078" y="0"/>
                    <a:pt x="0" y="116078"/>
                    <a:pt x="0" y="259207"/>
                  </a:cubicBezTo>
                  <a:lnTo>
                    <a:pt x="0" y="5953760"/>
                  </a:lnTo>
                  <a:cubicBezTo>
                    <a:pt x="0" y="6096889"/>
                    <a:pt x="116078" y="6212967"/>
                    <a:pt x="259207" y="6212967"/>
                  </a:cubicBezTo>
                  <a:lnTo>
                    <a:pt x="4461383" y="6212967"/>
                  </a:lnTo>
                  <a:cubicBezTo>
                    <a:pt x="4604512" y="6212840"/>
                    <a:pt x="4720590" y="6096889"/>
                    <a:pt x="4720590" y="5953760"/>
                  </a:cubicBezTo>
                  <a:close/>
                </a:path>
              </a:pathLst>
            </a:custGeom>
            <a:blipFill>
              <a:blip r:embed="rId3"/>
              <a:stretch>
                <a:fillRect l="-850" r="-850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13205" y="3840088"/>
            <a:ext cx="2048841" cy="1878040"/>
            <a:chOff x="0" y="0"/>
            <a:chExt cx="2406699" cy="22060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06664" cy="2206117"/>
            </a:xfrm>
            <a:custGeom>
              <a:avLst/>
              <a:gdLst/>
              <a:ahLst/>
              <a:cxnLst/>
              <a:rect l="l" t="t" r="r" b="b"/>
              <a:pathLst>
                <a:path w="2406664" h="2206117">
                  <a:moveTo>
                    <a:pt x="0" y="189103"/>
                  </a:moveTo>
                  <a:cubicBezTo>
                    <a:pt x="0" y="84709"/>
                    <a:pt x="117437" y="0"/>
                    <a:pt x="262164" y="0"/>
                  </a:cubicBezTo>
                  <a:lnTo>
                    <a:pt x="2144500" y="0"/>
                  </a:lnTo>
                  <a:cubicBezTo>
                    <a:pt x="2289227" y="0"/>
                    <a:pt x="2406664" y="84709"/>
                    <a:pt x="2406664" y="189103"/>
                  </a:cubicBezTo>
                  <a:lnTo>
                    <a:pt x="2406664" y="2017014"/>
                  </a:lnTo>
                  <a:cubicBezTo>
                    <a:pt x="2406664" y="2121408"/>
                    <a:pt x="2289227" y="2206117"/>
                    <a:pt x="2144500" y="2206117"/>
                  </a:cubicBezTo>
                  <a:lnTo>
                    <a:pt x="262164" y="2206117"/>
                  </a:lnTo>
                  <a:cubicBezTo>
                    <a:pt x="117437" y="2206117"/>
                    <a:pt x="0" y="2121408"/>
                    <a:pt x="0" y="2017014"/>
                  </a:cubicBezTo>
                  <a:close/>
                </a:path>
              </a:pathLst>
            </a:custGeom>
            <a:blipFill>
              <a:blip r:embed="rId4"/>
              <a:stretch>
                <a:fillRect l="-10399" r="-10399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201502" y="3358496"/>
            <a:ext cx="9172471" cy="548640"/>
            <a:chOff x="0" y="0"/>
            <a:chExt cx="12229962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29962" cy="731520"/>
            </a:xfrm>
            <a:custGeom>
              <a:avLst/>
              <a:gdLst/>
              <a:ahLst/>
              <a:cxnLst/>
              <a:rect l="l" t="t" r="r" b="b"/>
              <a:pathLst>
                <a:path w="12229962" h="731520">
                  <a:moveTo>
                    <a:pt x="0" y="0"/>
                  </a:moveTo>
                  <a:lnTo>
                    <a:pt x="12229962" y="0"/>
                  </a:lnTo>
                  <a:lnTo>
                    <a:pt x="122299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r="-19627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2229962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UI/UX DESIGN | PRODUCT MANAGEMENT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44174" y="3829314"/>
            <a:ext cx="10892310" cy="2487364"/>
            <a:chOff x="0" y="0"/>
            <a:chExt cx="14523080" cy="331648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523079" cy="3316486"/>
            </a:xfrm>
            <a:custGeom>
              <a:avLst/>
              <a:gdLst/>
              <a:ahLst/>
              <a:cxnLst/>
              <a:rect l="l" t="t" r="r" b="b"/>
              <a:pathLst>
                <a:path w="14523079" h="3316486">
                  <a:moveTo>
                    <a:pt x="0" y="0"/>
                  </a:moveTo>
                  <a:lnTo>
                    <a:pt x="14523079" y="0"/>
                  </a:lnTo>
                  <a:lnTo>
                    <a:pt x="14523079" y="3316486"/>
                  </a:lnTo>
                  <a:lnTo>
                    <a:pt x="0" y="331648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5202" r="-19627" b="-489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4523080" cy="3364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4400"/>
                </a:lnSpc>
              </a:pPr>
              <a:r>
                <a:rPr lang="en-US" sz="12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201502" y="6101696"/>
            <a:ext cx="9860407" cy="822960"/>
            <a:chOff x="0" y="0"/>
            <a:chExt cx="13147209" cy="10972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47210" cy="1097280"/>
            </a:xfrm>
            <a:custGeom>
              <a:avLst/>
              <a:gdLst/>
              <a:ahLst/>
              <a:cxnLst/>
              <a:rect l="l" t="t" r="r" b="b"/>
              <a:pathLst>
                <a:path w="13147210" h="1097280">
                  <a:moveTo>
                    <a:pt x="0" y="0"/>
                  </a:moveTo>
                  <a:lnTo>
                    <a:pt x="13147210" y="0"/>
                  </a:lnTo>
                  <a:lnTo>
                    <a:pt x="1314721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29285" r="-19627" b="-2292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147209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i="1">
                  <a:solidFill>
                    <a:srgbClr val="93A9C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BeReal Passport And Community Boards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7189556" y="7184680"/>
            <a:ext cx="2317001" cy="28592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7201502" y="7473296"/>
            <a:ext cx="6879354" cy="480060"/>
            <a:chOff x="0" y="0"/>
            <a:chExt cx="9172471" cy="6400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Enhancement Proposal •  2026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2161514" y="1605934"/>
            <a:ext cx="4515973" cy="1030206"/>
          </a:xfrm>
          <a:custGeom>
            <a:avLst/>
            <a:gdLst/>
            <a:ahLst/>
            <a:cxnLst/>
            <a:rect l="l" t="t" r="r" b="b"/>
            <a:pathLst>
              <a:path w="4515973" h="1030206">
                <a:moveTo>
                  <a:pt x="0" y="0"/>
                </a:moveTo>
                <a:lnTo>
                  <a:pt x="4515973" y="0"/>
                </a:lnTo>
                <a:lnTo>
                  <a:pt x="4515973" y="1030206"/>
                </a:lnTo>
                <a:lnTo>
                  <a:pt x="0" y="1030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7201502" y="8201006"/>
            <a:ext cx="6879354" cy="480060"/>
            <a:chOff x="0" y="0"/>
            <a:chExt cx="9172471" cy="6400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92024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we'll cover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26555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331720" y="2702052"/>
            <a:ext cx="6309360" cy="557752"/>
            <a:chOff x="0" y="0"/>
            <a:chExt cx="8412480" cy="7436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331720" y="3250692"/>
            <a:ext cx="9464040" cy="548640"/>
            <a:chOff x="0" y="0"/>
            <a:chExt cx="1261872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Driving Authentic Daily Engagement &amp; Long-Term Retention on BeReal.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19171" y="38309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28700" y="40271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331720" y="4073652"/>
            <a:ext cx="6309360" cy="557752"/>
            <a:chOff x="0" y="0"/>
            <a:chExt cx="8412480" cy="7436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331720" y="4622292"/>
            <a:ext cx="9464040" cy="548640"/>
            <a:chOff x="0" y="0"/>
            <a:chExt cx="12618720" cy="731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Seven screens, one habit loop.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019171" y="52025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028700" y="53987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2331720" y="5445252"/>
            <a:ext cx="6309360" cy="557752"/>
            <a:chOff x="0" y="0"/>
            <a:chExt cx="8412480" cy="7436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 Covered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331720" y="5993892"/>
            <a:ext cx="9464040" cy="548640"/>
            <a:chOff x="0" y="0"/>
            <a:chExt cx="12618720" cy="7315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Designed for more than the happy path.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1019171" y="65741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1028700" y="67703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2331720" y="6816852"/>
            <a:ext cx="6309360" cy="557752"/>
            <a:chOff x="0" y="0"/>
            <a:chExt cx="8412480" cy="7436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2331720" y="7365492"/>
            <a:ext cx="9464040" cy="548640"/>
            <a:chOff x="0" y="0"/>
            <a:chExt cx="12618720" cy="73152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Invite people back - never pressure them.</a:t>
              </a:r>
            </a:p>
          </p:txBody>
        </p:sp>
      </p:grpSp>
      <p:sp>
        <p:nvSpPr>
          <p:cNvPr id="39" name="AutoShape 39"/>
          <p:cNvSpPr/>
          <p:nvPr/>
        </p:nvSpPr>
        <p:spPr>
          <a:xfrm>
            <a:off x="1087756" y="7960042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Box 40"/>
          <p:cNvSpPr txBox="1"/>
          <p:nvPr/>
        </p:nvSpPr>
        <p:spPr>
          <a:xfrm>
            <a:off x="1028700" y="81419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331720" y="8188452"/>
            <a:ext cx="6309360" cy="557752"/>
            <a:chOff x="0" y="0"/>
            <a:chExt cx="8412480" cy="7436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331720" y="8737092"/>
            <a:ext cx="9464040" cy="548640"/>
            <a:chOff x="0" y="0"/>
            <a:chExt cx="126187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BeReal Passport And Community Boards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184880" y="9710928"/>
            <a:ext cx="1371600" cy="411480"/>
            <a:chOff x="0" y="0"/>
            <a:chExt cx="1828800" cy="5486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828800" cy="548640"/>
            </a:xfrm>
            <a:custGeom>
              <a:avLst/>
              <a:gdLst/>
              <a:ahLst/>
              <a:cxnLst/>
              <a:rect l="l" t="t" r="r" b="b"/>
              <a:pathLst>
                <a:path w="1828800" h="54864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950" b="-14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182880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9A9A9A"/>
                  </a:solidFill>
                  <a:latin typeface="Arial"/>
                  <a:ea typeface="Arial"/>
                  <a:cs typeface="Arial"/>
                  <a:sym typeface="Arial"/>
                </a:rPr>
                <a:t>2 / 16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INTRO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37323"/>
            <a:ext cx="16112109" cy="1542360"/>
            <a:chOff x="0" y="0"/>
            <a:chExt cx="21482812" cy="2056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482813" cy="2056480"/>
            </a:xfrm>
            <a:custGeom>
              <a:avLst/>
              <a:gdLst/>
              <a:ahLst/>
              <a:cxnLst/>
              <a:rect l="l" t="t" r="r" b="b"/>
              <a:pathLst>
                <a:path w="21482813" h="2056480">
                  <a:moveTo>
                    <a:pt x="0" y="0"/>
                  </a:moveTo>
                  <a:lnTo>
                    <a:pt x="21482813" y="0"/>
                  </a:lnTo>
                  <a:lnTo>
                    <a:pt x="21482813" y="2056480"/>
                  </a:lnTo>
                  <a:lnTo>
                    <a:pt x="0" y="20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777" r="26789" b="-912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21482812" cy="2027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Driving Authentic Daily Engagement &amp; Long-Term Retention on 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70686" y="6096123"/>
            <a:ext cx="19006721" cy="4565712"/>
            <a:chOff x="0" y="0"/>
            <a:chExt cx="5005885" cy="12024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05886" cy="1202492"/>
            </a:xfrm>
            <a:custGeom>
              <a:avLst/>
              <a:gdLst/>
              <a:ahLst/>
              <a:cxnLst/>
              <a:rect l="l" t="t" r="r" b="b"/>
              <a:pathLst>
                <a:path w="5005886" h="1202492">
                  <a:moveTo>
                    <a:pt x="0" y="0"/>
                  </a:moveTo>
                  <a:lnTo>
                    <a:pt x="5005886" y="0"/>
                  </a:lnTo>
                  <a:lnTo>
                    <a:pt x="5005886" y="1202492"/>
                  </a:lnTo>
                  <a:lnTo>
                    <a:pt x="0" y="120249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005885" cy="12501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1387" y="6754624"/>
            <a:ext cx="2841385" cy="382494"/>
            <a:chOff x="0" y="0"/>
            <a:chExt cx="4754880" cy="6400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 to Be Real.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211387" y="7310884"/>
            <a:ext cx="944463" cy="891796"/>
          </a:xfrm>
          <a:custGeom>
            <a:avLst/>
            <a:gdLst/>
            <a:ahLst/>
            <a:cxnLst/>
            <a:rect l="l" t="t" r="r" b="b"/>
            <a:pathLst>
              <a:path w="944463" h="891796">
                <a:moveTo>
                  <a:pt x="0" y="0"/>
                </a:moveTo>
                <a:lnTo>
                  <a:pt x="944463" y="0"/>
                </a:lnTo>
                <a:lnTo>
                  <a:pt x="944463" y="891797"/>
                </a:lnTo>
                <a:lnTo>
                  <a:pt x="0" y="8917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17" r="-499" b="-321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>
            <a:off x="960120" y="3309154"/>
            <a:ext cx="3119194" cy="2104293"/>
            <a:chOff x="0" y="0"/>
            <a:chExt cx="4158925" cy="2805724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Post- Notification Slump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Single-Touchpoint Limit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Passive Feed Stagnation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Casual Drop-Off Risk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PROBLEM STATEMENT</a:t>
                </a:r>
              </a:p>
            </p:txBody>
          </p:sp>
        </p:grpSp>
      </p:grpSp>
      <p:grpSp>
        <p:nvGrpSpPr>
          <p:cNvPr id="22" name="Group 22"/>
          <p:cNvGrpSpPr/>
          <p:nvPr/>
        </p:nvGrpSpPr>
        <p:grpSpPr>
          <a:xfrm>
            <a:off x="7456578" y="3385756"/>
            <a:ext cx="3119194" cy="2104293"/>
            <a:chOff x="0" y="0"/>
            <a:chExt cx="4158925" cy="2805724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Midnight Theme Prompt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Squad Board Collages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Vector Passport Stamps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Monthly Capsule Vault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ENHANCEMENT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13953035" y="3342894"/>
            <a:ext cx="3374845" cy="2147155"/>
            <a:chOff x="0" y="-57149"/>
            <a:chExt cx="5368918" cy="286287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1082276"/>
              <a:ext cx="5250875" cy="1723448"/>
              <a:chOff x="0" y="0"/>
              <a:chExt cx="5250875" cy="17234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25087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723448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293561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57150"/>
                <a:ext cx="525087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2.5x Daily Opens/User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Organic Peer Accountability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30-Day Retention Vaulting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Zero Vanity Metric Loops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18043" y="-57149"/>
              <a:ext cx="5250875" cy="1154431"/>
              <a:chOff x="0" y="-57149"/>
              <a:chExt cx="5250875" cy="1154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25087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097280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293561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57149"/>
                <a:ext cx="4040883" cy="1154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MAU IMPACT</a:t>
                </a:r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790263" y="6479185"/>
            <a:ext cx="7176117" cy="3420712"/>
          </a:xfrm>
          <a:custGeom>
            <a:avLst/>
            <a:gdLst/>
            <a:ahLst/>
            <a:cxnLst/>
            <a:rect l="l" t="t" r="r" b="b"/>
            <a:pathLst>
              <a:path w="7176117" h="3420712">
                <a:moveTo>
                  <a:pt x="0" y="0"/>
                </a:moveTo>
                <a:lnTo>
                  <a:pt x="7176117" y="0"/>
                </a:lnTo>
                <a:lnTo>
                  <a:pt x="7176117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05" t="-633" r="-29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2092251" y="6485755"/>
            <a:ext cx="6612287" cy="3433851"/>
          </a:xfrm>
          <a:custGeom>
            <a:avLst/>
            <a:gdLst/>
            <a:ahLst/>
            <a:cxnLst/>
            <a:rect l="l" t="t" r="r" b="b"/>
            <a:pathLst>
              <a:path w="6612287" h="3433851">
                <a:moveTo>
                  <a:pt x="0" y="0"/>
                </a:moveTo>
                <a:lnTo>
                  <a:pt x="6612287" y="0"/>
                </a:lnTo>
                <a:lnTo>
                  <a:pt x="6612287" y="3433851"/>
                </a:lnTo>
                <a:lnTo>
                  <a:pt x="0" y="34338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6957" t="-95308" r="-25916" b="-977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BE975AE8-29FA-557C-4143-5889927ABBA9}"/>
              </a:ext>
            </a:extLst>
          </p:cNvPr>
          <p:cNvSpPr/>
          <p:nvPr/>
        </p:nvSpPr>
        <p:spPr>
          <a:xfrm>
            <a:off x="16052105" y="6479185"/>
            <a:ext cx="1927620" cy="3420712"/>
          </a:xfrm>
          <a:custGeom>
            <a:avLst/>
            <a:gdLst/>
            <a:ahLst/>
            <a:cxnLst/>
            <a:rect l="l" t="t" r="r" b="b"/>
            <a:pathLst>
              <a:path w="1927620" h="3420712">
                <a:moveTo>
                  <a:pt x="0" y="0"/>
                </a:moveTo>
                <a:lnTo>
                  <a:pt x="1927619" y="0"/>
                </a:lnTo>
                <a:lnTo>
                  <a:pt x="1927619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9789" t="-56586" r="-21547" b="-712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1795760" cy="1303020"/>
            <a:chOff x="0" y="0"/>
            <a:chExt cx="1572768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727680" cy="1737360"/>
            </a:xfrm>
            <a:custGeom>
              <a:avLst/>
              <a:gdLst/>
              <a:ahLst/>
              <a:cxnLst/>
              <a:rect l="l" t="t" r="r" b="b"/>
              <a:pathLst>
                <a:path w="15727680" h="1737360">
                  <a:moveTo>
                    <a:pt x="0" y="0"/>
                  </a:moveTo>
                  <a:lnTo>
                    <a:pt x="15727680" y="0"/>
                  </a:lnTo>
                  <a:lnTo>
                    <a:pt x="1572768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6390" b="-1263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572768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Seven screens, one habit loop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581049"/>
            <a:ext cx="3790950" cy="1322070"/>
            <a:chOff x="0" y="0"/>
            <a:chExt cx="5054600" cy="1762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5385" y="3700302"/>
            <a:ext cx="685800" cy="548640"/>
            <a:chOff x="0" y="0"/>
            <a:chExt cx="9144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5385" y="4111782"/>
            <a:ext cx="3360420" cy="685800"/>
            <a:chOff x="0" y="0"/>
            <a:chExt cx="44805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741545" y="3974622"/>
            <a:ext cx="384048" cy="548640"/>
            <a:chOff x="0" y="0"/>
            <a:chExt cx="512064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116068" y="3581049"/>
            <a:ext cx="3790950" cy="1322070"/>
            <a:chOff x="0" y="0"/>
            <a:chExt cx="5054600" cy="17627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1333" y="3700302"/>
            <a:ext cx="685800" cy="548640"/>
            <a:chOff x="0" y="0"/>
            <a:chExt cx="914400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1333" y="4111782"/>
            <a:ext cx="3360420" cy="685800"/>
            <a:chOff x="0" y="0"/>
            <a:chExt cx="448056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897493" y="3974622"/>
            <a:ext cx="384048" cy="548640"/>
            <a:chOff x="0" y="0"/>
            <a:chExt cx="512064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272016" y="3581049"/>
            <a:ext cx="3790950" cy="1322070"/>
            <a:chOff x="0" y="0"/>
            <a:chExt cx="5054600" cy="176276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87281" y="3700302"/>
            <a:ext cx="685800" cy="548640"/>
            <a:chOff x="0" y="0"/>
            <a:chExt cx="914400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87281" y="4111782"/>
            <a:ext cx="3360420" cy="685800"/>
            <a:chOff x="0" y="0"/>
            <a:chExt cx="4480560" cy="914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53441" y="3974622"/>
            <a:ext cx="384048" cy="548640"/>
            <a:chOff x="0" y="0"/>
            <a:chExt cx="512064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27964" y="3581049"/>
            <a:ext cx="3790950" cy="1322070"/>
            <a:chOff x="0" y="0"/>
            <a:chExt cx="5054600" cy="176276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643229" y="3700302"/>
            <a:ext cx="685800" cy="548640"/>
            <a:chOff x="0" y="0"/>
            <a:chExt cx="914400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643229" y="4111782"/>
            <a:ext cx="3360420" cy="685800"/>
            <a:chOff x="0" y="0"/>
            <a:chExt cx="4480560" cy="9144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0120" y="5569869"/>
            <a:ext cx="5025390" cy="1322070"/>
            <a:chOff x="0" y="0"/>
            <a:chExt cx="6700520" cy="176276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75385" y="5689122"/>
            <a:ext cx="685800" cy="548640"/>
            <a:chOff x="0" y="0"/>
            <a:chExt cx="914400" cy="73152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75385" y="6100602"/>
            <a:ext cx="4594860" cy="685800"/>
            <a:chOff x="0" y="0"/>
            <a:chExt cx="6126480" cy="9144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975985" y="5963442"/>
            <a:ext cx="480060" cy="548640"/>
            <a:chOff x="0" y="0"/>
            <a:chExt cx="640080" cy="73152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446520" y="5569869"/>
            <a:ext cx="5025390" cy="1322070"/>
            <a:chOff x="0" y="0"/>
            <a:chExt cx="6700520" cy="176276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661785" y="5689122"/>
            <a:ext cx="685800" cy="548640"/>
            <a:chOff x="0" y="0"/>
            <a:chExt cx="914400" cy="73152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661785" y="6100602"/>
            <a:ext cx="4594860" cy="685800"/>
            <a:chOff x="0" y="0"/>
            <a:chExt cx="612648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Passport &amp; Leaderboard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462385" y="5963442"/>
            <a:ext cx="480060" cy="548640"/>
            <a:chOff x="0" y="0"/>
            <a:chExt cx="640080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1932920" y="5569869"/>
            <a:ext cx="5025390" cy="1322070"/>
            <a:chOff x="0" y="0"/>
            <a:chExt cx="6700520" cy="176276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12148185" y="5689122"/>
            <a:ext cx="685800" cy="548640"/>
            <a:chOff x="0" y="0"/>
            <a:chExt cx="914400" cy="7315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2148185" y="6100602"/>
            <a:ext cx="4594860" cy="685800"/>
            <a:chOff x="0" y="0"/>
            <a:chExt cx="6126480" cy="9144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969645" y="7362474"/>
            <a:ext cx="15087600" cy="548640"/>
            <a:chOff x="0" y="0"/>
            <a:chExt cx="20116800" cy="73152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116800" cy="731520"/>
            </a:xfrm>
            <a:custGeom>
              <a:avLst/>
              <a:gdLst/>
              <a:ahLst/>
              <a:cxnLst/>
              <a:rect l="l" t="t" r="r" b="b"/>
              <a:pathLst>
                <a:path w="20116800" h="73152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5838" b="-4858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201168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↺  loops back to Today Screen the next day, with a fresh theme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969645" y="8322594"/>
            <a:ext cx="3566160" cy="480060"/>
            <a:chOff x="0" y="0"/>
            <a:chExt cx="4754880" cy="64008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First-time vs. repeat: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969645" y="8802654"/>
            <a:ext cx="15499080" cy="822960"/>
            <a:chOff x="0" y="0"/>
            <a:chExt cx="20665440" cy="109728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First-time users see a one-time intro overlay on Today Screen; repeat users land directly on the theme hero — no onboarding friction after day one.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1028700" y="2427732"/>
            <a:ext cx="15499080" cy="822960"/>
            <a:chOff x="0" y="0"/>
            <a:chExt cx="20665440" cy="109728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7-screen happy path from start to finish. </a:t>
              </a:r>
            </a:p>
          </p:txBody>
        </p:sp>
      </p:grpSp>
      <p:grpSp>
        <p:nvGrpSpPr>
          <p:cNvPr id="91" name="Group 91">
            <a:extLst>
              <a:ext uri="{FF2B5EF4-FFF2-40B4-BE49-F238E27FC236}">
                <a16:creationId xmlns:a16="http://schemas.microsoft.com/office/drawing/2014/main" id="{11385136-8C41-765C-9953-A174E3BBB3FA}"/>
              </a:ext>
            </a:extLst>
          </p:cNvPr>
          <p:cNvGrpSpPr/>
          <p:nvPr/>
        </p:nvGrpSpPr>
        <p:grpSpPr>
          <a:xfrm>
            <a:off x="960120" y="9533266"/>
            <a:ext cx="6970147" cy="577214"/>
            <a:chOff x="0" y="0"/>
            <a:chExt cx="9293530" cy="715068"/>
          </a:xfrm>
        </p:grpSpPr>
        <p:sp>
          <p:nvSpPr>
            <p:cNvPr id="92" name="Freeform 92">
              <a:extLst>
                <a:ext uri="{FF2B5EF4-FFF2-40B4-BE49-F238E27FC236}">
                  <a16:creationId xmlns:a16="http://schemas.microsoft.com/office/drawing/2014/main" id="{AD941CF0-8501-92E6-2F40-DB1BDACC47F3}"/>
                </a:ext>
              </a:extLst>
            </p:cNvPr>
            <p:cNvSpPr/>
            <p:nvPr/>
          </p:nvSpPr>
          <p:spPr>
            <a:xfrm>
              <a:off x="0" y="0"/>
              <a:ext cx="9293530" cy="715068"/>
            </a:xfrm>
            <a:custGeom>
              <a:avLst/>
              <a:gdLst/>
              <a:ahLst/>
              <a:cxnLst/>
              <a:rect l="l" t="t" r="r" b="b"/>
              <a:pathLst>
                <a:path w="9293530" h="715068">
                  <a:moveTo>
                    <a:pt x="0" y="0"/>
                  </a:moveTo>
                  <a:lnTo>
                    <a:pt x="9293530" y="0"/>
                  </a:lnTo>
                  <a:lnTo>
                    <a:pt x="9293530" y="715068"/>
                  </a:lnTo>
                  <a:lnTo>
                    <a:pt x="0" y="7150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391" r="-122363" b="-5398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93">
              <a:extLst>
                <a:ext uri="{FF2B5EF4-FFF2-40B4-BE49-F238E27FC236}">
                  <a16:creationId xmlns:a16="http://schemas.microsoft.com/office/drawing/2014/main" id="{386688EF-5896-63DA-6D3F-8F48AFB9BF19}"/>
                </a:ext>
              </a:extLst>
            </p:cNvPr>
            <p:cNvSpPr txBox="1"/>
            <p:nvPr/>
          </p:nvSpPr>
          <p:spPr>
            <a:xfrm>
              <a:off x="0" y="-57150"/>
              <a:ext cx="9293530" cy="77221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 b="1" dirty="0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Promo Reel: </a:t>
              </a:r>
              <a:r>
                <a:rPr lang="en-US" sz="1875" u="sng" dirty="0">
                  <a:solidFill>
                    <a:schemeClr val="bg1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4" tooltip="https://youtube.com/shorts/exXoJ6NqmbI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https://youtube.com/shorts/exXoJ6NqmbI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screen-by-screen rundown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427732"/>
            <a:ext cx="16230600" cy="760352"/>
            <a:chOff x="0" y="0"/>
            <a:chExt cx="20299680" cy="9509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674" y="2427732"/>
            <a:ext cx="3216876" cy="760352"/>
            <a:chOff x="0" y="0"/>
            <a:chExt cx="4023360" cy="9509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615661" y="2427732"/>
            <a:ext cx="12282616" cy="760352"/>
            <a:chOff x="0" y="0"/>
            <a:chExt cx="15361920" cy="95097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Daily theme + reminder bubble + come-back banner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60120" y="3363550"/>
            <a:ext cx="16230600" cy="760352"/>
            <a:chOff x="0" y="0"/>
            <a:chExt cx="20299680" cy="9509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25674" y="3363550"/>
            <a:ext cx="3216876" cy="760352"/>
            <a:chOff x="0" y="0"/>
            <a:chExt cx="4023360" cy="9509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15661" y="3363550"/>
            <a:ext cx="12282616" cy="760352"/>
            <a:chOff x="0" y="0"/>
            <a:chExt cx="15361920" cy="95097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 Post / Random Post toggle + state demo panel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60120" y="4299369"/>
            <a:ext cx="16230600" cy="760352"/>
            <a:chOff x="0" y="0"/>
            <a:chExt cx="20299680" cy="9509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25674" y="4299369"/>
            <a:ext cx="3216876" cy="760352"/>
            <a:chOff x="0" y="0"/>
            <a:chExt cx="4023360" cy="9509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615661" y="4299369"/>
            <a:ext cx="12282616" cy="760352"/>
            <a:chOff x="0" y="0"/>
            <a:chExt cx="15361920" cy="9509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collage, voting, comments, empty state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60120" y="5235187"/>
            <a:ext cx="16230600" cy="760352"/>
            <a:chOff x="0" y="0"/>
            <a:chExt cx="20299680" cy="9509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5674" y="5235187"/>
            <a:ext cx="3216876" cy="760352"/>
            <a:chOff x="0" y="0"/>
            <a:chExt cx="4023360" cy="95097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615661" y="5235187"/>
            <a:ext cx="12282616" cy="760352"/>
            <a:chOff x="0" y="0"/>
            <a:chExt cx="15361920" cy="95097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Confirm to post photo to community board or usual post.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60120" y="6171006"/>
            <a:ext cx="16230600" cy="760352"/>
            <a:chOff x="0" y="0"/>
            <a:chExt cx="20299680" cy="95097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25674" y="6171006"/>
            <a:ext cx="3216876" cy="760352"/>
            <a:chOff x="0" y="0"/>
            <a:chExt cx="4023360" cy="95097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4023360" cy="9986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59"/>
                </a:lnSpc>
              </a:pPr>
              <a:r>
                <a:rPr lang="en-US" sz="25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Details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15661" y="6171006"/>
            <a:ext cx="12282616" cy="760352"/>
            <a:chOff x="0" y="0"/>
            <a:chExt cx="15361920" cy="95097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to view capsule collection or see board details.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60120" y="7102808"/>
            <a:ext cx="16230600" cy="760352"/>
            <a:chOff x="0" y="0"/>
            <a:chExt cx="20299680" cy="95097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5674" y="7102808"/>
            <a:ext cx="3216876" cy="760352"/>
            <a:chOff x="0" y="0"/>
            <a:chExt cx="4023360" cy="950976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 Passport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615661" y="7102808"/>
            <a:ext cx="12282616" cy="760352"/>
            <a:chOff x="0" y="0"/>
            <a:chExt cx="15361920" cy="950976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Stamp collection grid + streak cue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0120" y="8034610"/>
            <a:ext cx="16230600" cy="760352"/>
            <a:chOff x="0" y="0"/>
            <a:chExt cx="20299680" cy="950976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25674" y="8034610"/>
            <a:ext cx="3216876" cy="760352"/>
            <a:chOff x="0" y="0"/>
            <a:chExt cx="4023360" cy="95097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Leaderboard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615661" y="8034610"/>
            <a:ext cx="12282616" cy="760352"/>
            <a:chOff x="0" y="0"/>
            <a:chExt cx="15361920" cy="950976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ranking + sponsor banner mockup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8966413"/>
            <a:ext cx="16230600" cy="760352"/>
            <a:chOff x="0" y="0"/>
            <a:chExt cx="20299680" cy="95097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325674" y="8966413"/>
            <a:ext cx="3216876" cy="760352"/>
            <a:chOff x="0" y="0"/>
            <a:chExt cx="4023360" cy="950976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615661" y="8966413"/>
            <a:ext cx="12282616" cy="760352"/>
            <a:chOff x="0" y="0"/>
            <a:chExt cx="15361920" cy="950976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Control settings for name and password. User can opt-out of community board.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EMOTIONAL TONE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 small amounts, calm, real, human.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154680"/>
            <a:ext cx="16596360" cy="2743200"/>
            <a:chOff x="0" y="0"/>
            <a:chExt cx="22128480" cy="365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3657600"/>
            </a:xfrm>
            <a:custGeom>
              <a:avLst/>
              <a:gdLst/>
              <a:ahLst/>
              <a:cxnLst/>
              <a:rect l="l" t="t" r="r" b="b"/>
              <a:pathLst>
                <a:path w="22128480" h="365760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909024" y="0"/>
                  </a:lnTo>
                  <a:cubicBezTo>
                    <a:pt x="22030182" y="0"/>
                    <a:pt x="22128480" y="98298"/>
                    <a:pt x="22128480" y="219456"/>
                  </a:cubicBezTo>
                  <a:lnTo>
                    <a:pt x="22128480" y="3438144"/>
                  </a:lnTo>
                  <a:cubicBezTo>
                    <a:pt x="22128480" y="3559302"/>
                    <a:pt x="22030182" y="3657600"/>
                    <a:pt x="21909024" y="3657600"/>
                  </a:cubicBezTo>
                  <a:lnTo>
                    <a:pt x="219456" y="3657600"/>
                  </a:lnTo>
                  <a:cubicBezTo>
                    <a:pt x="98298" y="3657600"/>
                    <a:pt x="0" y="3559302"/>
                    <a:pt x="0" y="3438144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71600" y="3634740"/>
            <a:ext cx="15499080" cy="822960"/>
            <a:chOff x="0" y="0"/>
            <a:chExt cx="2066544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20665440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 i="1">
                  <a:solidFill>
                    <a:srgbClr val="17375E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1600" y="4526280"/>
            <a:ext cx="15499080" cy="1234440"/>
            <a:chOff x="0" y="0"/>
            <a:chExt cx="20665440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665439" cy="1645920"/>
            </a:xfrm>
            <a:custGeom>
              <a:avLst/>
              <a:gdLst/>
              <a:ahLst/>
              <a:cxnLst/>
              <a:rect l="l" t="t" r="r" b="b"/>
              <a:pathLst>
                <a:path w="20665439" h="1645920">
                  <a:moveTo>
                    <a:pt x="0" y="0"/>
                  </a:moveTo>
                  <a:lnTo>
                    <a:pt x="20665439" y="0"/>
                  </a:lnTo>
                  <a:lnTo>
                    <a:pt x="20665439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4645" b="-1946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20665440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empty state best captures BeReal’s tone — it would have been easy to leave this as a dead end or a guilt trip. Instead it stays warm and invitational, the same register BeReal uses everywhere else.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COVERED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3030200" cy="1303020"/>
            <a:chOff x="0" y="0"/>
            <a:chExt cx="173736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73600" cy="1737360"/>
            </a:xfrm>
            <a:custGeom>
              <a:avLst/>
              <a:gdLst/>
              <a:ahLst/>
              <a:cxnLst/>
              <a:rect l="l" t="t" r="r" b="b"/>
              <a:pathLst>
                <a:path w="17373600" h="1737360">
                  <a:moveTo>
                    <a:pt x="0" y="0"/>
                  </a:moveTo>
                  <a:lnTo>
                    <a:pt x="17373600" y="0"/>
                  </a:lnTo>
                  <a:lnTo>
                    <a:pt x="17373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73736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Designed for more than the happy path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419475"/>
            <a:ext cx="3859530" cy="4545330"/>
            <a:chOff x="0" y="0"/>
            <a:chExt cx="5146040" cy="6060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771900"/>
            <a:ext cx="3291840" cy="822960"/>
            <a:chOff x="0" y="0"/>
            <a:chExt cx="438912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🌱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43965" y="4732020"/>
            <a:ext cx="3291840" cy="548640"/>
            <a:chOff x="0" y="0"/>
            <a:chExt cx="43891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Empty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43965" y="5280660"/>
            <a:ext cx="3291840" cy="548640"/>
            <a:chOff x="0" y="0"/>
            <a:chExt cx="438912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Selection / Capsule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43965" y="5897880"/>
            <a:ext cx="3291840" cy="1783080"/>
            <a:chOff x="0" y="0"/>
            <a:chExt cx="438912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12080" y="3419475"/>
            <a:ext cx="3859530" cy="4545330"/>
            <a:chOff x="0" y="0"/>
            <a:chExt cx="5146040" cy="60604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495925" y="3771900"/>
            <a:ext cx="3291840" cy="822960"/>
            <a:chOff x="0" y="0"/>
            <a:chExt cx="4389120" cy="10972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⏳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95925" y="4732020"/>
            <a:ext cx="3291840" cy="548640"/>
            <a:chOff x="0" y="0"/>
            <a:chExt cx="4389120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Loading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495925" y="5280660"/>
            <a:ext cx="3291840" cy="548640"/>
            <a:chOff x="0" y="0"/>
            <a:chExt cx="4389120" cy="7315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495925" y="5897880"/>
            <a:ext cx="3291840" cy="1783080"/>
            <a:chOff x="0" y="0"/>
            <a:chExt cx="4389120" cy="23774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“Stamping your passport…”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64040" y="3419475"/>
            <a:ext cx="3859530" cy="4545330"/>
            <a:chOff x="0" y="0"/>
            <a:chExt cx="5146040" cy="60604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747885" y="3771900"/>
            <a:ext cx="3291840" cy="822960"/>
            <a:chOff x="0" y="0"/>
            <a:chExt cx="4389120" cy="10972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🎉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747885" y="4732020"/>
            <a:ext cx="3291840" cy="548640"/>
            <a:chOff x="0" y="0"/>
            <a:chExt cx="438912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Success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47885" y="5280660"/>
            <a:ext cx="3291840" cy="548640"/>
            <a:chOff x="0" y="0"/>
            <a:chExt cx="43891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747885" y="5897880"/>
            <a:ext cx="3291840" cy="1783080"/>
            <a:chOff x="0" y="0"/>
            <a:chExt cx="4389120" cy="23774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 earned! Added to Coffee Shop 🎉”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716000" y="3419475"/>
            <a:ext cx="3859530" cy="4545330"/>
            <a:chOff x="0" y="0"/>
            <a:chExt cx="5146040" cy="60604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999845" y="3771900"/>
            <a:ext cx="3291840" cy="822960"/>
            <a:chOff x="0" y="0"/>
            <a:chExt cx="4389120" cy="10972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⚠️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999845" y="4732020"/>
            <a:ext cx="3291840" cy="548640"/>
            <a:chOff x="0" y="0"/>
            <a:chExt cx="4389120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Error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999845" y="5280660"/>
            <a:ext cx="3291840" cy="548640"/>
            <a:chOff x="0" y="0"/>
            <a:chExt cx="43891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999845" y="5897880"/>
            <a:ext cx="3291840" cy="1783080"/>
            <a:chOff x="0" y="0"/>
            <a:chExt cx="4389120" cy="23774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“That didn’t go through — let’s try again.”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2427732"/>
            <a:ext cx="15499080" cy="822960"/>
            <a:chOff x="0" y="0"/>
            <a:chExt cx="20665440" cy="109728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happens when things are empty, loading , or go wrong.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Invite people back - never pressure them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370979" y="9121140"/>
            <a:ext cx="6869240" cy="548640"/>
            <a:chOff x="0" y="0"/>
            <a:chExt cx="9158987" cy="7315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8987" cy="731520"/>
            </a:xfrm>
            <a:custGeom>
              <a:avLst/>
              <a:gdLst/>
              <a:ahLst/>
              <a:cxnLst/>
              <a:rect l="l" t="t" r="r" b="b"/>
              <a:pathLst>
                <a:path w="9158987" h="731520">
                  <a:moveTo>
                    <a:pt x="0" y="0"/>
                  </a:moveTo>
                  <a:lnTo>
                    <a:pt x="9158987" y="0"/>
                  </a:lnTo>
                  <a:lnTo>
                    <a:pt x="9158987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r="163" b="-1935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9158987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 b="1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BACK CAMERA — FULL FRAME          FRONT CAMERA — OVERLAY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145155"/>
            <a:ext cx="5171011" cy="4819650"/>
            <a:chOff x="0" y="0"/>
            <a:chExt cx="6894682" cy="6426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👀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81815" y="4800600"/>
            <a:ext cx="4327621" cy="548640"/>
            <a:chOff x="0" y="0"/>
            <a:chExt cx="5770162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Reminder bubble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81815" y="5417820"/>
            <a:ext cx="4327621" cy="960120"/>
            <a:chOff x="0" y="0"/>
            <a:chExt cx="5770162" cy="12801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“3 friends already posted to Coffee Shop today”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81815" y="6446520"/>
            <a:ext cx="4327621" cy="1234440"/>
            <a:chOff x="0" y="0"/>
            <a:chExt cx="5770162" cy="16459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curiosity, not an alert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524204" y="3145155"/>
            <a:ext cx="5171011" cy="4819650"/>
            <a:chOff x="0" y="0"/>
            <a:chExt cx="6894682" cy="6426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945899" y="4800600"/>
            <a:ext cx="4327621" cy="548640"/>
            <a:chOff x="0" y="0"/>
            <a:chExt cx="5770162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streak cue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45899" y="5417820"/>
            <a:ext cx="4327621" cy="960120"/>
            <a:chOff x="0" y="0"/>
            <a:chExt cx="5770162" cy="128016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“You’ve been real 3 days in a row”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45899" y="6446520"/>
            <a:ext cx="4327621" cy="1234440"/>
            <a:chOff x="0" y="0"/>
            <a:chExt cx="5770162" cy="164592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framing, no streak-breaking guilt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88289" y="3145155"/>
            <a:ext cx="5171011" cy="4819650"/>
            <a:chOff x="0" y="0"/>
            <a:chExt cx="6894682" cy="6426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509984" y="4800600"/>
            <a:ext cx="4327621" cy="548640"/>
            <a:chOff x="0" y="0"/>
            <a:chExt cx="5770162" cy="73152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Come-back banner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2509984" y="5417820"/>
            <a:ext cx="4327621" cy="960120"/>
            <a:chOff x="0" y="0"/>
            <a:chExt cx="5770162" cy="128016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“Come back tomorrow for a new theme”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2509984" y="6446520"/>
            <a:ext cx="4327621" cy="1234440"/>
            <a:chOff x="0" y="0"/>
            <a:chExt cx="5770162" cy="164592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tomorrow’s open without pushing it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255259"/>
            <a:ext cx="7132320" cy="1640307"/>
            <a:chOff x="0" y="0"/>
            <a:chExt cx="9509760" cy="218707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2187077"/>
            </a:xfrm>
            <a:custGeom>
              <a:avLst/>
              <a:gdLst/>
              <a:ahLst/>
              <a:cxnLst/>
              <a:rect l="l" t="t" r="r" b="b"/>
              <a:pathLst>
                <a:path w="9509760" h="2187077">
                  <a:moveTo>
                    <a:pt x="0" y="0"/>
                  </a:moveTo>
                  <a:lnTo>
                    <a:pt x="9509760" y="0"/>
                  </a:lnTo>
                  <a:lnTo>
                    <a:pt x="9509760" y="2187077"/>
                  </a:lnTo>
                  <a:lnTo>
                    <a:pt x="0" y="21870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1358" r="-101923" b="-11079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21489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16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Your daily BeReal,</a:t>
              </a:r>
            </a:p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now stamped.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230853"/>
            <a:ext cx="8115300" cy="951704"/>
            <a:chOff x="0" y="0"/>
            <a:chExt cx="10820400" cy="12689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20400" cy="1268938"/>
            </a:xfrm>
            <a:custGeom>
              <a:avLst/>
              <a:gdLst/>
              <a:ahLst/>
              <a:cxnLst/>
              <a:rect l="l" t="t" r="r" b="b"/>
              <a:pathLst>
                <a:path w="10820400" h="1268938">
                  <a:moveTo>
                    <a:pt x="0" y="0"/>
                  </a:moveTo>
                  <a:lnTo>
                    <a:pt x="10820400" y="0"/>
                  </a:lnTo>
                  <a:lnTo>
                    <a:pt x="10820400" y="1268938"/>
                  </a:lnTo>
                  <a:lnTo>
                    <a:pt x="0" y="12689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9434" r="-35211" b="-1498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0820400" cy="13260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Collect everyday moments with your squad. Create a shared monthly board, unlock playful passport stamps, and save the months as a capsule. No public likes. No filters. Just your people.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4410" y="7135057"/>
            <a:ext cx="8115300" cy="996431"/>
            <a:chOff x="0" y="0"/>
            <a:chExt cx="10820400" cy="132857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820400" cy="1328574"/>
            </a:xfrm>
            <a:custGeom>
              <a:avLst/>
              <a:gdLst/>
              <a:ahLst/>
              <a:cxnLst/>
              <a:rect l="l" t="t" r="r" b="b"/>
              <a:pathLst>
                <a:path w="10820400" h="1328574">
                  <a:moveTo>
                    <a:pt x="0" y="0"/>
                  </a:moveTo>
                  <a:lnTo>
                    <a:pt x="10820400" y="0"/>
                  </a:lnTo>
                  <a:lnTo>
                    <a:pt x="1082040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5211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082040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flow: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Try to capture button, choose a community board after the photo, react to a board moment, and explore the Octorber Passport and Vault.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60120" y="8866331"/>
            <a:ext cx="8183880" cy="996431"/>
            <a:chOff x="0" y="0"/>
            <a:chExt cx="10911840" cy="132857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840" cy="1328574"/>
            </a:xfrm>
            <a:custGeom>
              <a:avLst/>
              <a:gdLst/>
              <a:ahLst/>
              <a:cxnLst/>
              <a:rect l="l" t="t" r="r" b="b"/>
              <a:pathLst>
                <a:path w="10911840" h="1328574">
                  <a:moveTo>
                    <a:pt x="0" y="0"/>
                  </a:moveTo>
                  <a:lnTo>
                    <a:pt x="10911840" y="0"/>
                  </a:lnTo>
                  <a:lnTo>
                    <a:pt x="1091184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4078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91184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Pitch-black canvas • Candid dual-camera feel  • Tactile pastel stamp ink  •  Private squad reactions  • Monthly collection loop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0120" y="8500846"/>
            <a:ext cx="7200900" cy="365485"/>
            <a:chOff x="0" y="0"/>
            <a:chExt cx="12326657" cy="62564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326657" cy="625645"/>
            </a:xfrm>
            <a:custGeom>
              <a:avLst/>
              <a:gdLst/>
              <a:ahLst/>
              <a:cxnLst/>
              <a:rect l="l" t="t" r="r" b="b"/>
              <a:pathLst>
                <a:path w="12326657" h="625645">
                  <a:moveTo>
                    <a:pt x="0" y="0"/>
                  </a:moveTo>
                  <a:lnTo>
                    <a:pt x="12326657" y="0"/>
                  </a:lnTo>
                  <a:lnTo>
                    <a:pt x="12326657" y="625645"/>
                  </a:lnTo>
                  <a:lnTo>
                    <a:pt x="0" y="6256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4494" r="-18689" b="-4068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12326657" cy="644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 PRINCIPLES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6363532"/>
            <a:ext cx="1521430" cy="640111"/>
            <a:chOff x="0" y="0"/>
            <a:chExt cx="400706" cy="16858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0706" cy="168589"/>
            </a:xfrm>
            <a:custGeom>
              <a:avLst/>
              <a:gdLst/>
              <a:ahLst/>
              <a:cxnLst/>
              <a:rect l="l" t="t" r="r" b="b"/>
              <a:pathLst>
                <a:path w="400706" h="168589">
                  <a:moveTo>
                    <a:pt x="84294" y="0"/>
                  </a:moveTo>
                  <a:lnTo>
                    <a:pt x="316411" y="0"/>
                  </a:lnTo>
                  <a:cubicBezTo>
                    <a:pt x="362966" y="0"/>
                    <a:pt x="400706" y="37740"/>
                    <a:pt x="400706" y="84294"/>
                  </a:cubicBezTo>
                  <a:lnTo>
                    <a:pt x="400706" y="84294"/>
                  </a:lnTo>
                  <a:cubicBezTo>
                    <a:pt x="400706" y="130849"/>
                    <a:pt x="362966" y="168589"/>
                    <a:pt x="316411" y="168589"/>
                  </a:cubicBezTo>
                  <a:lnTo>
                    <a:pt x="84294" y="168589"/>
                  </a:lnTo>
                  <a:cubicBezTo>
                    <a:pt x="37740" y="168589"/>
                    <a:pt x="0" y="130849"/>
                    <a:pt x="0" y="84294"/>
                  </a:cubicBezTo>
                  <a:lnTo>
                    <a:pt x="0" y="84294"/>
                  </a:lnTo>
                  <a:cubicBezTo>
                    <a:pt x="0" y="37740"/>
                    <a:pt x="37740" y="0"/>
                    <a:pt x="84294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00706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  • Capture First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072267" y="6363532"/>
            <a:ext cx="1488303" cy="602940"/>
            <a:chOff x="0" y="0"/>
            <a:chExt cx="391981" cy="15879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91981" cy="158799"/>
            </a:xfrm>
            <a:custGeom>
              <a:avLst/>
              <a:gdLst/>
              <a:ahLst/>
              <a:cxnLst/>
              <a:rect l="l" t="t" r="r" b="b"/>
              <a:pathLst>
                <a:path w="391981" h="158799">
                  <a:moveTo>
                    <a:pt x="79400" y="0"/>
                  </a:moveTo>
                  <a:lnTo>
                    <a:pt x="312581" y="0"/>
                  </a:lnTo>
                  <a:cubicBezTo>
                    <a:pt x="333639" y="0"/>
                    <a:pt x="353835" y="8365"/>
                    <a:pt x="368725" y="23256"/>
                  </a:cubicBezTo>
                  <a:cubicBezTo>
                    <a:pt x="383616" y="38146"/>
                    <a:pt x="391981" y="58341"/>
                    <a:pt x="391981" y="79400"/>
                  </a:cubicBezTo>
                  <a:lnTo>
                    <a:pt x="391981" y="79400"/>
                  </a:lnTo>
                  <a:cubicBezTo>
                    <a:pt x="391981" y="100458"/>
                    <a:pt x="383616" y="120653"/>
                    <a:pt x="368725" y="135543"/>
                  </a:cubicBezTo>
                  <a:cubicBezTo>
                    <a:pt x="353835" y="150434"/>
                    <a:pt x="333639" y="158799"/>
                    <a:pt x="312581" y="158799"/>
                  </a:cubicBezTo>
                  <a:lnTo>
                    <a:pt x="79400" y="158799"/>
                  </a:lnTo>
                  <a:cubicBezTo>
                    <a:pt x="58341" y="158799"/>
                    <a:pt x="38146" y="150434"/>
                    <a:pt x="23256" y="135543"/>
                  </a:cubicBezTo>
                  <a:cubicBezTo>
                    <a:pt x="8365" y="120653"/>
                    <a:pt x="0" y="100458"/>
                    <a:pt x="0" y="79400"/>
                  </a:cubicBezTo>
                  <a:lnTo>
                    <a:pt x="0" y="79400"/>
                  </a:lnTo>
                  <a:cubicBezTo>
                    <a:pt x="0" y="58341"/>
                    <a:pt x="8365" y="38146"/>
                    <a:pt x="23256" y="23256"/>
                  </a:cubicBezTo>
                  <a:cubicBezTo>
                    <a:pt x="38146" y="8365"/>
                    <a:pt x="58341" y="0"/>
                    <a:pt x="79400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391981" cy="1873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  •Pick a Board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052060" y="6351142"/>
            <a:ext cx="1488303" cy="615331"/>
            <a:chOff x="0" y="0"/>
            <a:chExt cx="391981" cy="16206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91981" cy="162062"/>
            </a:xfrm>
            <a:custGeom>
              <a:avLst/>
              <a:gdLst/>
              <a:ahLst/>
              <a:cxnLst/>
              <a:rect l="l" t="t" r="r" b="b"/>
              <a:pathLst>
                <a:path w="391981" h="162062">
                  <a:moveTo>
                    <a:pt x="81031" y="0"/>
                  </a:moveTo>
                  <a:lnTo>
                    <a:pt x="310950" y="0"/>
                  </a:lnTo>
                  <a:cubicBezTo>
                    <a:pt x="332441" y="0"/>
                    <a:pt x="353051" y="8537"/>
                    <a:pt x="368247" y="23733"/>
                  </a:cubicBezTo>
                  <a:cubicBezTo>
                    <a:pt x="383444" y="38930"/>
                    <a:pt x="391981" y="59540"/>
                    <a:pt x="391981" y="81031"/>
                  </a:cubicBezTo>
                  <a:lnTo>
                    <a:pt x="391981" y="81031"/>
                  </a:lnTo>
                  <a:cubicBezTo>
                    <a:pt x="391981" y="125783"/>
                    <a:pt x="355702" y="162062"/>
                    <a:pt x="310950" y="162062"/>
                  </a:cubicBezTo>
                  <a:lnTo>
                    <a:pt x="81031" y="162062"/>
                  </a:lnTo>
                  <a:cubicBezTo>
                    <a:pt x="59540" y="162062"/>
                    <a:pt x="38930" y="153525"/>
                    <a:pt x="23733" y="138329"/>
                  </a:cubicBezTo>
                  <a:cubicBezTo>
                    <a:pt x="8537" y="123133"/>
                    <a:pt x="0" y="102522"/>
                    <a:pt x="0" y="81031"/>
                  </a:cubicBezTo>
                  <a:lnTo>
                    <a:pt x="0" y="81031"/>
                  </a:lnTo>
                  <a:cubicBezTo>
                    <a:pt x="0" y="59540"/>
                    <a:pt x="8537" y="38930"/>
                    <a:pt x="23733" y="23733"/>
                  </a:cubicBezTo>
                  <a:cubicBezTo>
                    <a:pt x="38930" y="8537"/>
                    <a:pt x="59540" y="0"/>
                    <a:pt x="81031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391981" cy="1906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  •Collect Stamps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64238" y="6351142"/>
            <a:ext cx="1474710" cy="568818"/>
            <a:chOff x="0" y="0"/>
            <a:chExt cx="388401" cy="14981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88401" cy="149812"/>
            </a:xfrm>
            <a:custGeom>
              <a:avLst/>
              <a:gdLst/>
              <a:ahLst/>
              <a:cxnLst/>
              <a:rect l="l" t="t" r="r" b="b"/>
              <a:pathLst>
                <a:path w="388401" h="149812">
                  <a:moveTo>
                    <a:pt x="74906" y="0"/>
                  </a:moveTo>
                  <a:lnTo>
                    <a:pt x="313495" y="0"/>
                  </a:lnTo>
                  <a:cubicBezTo>
                    <a:pt x="354864" y="0"/>
                    <a:pt x="388401" y="33537"/>
                    <a:pt x="388401" y="74906"/>
                  </a:cubicBezTo>
                  <a:lnTo>
                    <a:pt x="388401" y="74906"/>
                  </a:lnTo>
                  <a:cubicBezTo>
                    <a:pt x="388401" y="94772"/>
                    <a:pt x="380509" y="113825"/>
                    <a:pt x="366462" y="127873"/>
                  </a:cubicBezTo>
                  <a:cubicBezTo>
                    <a:pt x="352414" y="141920"/>
                    <a:pt x="333361" y="149812"/>
                    <a:pt x="313495" y="149812"/>
                  </a:cubicBezTo>
                  <a:lnTo>
                    <a:pt x="74906" y="149812"/>
                  </a:lnTo>
                  <a:cubicBezTo>
                    <a:pt x="33537" y="149812"/>
                    <a:pt x="0" y="116276"/>
                    <a:pt x="0" y="74906"/>
                  </a:cubicBezTo>
                  <a:lnTo>
                    <a:pt x="0" y="74906"/>
                  </a:lnTo>
                  <a:cubicBezTo>
                    <a:pt x="0" y="33537"/>
                    <a:pt x="33537" y="0"/>
                    <a:pt x="74906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388401" cy="178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  •Archive Together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76973" y="847874"/>
            <a:ext cx="4182327" cy="8335043"/>
            <a:chOff x="0" y="-79455"/>
            <a:chExt cx="5576435" cy="11113391"/>
          </a:xfrm>
        </p:grpSpPr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32110" y="-79455"/>
              <a:ext cx="5089955" cy="10899776"/>
              <a:chOff x="0" y="-47625"/>
              <a:chExt cx="1005423" cy="2153042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4" name="Freeform 54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7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841859" y="1872119"/>
              <a:ext cx="1578858" cy="458279"/>
              <a:chOff x="0" y="0"/>
              <a:chExt cx="1892503" cy="54931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2913191" y="1948109"/>
              <a:ext cx="2318060" cy="382289"/>
              <a:chOff x="0" y="0"/>
              <a:chExt cx="2778550" cy="45823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2778550" cy="458232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458232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458232"/>
                    </a:lnTo>
                    <a:lnTo>
                      <a:pt x="0" y="45823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6957" r="-591094" b="-90610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2778550" cy="4582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3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4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5" name="Group 75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7" name="Freeform 77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583567" y="2479427"/>
              <a:ext cx="1382216" cy="533744"/>
              <a:chOff x="0" y="0"/>
              <a:chExt cx="313847" cy="121192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871022" y="2472874"/>
              <a:ext cx="890762" cy="546849"/>
              <a:chOff x="0" y="0"/>
              <a:chExt cx="1559557" cy="957431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TextBox 100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01" name="Group 101"/>
            <p:cNvGrpSpPr/>
            <p:nvPr/>
          </p:nvGrpSpPr>
          <p:grpSpPr>
            <a:xfrm>
              <a:off x="2097110" y="2472874"/>
              <a:ext cx="1382216" cy="533744"/>
              <a:chOff x="0" y="0"/>
              <a:chExt cx="313847" cy="121192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2385620" y="2472874"/>
              <a:ext cx="809349" cy="546849"/>
              <a:chOff x="0" y="0"/>
              <a:chExt cx="1417019" cy="957431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7" name="Group 107"/>
            <p:cNvGrpSpPr/>
            <p:nvPr/>
          </p:nvGrpSpPr>
          <p:grpSpPr>
            <a:xfrm>
              <a:off x="3610652" y="2466321"/>
              <a:ext cx="1382216" cy="533744"/>
              <a:chOff x="0" y="0"/>
              <a:chExt cx="313847" cy="121192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0" name="Group 110"/>
            <p:cNvGrpSpPr/>
            <p:nvPr/>
          </p:nvGrpSpPr>
          <p:grpSpPr>
            <a:xfrm>
              <a:off x="3846006" y="2466321"/>
              <a:ext cx="911509" cy="546849"/>
              <a:chOff x="0" y="0"/>
              <a:chExt cx="1595882" cy="957431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159588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95882" h="957431">
                    <a:moveTo>
                      <a:pt x="0" y="0"/>
                    </a:moveTo>
                    <a:lnTo>
                      <a:pt x="1595882" y="0"/>
                    </a:lnTo>
                    <a:lnTo>
                      <a:pt x="159588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03247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0"/>
                <a:ext cx="159588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13DF43AA-1C47-6C45-83FF-D79C7C15269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" t="90" b="1"/>
          <a:stretch>
            <a:fillRect/>
          </a:stretch>
        </p:blipFill>
        <p:spPr>
          <a:xfrm>
            <a:off x="13339174" y="3309063"/>
            <a:ext cx="3657600" cy="45847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955C53D-7D88-6D64-9E17-69CA50C8543E}"/>
              </a:ext>
            </a:extLst>
          </p:cNvPr>
          <p:cNvSpPr txBox="1"/>
          <p:nvPr/>
        </p:nvSpPr>
        <p:spPr>
          <a:xfrm>
            <a:off x="12641645" y="9253150"/>
            <a:ext cx="54975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rgbClr val="FFDE59"/>
                </a:solidFill>
                <a:effectLst/>
              </a:rPr>
              <a:t>Interactive Prototype:</a:t>
            </a:r>
            <a:r>
              <a:rPr lang="en-US" sz="1400" b="1" i="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u="sng" dirty="0">
                <a:solidFill>
                  <a:schemeClr val="bg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https://claude.ai/artifact/QouixAtcmRQXoxXEiUsXgm</a:t>
            </a:r>
            <a:endParaRPr lang="en-US" sz="1400" dirty="0">
              <a:solidFill>
                <a:schemeClr val="bg1"/>
              </a:solidFill>
            </a:endParaRPr>
          </a:p>
          <a:p>
            <a:pPr indent="0" algn="ctr">
              <a:buNone/>
            </a:pPr>
            <a:r>
              <a:rPr lang="en-US" sz="1400" b="0" i="0" dirty="0">
                <a:solidFill>
                  <a:schemeClr val="bg1"/>
                </a:solidFill>
                <a:effectLst/>
              </a:rPr>
              <a:t> or</a:t>
            </a:r>
          </a:p>
          <a:p>
            <a:pPr indent="0" algn="ctr">
              <a:buNone/>
            </a:pPr>
            <a:r>
              <a:rPr lang="en-US" sz="1400" b="1" u="sng" dirty="0">
                <a:solidFill>
                  <a:schemeClr val="bg1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https://lashawnfofung.github.io/BeReal-RealProcess/</a:t>
            </a:r>
            <a:endParaRPr lang="en-US" sz="1400" b="0" i="0" dirty="0">
              <a:solidFill>
                <a:schemeClr val="bg1"/>
              </a:solidFill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1032388" y="3557952"/>
            <a:ext cx="4296770" cy="1303020"/>
            <a:chOff x="0" y="0"/>
            <a:chExt cx="5729027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 Screen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4297" y="4889547"/>
            <a:ext cx="4296770" cy="3609179"/>
            <a:chOff x="0" y="0"/>
            <a:chExt cx="5729027" cy="48122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will receive an alert prompt at 12:00 AM their local time.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Specific time to reset for tracking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opens app at their convenience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Not dependent of Timed posting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of 3 New Views for feature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button for user to opt-in to join Community Boards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Opt-out default if user does not opt-in</a:t>
              </a: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77601" y="9382719"/>
            <a:ext cx="3532819" cy="601474"/>
            <a:chOff x="0" y="0"/>
            <a:chExt cx="5623571" cy="957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Receives Daily Alert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036474" y="9382719"/>
            <a:ext cx="3142809" cy="601474"/>
            <a:chOff x="0" y="0"/>
            <a:chExt cx="5002749" cy="9574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02749" cy="957431"/>
            </a:xfrm>
            <a:custGeom>
              <a:avLst/>
              <a:gdLst/>
              <a:ahLst/>
              <a:cxnLst/>
              <a:rect l="l" t="t" r="r" b="b"/>
              <a:pathLst>
                <a:path w="5002749" h="957431">
                  <a:moveTo>
                    <a:pt x="0" y="0"/>
                  </a:moveTo>
                  <a:lnTo>
                    <a:pt x="5002749" y="0"/>
                  </a:lnTo>
                  <a:lnTo>
                    <a:pt x="500274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8383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500274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Opens App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155325" y="966953"/>
            <a:ext cx="4182327" cy="8275452"/>
            <a:chOff x="0" y="0"/>
            <a:chExt cx="5576435" cy="11033936"/>
          </a:xfrm>
        </p:grpSpPr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53" name="Freeform 53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4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8" name="Freeform 58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9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202005" y="1977562"/>
              <a:ext cx="5172426" cy="8688818"/>
              <a:chOff x="0" y="0"/>
              <a:chExt cx="601008" cy="100959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601008" cy="1009594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09594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63693"/>
                    </a:lnTo>
                    <a:cubicBezTo>
                      <a:pt x="601008" y="989043"/>
                      <a:pt x="580458" y="1009594"/>
                      <a:pt x="555107" y="1009594"/>
                    </a:cubicBezTo>
                    <a:lnTo>
                      <a:pt x="45901" y="1009594"/>
                    </a:lnTo>
                    <a:cubicBezTo>
                      <a:pt x="20551" y="1009594"/>
                      <a:pt x="0" y="989043"/>
                      <a:pt x="0" y="963693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t="-18696" r="-8276" b="-894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912828" y="4435432"/>
              <a:ext cx="3750779" cy="4560478"/>
              <a:chOff x="0" y="0"/>
              <a:chExt cx="740895" cy="90083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740895" cy="900835"/>
              </a:xfrm>
              <a:custGeom>
                <a:avLst/>
                <a:gdLst/>
                <a:ahLst/>
                <a:cxnLst/>
                <a:rect l="l" t="t" r="r" b="b"/>
                <a:pathLst>
                  <a:path w="740895" h="900835">
                    <a:moveTo>
                      <a:pt x="68803" y="0"/>
                    </a:moveTo>
                    <a:lnTo>
                      <a:pt x="672092" y="0"/>
                    </a:lnTo>
                    <a:cubicBezTo>
                      <a:pt x="710091" y="0"/>
                      <a:pt x="740895" y="30804"/>
                      <a:pt x="740895" y="68803"/>
                    </a:cubicBezTo>
                    <a:lnTo>
                      <a:pt x="740895" y="832032"/>
                    </a:lnTo>
                    <a:cubicBezTo>
                      <a:pt x="740895" y="870031"/>
                      <a:pt x="710091" y="900835"/>
                      <a:pt x="672092" y="900835"/>
                    </a:cubicBezTo>
                    <a:lnTo>
                      <a:pt x="68803" y="900835"/>
                    </a:lnTo>
                    <a:cubicBezTo>
                      <a:pt x="30804" y="900835"/>
                      <a:pt x="0" y="870031"/>
                      <a:pt x="0" y="832032"/>
                    </a:cubicBezTo>
                    <a:lnTo>
                      <a:pt x="0" y="68803"/>
                    </a:lnTo>
                    <a:cubicBezTo>
                      <a:pt x="0" y="30804"/>
                      <a:pt x="30804" y="0"/>
                      <a:pt x="6880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740895" cy="94846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⚠️ </a:t>
                </a: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12:00 AM Community Board open!!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Capture a moment to get your BeReal Passport.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Take a photo → Choose a Community Board → Real Passport Stamp added and posted to community board.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13516715" y="1005774"/>
            <a:ext cx="4182327" cy="8275452"/>
            <a:chOff x="0" y="0"/>
            <a:chExt cx="5576435" cy="11033936"/>
          </a:xfrm>
        </p:grpSpPr>
        <p:grpSp>
          <p:nvGrpSpPr>
            <p:cNvPr id="70" name="Group 70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 7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4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6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99" name="Freeform 9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4" name="Freeform 10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TextBox 11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9" name="Group 119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878599" y="5122311"/>
              <a:ext cx="3747314" cy="1977322"/>
              <a:chOff x="0" y="0"/>
              <a:chExt cx="1036850" cy="547108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357" y="0"/>
                    </a:moveTo>
                    <a:lnTo>
                      <a:pt x="973493" y="0"/>
                    </a:lnTo>
                    <a:cubicBezTo>
                      <a:pt x="990296" y="0"/>
                      <a:pt x="1006411" y="6675"/>
                      <a:pt x="1018293" y="18557"/>
                    </a:cubicBezTo>
                    <a:cubicBezTo>
                      <a:pt x="1030175" y="30439"/>
                      <a:pt x="1036850" y="46554"/>
                      <a:pt x="1036850" y="63357"/>
                    </a:cubicBezTo>
                    <a:lnTo>
                      <a:pt x="1036850" y="483751"/>
                    </a:lnTo>
                    <a:cubicBezTo>
                      <a:pt x="1036850" y="500555"/>
                      <a:pt x="1030175" y="516670"/>
                      <a:pt x="1018293" y="528551"/>
                    </a:cubicBezTo>
                    <a:cubicBezTo>
                      <a:pt x="1006411" y="540433"/>
                      <a:pt x="990296" y="547108"/>
                      <a:pt x="973493" y="547108"/>
                    </a:cubicBezTo>
                    <a:lnTo>
                      <a:pt x="63357" y="547108"/>
                    </a:lnTo>
                    <a:cubicBezTo>
                      <a:pt x="46554" y="547108"/>
                      <a:pt x="30439" y="540433"/>
                      <a:pt x="18557" y="528551"/>
                    </a:cubicBezTo>
                    <a:cubicBezTo>
                      <a:pt x="6675" y="516670"/>
                      <a:pt x="0" y="500555"/>
                      <a:pt x="0" y="483751"/>
                    </a:cubicBezTo>
                    <a:lnTo>
                      <a:pt x="0" y="63357"/>
                    </a:lnTo>
                    <a:cubicBezTo>
                      <a:pt x="0" y="46554"/>
                      <a:pt x="6675" y="30439"/>
                      <a:pt x="18557" y="18557"/>
                    </a:cubicBezTo>
                    <a:cubicBezTo>
                      <a:pt x="30439" y="6675"/>
                      <a:pt x="46554" y="0"/>
                      <a:pt x="63357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0" name="Freeform 130"/>
            <p:cNvSpPr/>
            <p:nvPr/>
          </p:nvSpPr>
          <p:spPr>
            <a:xfrm>
              <a:off x="2503843" y="5468832"/>
              <a:ext cx="518818" cy="352797"/>
            </a:xfrm>
            <a:custGeom>
              <a:avLst/>
              <a:gdLst/>
              <a:ahLst/>
              <a:cxnLst/>
              <a:rect l="l" t="t" r="r" b="b"/>
              <a:pathLst>
                <a:path w="518818" h="352797">
                  <a:moveTo>
                    <a:pt x="0" y="0"/>
                  </a:moveTo>
                  <a:lnTo>
                    <a:pt x="518818" y="0"/>
                  </a:lnTo>
                  <a:lnTo>
                    <a:pt x="518818" y="352797"/>
                  </a:lnTo>
                  <a:lnTo>
                    <a:pt x="0" y="3527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2633656" y="5515634"/>
              <a:ext cx="259193" cy="259193"/>
            </a:xfrm>
            <a:custGeom>
              <a:avLst/>
              <a:gdLst/>
              <a:ahLst/>
              <a:cxnLst/>
              <a:rect l="l" t="t" r="r" b="b"/>
              <a:pathLst>
                <a:path w="259193" h="259193">
                  <a:moveTo>
                    <a:pt x="0" y="0"/>
                  </a:moveTo>
                  <a:lnTo>
                    <a:pt x="259193" y="0"/>
                  </a:lnTo>
                  <a:lnTo>
                    <a:pt x="259193" y="259193"/>
                  </a:lnTo>
                  <a:lnTo>
                    <a:pt x="0" y="259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2" name="Group 132"/>
            <p:cNvGrpSpPr/>
            <p:nvPr/>
          </p:nvGrpSpPr>
          <p:grpSpPr>
            <a:xfrm>
              <a:off x="2079193" y="6296688"/>
              <a:ext cx="1368117" cy="550911"/>
              <a:chOff x="0" y="0"/>
              <a:chExt cx="335694" cy="135177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TextBox 134"/>
              <p:cNvSpPr txBox="1"/>
              <p:nvPr/>
            </p:nvSpPr>
            <p:spPr>
              <a:xfrm>
                <a:off x="0" y="-19050"/>
                <a:ext cx="335694" cy="154227"/>
              </a:xfrm>
              <a:prstGeom prst="rect">
                <a:avLst/>
              </a:prstGeom>
            </p:spPr>
            <p:txBody>
              <a:bodyPr lIns="40896" tIns="40896" rIns="40896" bIns="40896" rtlCol="0" anchor="ctr"/>
              <a:lstStyle/>
              <a:p>
                <a:pPr algn="ctr">
                  <a:lnSpc>
                    <a:spcPts val="1499"/>
                  </a:lnSpc>
                </a:pPr>
                <a:r>
                  <a:rPr lang="en-US" sz="1249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35" name="TextBox 135"/>
            <p:cNvSpPr txBox="1"/>
            <p:nvPr/>
          </p:nvSpPr>
          <p:spPr>
            <a:xfrm>
              <a:off x="1477780" y="6024328"/>
              <a:ext cx="2548951" cy="154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1"/>
                </a:lnSpc>
                <a:spcBef>
                  <a:spcPct val="0"/>
                </a:spcBef>
              </a:pPr>
              <a:r>
                <a:rPr lang="en-US" sz="68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grpSp>
          <p:nvGrpSpPr>
            <p:cNvPr id="136" name="Group 136"/>
            <p:cNvGrpSpPr/>
            <p:nvPr/>
          </p:nvGrpSpPr>
          <p:grpSpPr>
            <a:xfrm>
              <a:off x="882781" y="7340272"/>
              <a:ext cx="3743132" cy="1975116"/>
              <a:chOff x="0" y="0"/>
              <a:chExt cx="1036850" cy="547108"/>
            </a:xfrm>
          </p:grpSpPr>
          <p:sp>
            <p:nvSpPr>
              <p:cNvPr id="137" name="Freeform 137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428" y="0"/>
                    </a:moveTo>
                    <a:lnTo>
                      <a:pt x="973422" y="0"/>
                    </a:lnTo>
                    <a:cubicBezTo>
                      <a:pt x="1008452" y="0"/>
                      <a:pt x="1036850" y="28398"/>
                      <a:pt x="1036850" y="63428"/>
                    </a:cubicBezTo>
                    <a:lnTo>
                      <a:pt x="1036850" y="483680"/>
                    </a:lnTo>
                    <a:cubicBezTo>
                      <a:pt x="1036850" y="518711"/>
                      <a:pt x="1008452" y="547108"/>
                      <a:pt x="973422" y="547108"/>
                    </a:cubicBezTo>
                    <a:lnTo>
                      <a:pt x="63428" y="547108"/>
                    </a:lnTo>
                    <a:cubicBezTo>
                      <a:pt x="28398" y="547108"/>
                      <a:pt x="0" y="518711"/>
                      <a:pt x="0" y="483680"/>
                    </a:cubicBezTo>
                    <a:lnTo>
                      <a:pt x="0" y="63428"/>
                    </a:lnTo>
                    <a:cubicBezTo>
                      <a:pt x="0" y="28398"/>
                      <a:pt x="28398" y="0"/>
                      <a:pt x="63428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8" name="Freeform 138"/>
            <p:cNvSpPr/>
            <p:nvPr/>
          </p:nvSpPr>
          <p:spPr>
            <a:xfrm>
              <a:off x="2484243" y="7634907"/>
              <a:ext cx="518239" cy="352403"/>
            </a:xfrm>
            <a:custGeom>
              <a:avLst/>
              <a:gdLst/>
              <a:ahLst/>
              <a:cxnLst/>
              <a:rect l="l" t="t" r="r" b="b"/>
              <a:pathLst>
                <a:path w="518239" h="352403">
                  <a:moveTo>
                    <a:pt x="0" y="0"/>
                  </a:moveTo>
                  <a:lnTo>
                    <a:pt x="518239" y="0"/>
                  </a:lnTo>
                  <a:lnTo>
                    <a:pt x="518239" y="352403"/>
                  </a:lnTo>
                  <a:lnTo>
                    <a:pt x="0" y="3524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2613911" y="7681657"/>
              <a:ext cx="258903" cy="258903"/>
            </a:xfrm>
            <a:custGeom>
              <a:avLst/>
              <a:gdLst/>
              <a:ahLst/>
              <a:cxnLst/>
              <a:rect l="l" t="t" r="r" b="b"/>
              <a:pathLst>
                <a:path w="258903" h="258903">
                  <a:moveTo>
                    <a:pt x="0" y="0"/>
                  </a:moveTo>
                  <a:lnTo>
                    <a:pt x="258903" y="0"/>
                  </a:lnTo>
                  <a:lnTo>
                    <a:pt x="258903" y="258904"/>
                  </a:lnTo>
                  <a:lnTo>
                    <a:pt x="0" y="258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0" name="Group 140"/>
            <p:cNvGrpSpPr/>
            <p:nvPr/>
          </p:nvGrpSpPr>
          <p:grpSpPr>
            <a:xfrm>
              <a:off x="2060067" y="8469573"/>
              <a:ext cx="1366591" cy="550296"/>
              <a:chOff x="0" y="0"/>
              <a:chExt cx="335694" cy="135177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28575"/>
                <a:ext cx="335694" cy="163752"/>
              </a:xfrm>
              <a:prstGeom prst="rect">
                <a:avLst/>
              </a:prstGeom>
            </p:spPr>
            <p:txBody>
              <a:bodyPr lIns="40850" tIns="40850" rIns="40850" bIns="40850" rtlCol="0" anchor="ctr"/>
              <a:lstStyle/>
              <a:p>
                <a:pPr algn="ctr">
                  <a:lnSpc>
                    <a:spcPts val="1500"/>
                  </a:lnSpc>
                </a:pPr>
                <a:r>
                  <a:rPr lang="en-US" sz="12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43" name="TextBox 143"/>
            <p:cNvSpPr txBox="1"/>
            <p:nvPr/>
          </p:nvSpPr>
          <p:spPr>
            <a:xfrm>
              <a:off x="1470309" y="8192936"/>
              <a:ext cx="2546107" cy="1540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0"/>
                </a:lnSpc>
                <a:spcBef>
                  <a:spcPct val="0"/>
                </a:spcBef>
              </a:pPr>
              <a:r>
                <a:rPr lang="en-US" sz="68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>
              <a:off x="4357688" y="521525"/>
              <a:ext cx="536449" cy="561726"/>
            </a:xfrm>
            <a:custGeom>
              <a:avLst/>
              <a:gdLst/>
              <a:ahLst/>
              <a:cxnLst/>
              <a:rect l="l" t="t" r="r" b="b"/>
              <a:pathLst>
                <a:path w="536449" h="561726">
                  <a:moveTo>
                    <a:pt x="0" y="0"/>
                  </a:moveTo>
                  <a:lnTo>
                    <a:pt x="536449" y="0"/>
                  </a:lnTo>
                  <a:lnTo>
                    <a:pt x="536449" y="561727"/>
                  </a:lnTo>
                  <a:lnTo>
                    <a:pt x="0" y="5617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>
              <a:off x="4519488" y="632381"/>
              <a:ext cx="233080" cy="312859"/>
            </a:xfrm>
            <a:custGeom>
              <a:avLst/>
              <a:gdLst/>
              <a:ahLst/>
              <a:cxnLst/>
              <a:rect l="l" t="t" r="r" b="b"/>
              <a:pathLst>
                <a:path w="233080" h="312859">
                  <a:moveTo>
                    <a:pt x="0" y="0"/>
                  </a:moveTo>
                  <a:lnTo>
                    <a:pt x="233080" y="0"/>
                  </a:lnTo>
                  <a:lnTo>
                    <a:pt x="233080" y="312859"/>
                  </a:lnTo>
                  <a:lnTo>
                    <a:pt x="0" y="312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878599" y="3655800"/>
              <a:ext cx="3669044" cy="1225211"/>
              <a:chOff x="0" y="0"/>
              <a:chExt cx="724749" cy="242017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724750" cy="242017"/>
              </a:xfrm>
              <a:custGeom>
                <a:avLst/>
                <a:gdLst/>
                <a:ahLst/>
                <a:cxnLst/>
                <a:rect l="l" t="t" r="r" b="b"/>
                <a:pathLst>
                  <a:path w="724750" h="242017">
                    <a:moveTo>
                      <a:pt x="25321" y="0"/>
                    </a:moveTo>
                    <a:lnTo>
                      <a:pt x="699429" y="0"/>
                    </a:lnTo>
                    <a:cubicBezTo>
                      <a:pt x="706144" y="0"/>
                      <a:pt x="712585" y="2668"/>
                      <a:pt x="717333" y="7416"/>
                    </a:cubicBezTo>
                    <a:cubicBezTo>
                      <a:pt x="722082" y="12165"/>
                      <a:pt x="724750" y="18605"/>
                      <a:pt x="724750" y="25321"/>
                    </a:cubicBezTo>
                    <a:lnTo>
                      <a:pt x="724750" y="216696"/>
                    </a:lnTo>
                    <a:cubicBezTo>
                      <a:pt x="724750" y="230681"/>
                      <a:pt x="713413" y="242017"/>
                      <a:pt x="699429" y="242017"/>
                    </a:cubicBezTo>
                    <a:lnTo>
                      <a:pt x="25321" y="242017"/>
                    </a:lnTo>
                    <a:cubicBezTo>
                      <a:pt x="11336" y="242017"/>
                      <a:pt x="0" y="230681"/>
                      <a:pt x="0" y="216696"/>
                    </a:cubicBezTo>
                    <a:lnTo>
                      <a:pt x="0" y="25321"/>
                    </a:lnTo>
                    <a:cubicBezTo>
                      <a:pt x="0" y="11336"/>
                      <a:pt x="11336" y="0"/>
                      <a:pt x="253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" name="TextBox 148"/>
              <p:cNvSpPr txBox="1"/>
              <p:nvPr/>
            </p:nvSpPr>
            <p:spPr>
              <a:xfrm>
                <a:off x="0" y="-19050"/>
                <a:ext cx="724749" cy="2610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860"/>
                  </a:lnSpc>
                </a:pPr>
                <a:r>
                  <a:rPr lang="en-US" sz="15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Opt-in to join Community Boards</a:t>
                </a:r>
              </a:p>
            </p:txBody>
          </p:sp>
        </p:grpSp>
      </p:grpSp>
      <p:grpSp>
        <p:nvGrpSpPr>
          <p:cNvPr id="149" name="Group 149"/>
          <p:cNvGrpSpPr/>
          <p:nvPr/>
        </p:nvGrpSpPr>
        <p:grpSpPr>
          <a:xfrm>
            <a:off x="12641324" y="9502353"/>
            <a:ext cx="724412" cy="362206"/>
            <a:chOff x="0" y="0"/>
            <a:chExt cx="812800" cy="4064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12596049" y="4780887"/>
            <a:ext cx="724412" cy="362206"/>
            <a:chOff x="0" y="0"/>
            <a:chExt cx="812800" cy="406400"/>
          </a:xfrm>
        </p:grpSpPr>
        <p:sp>
          <p:nvSpPr>
            <p:cNvPr id="153" name="Freeform 15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5201067" y="3557952"/>
            <a:ext cx="2514680" cy="1303020"/>
            <a:chOff x="0" y="0"/>
            <a:chExt cx="3352907" cy="1737360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3352907" cy="1737360"/>
            </a:xfrm>
            <a:custGeom>
              <a:avLst/>
              <a:gdLst/>
              <a:ahLst/>
              <a:cxnLst/>
              <a:rect l="l" t="t" r="r" b="b"/>
              <a:pathLst>
                <a:path w="3352907" h="1737360">
                  <a:moveTo>
                    <a:pt x="0" y="0"/>
                  </a:moveTo>
                  <a:lnTo>
                    <a:pt x="3352907" y="0"/>
                  </a:lnTo>
                  <a:lnTo>
                    <a:pt x="335290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47270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9525"/>
              <a:ext cx="3352907" cy="1727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53"/>
                </a:lnSpc>
              </a:pPr>
              <a:r>
                <a:rPr lang="en-US" sz="2300" b="1" i="1" dirty="0">
                  <a:solidFill>
                    <a:srgbClr val="FFFFFF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(New User) </a:t>
              </a:r>
            </a:p>
          </p:txBody>
        </p:sp>
      </p:grpSp>
      <p:grpSp>
        <p:nvGrpSpPr>
          <p:cNvPr id="158" name="Group 2">
            <a:extLst>
              <a:ext uri="{FF2B5EF4-FFF2-40B4-BE49-F238E27FC236}">
                <a16:creationId xmlns:a16="http://schemas.microsoft.com/office/drawing/2014/main" id="{1B560CDC-9DF5-B310-AED3-06822A610F6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9" name="Freeform 3">
              <a:extLst>
                <a:ext uri="{FF2B5EF4-FFF2-40B4-BE49-F238E27FC236}">
                  <a16:creationId xmlns:a16="http://schemas.microsoft.com/office/drawing/2014/main" id="{D0CF1BCE-38FD-1387-5A58-770C824444A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TextBox 4">
              <a:extLst>
                <a:ext uri="{FF2B5EF4-FFF2-40B4-BE49-F238E27FC236}">
                  <a16:creationId xmlns:a16="http://schemas.microsoft.com/office/drawing/2014/main" id="{3236EEBB-D662-C0B7-8667-18F89FA425F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61" name="Group 5">
            <a:extLst>
              <a:ext uri="{FF2B5EF4-FFF2-40B4-BE49-F238E27FC236}">
                <a16:creationId xmlns:a16="http://schemas.microsoft.com/office/drawing/2014/main" id="{E9F9CD19-553B-A7A8-1424-F50028A84A3A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62" name="Freeform 6">
              <a:extLst>
                <a:ext uri="{FF2B5EF4-FFF2-40B4-BE49-F238E27FC236}">
                  <a16:creationId xmlns:a16="http://schemas.microsoft.com/office/drawing/2014/main" id="{6D31148F-CB41-8530-5C34-D1F1B6BF8AB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7">
              <a:extLst>
                <a:ext uri="{FF2B5EF4-FFF2-40B4-BE49-F238E27FC236}">
                  <a16:creationId xmlns:a16="http://schemas.microsoft.com/office/drawing/2014/main" id="{C3C7948E-CF07-083D-2A61-CCE3DC1E7087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64" name="Group 8">
            <a:extLst>
              <a:ext uri="{FF2B5EF4-FFF2-40B4-BE49-F238E27FC236}">
                <a16:creationId xmlns:a16="http://schemas.microsoft.com/office/drawing/2014/main" id="{FC2C4603-F815-09D2-3C68-23E1CD65C531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65" name="Freeform 9">
              <a:extLst>
                <a:ext uri="{FF2B5EF4-FFF2-40B4-BE49-F238E27FC236}">
                  <a16:creationId xmlns:a16="http://schemas.microsoft.com/office/drawing/2014/main" id="{D841DE7D-A52F-5905-6F21-2E9B219F432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0">
              <a:extLst>
                <a:ext uri="{FF2B5EF4-FFF2-40B4-BE49-F238E27FC236}">
                  <a16:creationId xmlns:a16="http://schemas.microsoft.com/office/drawing/2014/main" id="{01F50CAD-54C8-9641-0AEB-E3A76B6A3B46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878351" y="4246905"/>
            <a:ext cx="4023360" cy="2723354"/>
            <a:chOff x="0" y="0"/>
            <a:chExt cx="5364480" cy="3631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64480" cy="3631138"/>
            </a:xfrm>
            <a:custGeom>
              <a:avLst/>
              <a:gdLst/>
              <a:ahLst/>
              <a:cxnLst/>
              <a:rect l="l" t="t" r="r" b="b"/>
              <a:pathLst>
                <a:path w="5364480" h="3631138">
                  <a:moveTo>
                    <a:pt x="0" y="0"/>
                  </a:moveTo>
                  <a:lnTo>
                    <a:pt x="5364480" y="0"/>
                  </a:lnTo>
                  <a:lnTo>
                    <a:pt x="5364480" y="3631138"/>
                  </a:lnTo>
                  <a:lnTo>
                    <a:pt x="0" y="3631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9694" r="-172727" b="126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364480" cy="36882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takes a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Choose Post Type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SEND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BeReal Passport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COMMUNITY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Themed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Adds BeReal Passport to post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29976" y="482134"/>
            <a:ext cx="4390416" cy="8749748"/>
            <a:chOff x="0" y="-83408"/>
            <a:chExt cx="5853888" cy="11666331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5853888" cy="11582923"/>
              <a:chOff x="0" y="0"/>
              <a:chExt cx="2620010" cy="518414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8683" y="-83408"/>
              <a:ext cx="5424694" cy="11447743"/>
              <a:chOff x="0" y="-47625"/>
              <a:chExt cx="1020757" cy="215410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997" y="16647"/>
                <a:ext cx="969760" cy="2089834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62359" y="3286144"/>
              <a:ext cx="5129170" cy="6418640"/>
              <a:chOff x="0" y="0"/>
              <a:chExt cx="10591800" cy="1325457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77959" y="3493128"/>
              <a:ext cx="1380283" cy="1380283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098237" y="636094"/>
              <a:ext cx="1657413" cy="1005067"/>
              <a:chOff x="0" y="0"/>
              <a:chExt cx="1578858" cy="957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36" name="Freeform 36"/>
            <p:cNvSpPr/>
            <p:nvPr/>
          </p:nvSpPr>
          <p:spPr>
            <a:xfrm rot="5400000">
              <a:off x="1607340" y="10391880"/>
              <a:ext cx="247876" cy="313768"/>
            </a:xfrm>
            <a:custGeom>
              <a:avLst/>
              <a:gdLst/>
              <a:ahLst/>
              <a:cxnLst/>
              <a:rect l="l" t="t" r="r" b="b"/>
              <a:pathLst>
                <a:path w="247876" h="313768">
                  <a:moveTo>
                    <a:pt x="0" y="0"/>
                  </a:moveTo>
                  <a:lnTo>
                    <a:pt x="247876" y="0"/>
                  </a:lnTo>
                  <a:lnTo>
                    <a:pt x="247876" y="313768"/>
                  </a:lnTo>
                  <a:lnTo>
                    <a:pt x="0" y="313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3478" y="10352757"/>
              <a:ext cx="713984" cy="349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SEND </a:t>
              </a:r>
            </a:p>
          </p:txBody>
        </p:sp>
        <p:sp>
          <p:nvSpPr>
            <p:cNvPr id="38" name="Freeform 38"/>
            <p:cNvSpPr/>
            <p:nvPr/>
          </p:nvSpPr>
          <p:spPr>
            <a:xfrm rot="5400000">
              <a:off x="4785581" y="10366119"/>
              <a:ext cx="299601" cy="379242"/>
            </a:xfrm>
            <a:custGeom>
              <a:avLst/>
              <a:gdLst/>
              <a:ahLst/>
              <a:cxnLst/>
              <a:rect l="l" t="t" r="r" b="b"/>
              <a:pathLst>
                <a:path w="299601" h="379242">
                  <a:moveTo>
                    <a:pt x="0" y="0"/>
                  </a:moveTo>
                  <a:lnTo>
                    <a:pt x="299601" y="0"/>
                  </a:lnTo>
                  <a:lnTo>
                    <a:pt x="299601" y="379242"/>
                  </a:lnTo>
                  <a:lnTo>
                    <a:pt x="0" y="3792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26944" y="10192301"/>
              <a:ext cx="1662547" cy="6703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</a:t>
              </a:r>
            </a:p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584237" y="8721327"/>
              <a:ext cx="565524" cy="565524"/>
            </a:xfrm>
            <a:custGeom>
              <a:avLst/>
              <a:gdLst/>
              <a:ahLst/>
              <a:cxnLst/>
              <a:rect l="l" t="t" r="r" b="b"/>
              <a:pathLst>
                <a:path w="565524" h="565524">
                  <a:moveTo>
                    <a:pt x="0" y="0"/>
                  </a:moveTo>
                  <a:lnTo>
                    <a:pt x="565524" y="0"/>
                  </a:lnTo>
                  <a:lnTo>
                    <a:pt x="565524" y="565525"/>
                  </a:lnTo>
                  <a:lnTo>
                    <a:pt x="0" y="565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761981" y="8871156"/>
              <a:ext cx="210035" cy="265868"/>
            </a:xfrm>
            <a:custGeom>
              <a:avLst/>
              <a:gdLst/>
              <a:ahLst/>
              <a:cxnLst/>
              <a:rect l="l" t="t" r="r" b="b"/>
              <a:pathLst>
                <a:path w="210035" h="265868">
                  <a:moveTo>
                    <a:pt x="0" y="0"/>
                  </a:moveTo>
                  <a:lnTo>
                    <a:pt x="210035" y="0"/>
                  </a:lnTo>
                  <a:lnTo>
                    <a:pt x="210035" y="265867"/>
                  </a:lnTo>
                  <a:lnTo>
                    <a:pt x="0" y="265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355820" y="8691402"/>
              <a:ext cx="1752721" cy="625375"/>
              <a:chOff x="0" y="0"/>
              <a:chExt cx="292219" cy="10426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221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292219" h="104264">
                    <a:moveTo>
                      <a:pt x="52132" y="0"/>
                    </a:moveTo>
                    <a:lnTo>
                      <a:pt x="240086" y="0"/>
                    </a:lnTo>
                    <a:cubicBezTo>
                      <a:pt x="253913" y="0"/>
                      <a:pt x="267173" y="5492"/>
                      <a:pt x="276949" y="15269"/>
                    </a:cubicBezTo>
                    <a:cubicBezTo>
                      <a:pt x="286726" y="25046"/>
                      <a:pt x="292219" y="38306"/>
                      <a:pt x="292219" y="52132"/>
                    </a:cubicBezTo>
                    <a:lnTo>
                      <a:pt x="292219" y="52132"/>
                    </a:lnTo>
                    <a:cubicBezTo>
                      <a:pt x="292219" y="80924"/>
                      <a:pt x="268878" y="104264"/>
                      <a:pt x="240086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47625"/>
                <a:ext cx="292219" cy="151889"/>
              </a:xfrm>
              <a:prstGeom prst="rect">
                <a:avLst/>
              </a:prstGeom>
            </p:spPr>
            <p:txBody>
              <a:bodyPr lIns="57334" tIns="57334" rIns="57334" bIns="57334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541790" y="8784463"/>
              <a:ext cx="1350177" cy="391902"/>
              <a:chOff x="0" y="0"/>
              <a:chExt cx="1892503" cy="54931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3317830" y="8745662"/>
              <a:ext cx="724288" cy="516856"/>
              <a:chOff x="0" y="0"/>
              <a:chExt cx="146109" cy="10426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3294" tIns="63294" rIns="63294" bIns="6329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405319" y="8832042"/>
              <a:ext cx="549311" cy="344096"/>
              <a:chOff x="0" y="0"/>
              <a:chExt cx="561318" cy="35161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561318" cy="351617"/>
              </a:xfrm>
              <a:custGeom>
                <a:avLst/>
                <a:gdLst/>
                <a:ahLst/>
                <a:cxnLst/>
                <a:rect l="l" t="t" r="r" b="b"/>
                <a:pathLst>
                  <a:path w="561318" h="351617">
                    <a:moveTo>
                      <a:pt x="0" y="0"/>
                    </a:moveTo>
                    <a:lnTo>
                      <a:pt x="561318" y="0"/>
                    </a:lnTo>
                    <a:lnTo>
                      <a:pt x="561318" y="351617"/>
                    </a:lnTo>
                    <a:lnTo>
                      <a:pt x="0" y="351617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7058" r="-3320951" b="-121116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9525"/>
                <a:ext cx="561318" cy="34209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4400715" y="8721327"/>
              <a:ext cx="758388" cy="541190"/>
              <a:chOff x="0" y="0"/>
              <a:chExt cx="146109" cy="104264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6274" tIns="66274" rIns="66274" bIns="662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57" name="Freeform 57"/>
            <p:cNvSpPr/>
            <p:nvPr/>
          </p:nvSpPr>
          <p:spPr>
            <a:xfrm>
              <a:off x="4615940" y="8832209"/>
              <a:ext cx="307458" cy="336020"/>
            </a:xfrm>
            <a:custGeom>
              <a:avLst/>
              <a:gdLst/>
              <a:ahLst/>
              <a:cxnLst/>
              <a:rect l="l" t="t" r="r" b="b"/>
              <a:pathLst>
                <a:path w="307458" h="336020">
                  <a:moveTo>
                    <a:pt x="0" y="0"/>
                  </a:moveTo>
                  <a:lnTo>
                    <a:pt x="307459" y="0"/>
                  </a:lnTo>
                  <a:lnTo>
                    <a:pt x="307459" y="336020"/>
                  </a:lnTo>
                  <a:lnTo>
                    <a:pt x="0" y="336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385258" y="1409823"/>
              <a:ext cx="876439" cy="876439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1" name="Freeform 61"/>
            <p:cNvSpPr/>
            <p:nvPr/>
          </p:nvSpPr>
          <p:spPr>
            <a:xfrm rot="-10800000">
              <a:off x="559496" y="1714077"/>
              <a:ext cx="527963" cy="277181"/>
            </a:xfrm>
            <a:custGeom>
              <a:avLst/>
              <a:gdLst/>
              <a:ahLst/>
              <a:cxnLst/>
              <a:rect l="l" t="t" r="r" b="b"/>
              <a:pathLst>
                <a:path w="527963" h="277181">
                  <a:moveTo>
                    <a:pt x="0" y="0"/>
                  </a:moveTo>
                  <a:lnTo>
                    <a:pt x="527963" y="0"/>
                  </a:lnTo>
                  <a:lnTo>
                    <a:pt x="527963" y="277180"/>
                  </a:lnTo>
                  <a:lnTo>
                    <a:pt x="0" y="277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1360" y="2760216"/>
              <a:ext cx="2033739" cy="27357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647"/>
                </a:lnSpc>
                <a:spcBef>
                  <a:spcPct val="0"/>
                </a:spcBef>
              </a:pPr>
              <a:r>
                <a:rPr lang="en-US" sz="1373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 a caption...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8184068" y="544690"/>
            <a:ext cx="4405413" cy="8716867"/>
            <a:chOff x="0" y="0"/>
            <a:chExt cx="5873884" cy="11622489"/>
          </a:xfrm>
        </p:grpSpPr>
        <p:grpSp>
          <p:nvGrpSpPr>
            <p:cNvPr id="64" name="Group 64"/>
            <p:cNvGrpSpPr>
              <a:grpSpLocks noChangeAspect="1"/>
            </p:cNvGrpSpPr>
            <p:nvPr/>
          </p:nvGrpSpPr>
          <p:grpSpPr>
            <a:xfrm>
              <a:off x="0" y="0"/>
              <a:ext cx="5873884" cy="11622489"/>
              <a:chOff x="0" y="0"/>
              <a:chExt cx="2620010" cy="518414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74"/>
            <p:cNvGrpSpPr/>
            <p:nvPr/>
          </p:nvGrpSpPr>
          <p:grpSpPr>
            <a:xfrm>
              <a:off x="139157" y="170269"/>
              <a:ext cx="5535934" cy="11227212"/>
              <a:chOff x="0" y="0"/>
              <a:chExt cx="1038143" cy="210541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0" y="0"/>
                <a:ext cx="103814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38143" h="2105417">
                    <a:moveTo>
                      <a:pt x="100169" y="0"/>
                    </a:moveTo>
                    <a:lnTo>
                      <a:pt x="937973" y="0"/>
                    </a:lnTo>
                    <a:cubicBezTo>
                      <a:pt x="993296" y="0"/>
                      <a:pt x="1038143" y="44847"/>
                      <a:pt x="1038143" y="100169"/>
                    </a:cubicBezTo>
                    <a:lnTo>
                      <a:pt x="1038143" y="2005248"/>
                    </a:lnTo>
                    <a:cubicBezTo>
                      <a:pt x="1038143" y="2060570"/>
                      <a:pt x="993296" y="2105417"/>
                      <a:pt x="937973" y="2105417"/>
                    </a:cubicBezTo>
                    <a:lnTo>
                      <a:pt x="100169" y="2105417"/>
                    </a:lnTo>
                    <a:cubicBezTo>
                      <a:pt x="44847" y="2105417"/>
                      <a:pt x="0" y="2060570"/>
                      <a:pt x="0" y="2005248"/>
                    </a:cubicBezTo>
                    <a:lnTo>
                      <a:pt x="0" y="100169"/>
                    </a:lnTo>
                    <a:cubicBezTo>
                      <a:pt x="0" y="44847"/>
                      <a:pt x="44847" y="0"/>
                      <a:pt x="10016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0" y="-47625"/>
                <a:ext cx="103814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7" name="Group 77"/>
            <p:cNvGrpSpPr/>
            <p:nvPr/>
          </p:nvGrpSpPr>
          <p:grpSpPr>
            <a:xfrm>
              <a:off x="2105405" y="638267"/>
              <a:ext cx="1663075" cy="1008501"/>
              <a:chOff x="0" y="0"/>
              <a:chExt cx="1578858" cy="957431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386574" y="1414639"/>
              <a:ext cx="879433" cy="879433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 rot="-10800000">
              <a:off x="561407" y="1719932"/>
              <a:ext cx="529766" cy="278127"/>
            </a:xfrm>
            <a:custGeom>
              <a:avLst/>
              <a:gdLst/>
              <a:ahLst/>
              <a:cxnLst/>
              <a:rect l="l" t="t" r="r" b="b"/>
              <a:pathLst>
                <a:path w="529766" h="278127">
                  <a:moveTo>
                    <a:pt x="0" y="0"/>
                  </a:moveTo>
                  <a:lnTo>
                    <a:pt x="529767" y="0"/>
                  </a:lnTo>
                  <a:lnTo>
                    <a:pt x="529767" y="278127"/>
                  </a:lnTo>
                  <a:lnTo>
                    <a:pt x="0" y="278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oup 84"/>
            <p:cNvGrpSpPr/>
            <p:nvPr/>
          </p:nvGrpSpPr>
          <p:grpSpPr>
            <a:xfrm>
              <a:off x="364516" y="3239096"/>
              <a:ext cx="5278764" cy="6443521"/>
              <a:chOff x="0" y="0"/>
              <a:chExt cx="10932106" cy="13344273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0" y="0"/>
                <a:ext cx="10932106" cy="13344272"/>
              </a:xfrm>
              <a:custGeom>
                <a:avLst/>
                <a:gdLst/>
                <a:ahLst/>
                <a:cxnLst/>
                <a:rect l="l" t="t" r="r" b="b"/>
                <a:pathLst>
                  <a:path w="10932106" h="13344272">
                    <a:moveTo>
                      <a:pt x="10932106" y="223522"/>
                    </a:moveTo>
                    <a:lnTo>
                      <a:pt x="10932106" y="13120751"/>
                    </a:lnTo>
                    <a:cubicBezTo>
                      <a:pt x="10932106" y="13244247"/>
                      <a:pt x="10814789" y="13344272"/>
                      <a:pt x="10669946" y="13344272"/>
                    </a:cubicBezTo>
                    <a:lnTo>
                      <a:pt x="262161" y="13344272"/>
                    </a:lnTo>
                    <a:cubicBezTo>
                      <a:pt x="117317" y="13344272"/>
                      <a:pt x="0" y="13244247"/>
                      <a:pt x="0" y="13120751"/>
                    </a:cubicBezTo>
                    <a:lnTo>
                      <a:pt x="0" y="223522"/>
                    </a:lnTo>
                    <a:cubicBezTo>
                      <a:pt x="0" y="100026"/>
                      <a:pt x="117317" y="0"/>
                      <a:pt x="262161" y="0"/>
                    </a:cubicBezTo>
                    <a:lnTo>
                      <a:pt x="10669946" y="0"/>
                    </a:lnTo>
                    <a:cubicBezTo>
                      <a:pt x="10814789" y="0"/>
                      <a:pt x="10932106" y="100026"/>
                      <a:pt x="10932106" y="223522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t="-641" r="-85911" b="-6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6" name="Freeform 86"/>
            <p:cNvSpPr/>
            <p:nvPr/>
          </p:nvSpPr>
          <p:spPr>
            <a:xfrm>
              <a:off x="2719829" y="10592085"/>
              <a:ext cx="568138" cy="568138"/>
            </a:xfrm>
            <a:custGeom>
              <a:avLst/>
              <a:gdLst/>
              <a:ahLst/>
              <a:cxnLst/>
              <a:rect l="l" t="t" r="r" b="b"/>
              <a:pathLst>
                <a:path w="568138" h="568138">
                  <a:moveTo>
                    <a:pt x="0" y="0"/>
                  </a:moveTo>
                  <a:lnTo>
                    <a:pt x="568138" y="0"/>
                  </a:lnTo>
                  <a:lnTo>
                    <a:pt x="568138" y="568138"/>
                  </a:lnTo>
                  <a:lnTo>
                    <a:pt x="0" y="568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7"/>
            <p:cNvSpPr/>
            <p:nvPr/>
          </p:nvSpPr>
          <p:spPr>
            <a:xfrm>
              <a:off x="2549830" y="10422087"/>
              <a:ext cx="908135" cy="908135"/>
            </a:xfrm>
            <a:custGeom>
              <a:avLst/>
              <a:gdLst/>
              <a:ahLst/>
              <a:cxnLst/>
              <a:rect l="l" t="t" r="r" b="b"/>
              <a:pathLst>
                <a:path w="908135" h="908135">
                  <a:moveTo>
                    <a:pt x="0" y="0"/>
                  </a:moveTo>
                  <a:lnTo>
                    <a:pt x="908135" y="0"/>
                  </a:lnTo>
                  <a:lnTo>
                    <a:pt x="908135" y="908135"/>
                  </a:lnTo>
                  <a:lnTo>
                    <a:pt x="0" y="908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8" name="Group 88"/>
            <p:cNvGrpSpPr/>
            <p:nvPr/>
          </p:nvGrpSpPr>
          <p:grpSpPr>
            <a:xfrm>
              <a:off x="1779044" y="9865337"/>
              <a:ext cx="770787" cy="374030"/>
              <a:chOff x="0" y="0"/>
              <a:chExt cx="1132013" cy="549318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113201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132013" h="549318">
                    <a:moveTo>
                      <a:pt x="0" y="0"/>
                    </a:moveTo>
                    <a:lnTo>
                      <a:pt x="1132013" y="0"/>
                    </a:lnTo>
                    <a:lnTo>
                      <a:pt x="113201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596305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0"/>
                <a:ext cx="113201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VIDEO</a:t>
                </a:r>
              </a:p>
            </p:txBody>
          </p:sp>
        </p:grpSp>
        <p:grpSp>
          <p:nvGrpSpPr>
            <p:cNvPr id="91" name="Group 91"/>
            <p:cNvGrpSpPr/>
            <p:nvPr/>
          </p:nvGrpSpPr>
          <p:grpSpPr>
            <a:xfrm>
              <a:off x="3336543" y="9865337"/>
              <a:ext cx="867109" cy="374030"/>
              <a:chOff x="0" y="0"/>
              <a:chExt cx="1273477" cy="549318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273477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273477" h="549318">
                    <a:moveTo>
                      <a:pt x="0" y="0"/>
                    </a:moveTo>
                    <a:lnTo>
                      <a:pt x="1273477" y="0"/>
                    </a:lnTo>
                    <a:lnTo>
                      <a:pt x="1273477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407871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0" y="0"/>
                <a:ext cx="1273477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PHOTO</a:t>
                </a:r>
              </a:p>
            </p:txBody>
          </p:sp>
        </p:grpSp>
        <p:sp>
          <p:nvSpPr>
            <p:cNvPr id="94" name="Freeform 94"/>
            <p:cNvSpPr/>
            <p:nvPr/>
          </p:nvSpPr>
          <p:spPr>
            <a:xfrm>
              <a:off x="517623" y="9112556"/>
              <a:ext cx="275326" cy="440521"/>
            </a:xfrm>
            <a:custGeom>
              <a:avLst/>
              <a:gdLst/>
              <a:ahLst/>
              <a:cxnLst/>
              <a:rect l="l" t="t" r="r" b="b"/>
              <a:pathLst>
                <a:path w="275326" h="440521">
                  <a:moveTo>
                    <a:pt x="0" y="0"/>
                  </a:moveTo>
                  <a:lnTo>
                    <a:pt x="275326" y="0"/>
                  </a:lnTo>
                  <a:lnTo>
                    <a:pt x="275326" y="440521"/>
                  </a:lnTo>
                  <a:lnTo>
                    <a:pt x="0" y="4405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5"/>
            <p:cNvSpPr/>
            <p:nvPr/>
          </p:nvSpPr>
          <p:spPr>
            <a:xfrm>
              <a:off x="4868580" y="8993164"/>
              <a:ext cx="573032" cy="449830"/>
            </a:xfrm>
            <a:custGeom>
              <a:avLst/>
              <a:gdLst/>
              <a:ahLst/>
              <a:cxnLst/>
              <a:rect l="l" t="t" r="r" b="b"/>
              <a:pathLst>
                <a:path w="573032" h="449830">
                  <a:moveTo>
                    <a:pt x="0" y="0"/>
                  </a:moveTo>
                  <a:lnTo>
                    <a:pt x="573032" y="0"/>
                  </a:lnTo>
                  <a:lnTo>
                    <a:pt x="573032" y="449830"/>
                  </a:lnTo>
                  <a:lnTo>
                    <a:pt x="0" y="449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960120" y="2943885"/>
            <a:ext cx="4830896" cy="1303020"/>
            <a:chOff x="0" y="0"/>
            <a:chExt cx="6441195" cy="173736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441195" cy="1737360"/>
            </a:xfrm>
            <a:custGeom>
              <a:avLst/>
              <a:gdLst/>
              <a:ahLst/>
              <a:cxnLst/>
              <a:rect l="l" t="t" r="r" b="b"/>
              <a:pathLst>
                <a:path w="6441195" h="1737360">
                  <a:moveTo>
                    <a:pt x="0" y="0"/>
                  </a:moveTo>
                  <a:lnTo>
                    <a:pt x="6441195" y="0"/>
                  </a:lnTo>
                  <a:lnTo>
                    <a:pt x="644119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9811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38100"/>
              <a:ext cx="644119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Capture Toggle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620365" y="9432722"/>
            <a:ext cx="3532819" cy="601474"/>
            <a:chOff x="0" y="0"/>
            <a:chExt cx="5623571" cy="957431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Takes Photo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3539699" y="9405475"/>
            <a:ext cx="3970969" cy="655967"/>
            <a:chOff x="0" y="0"/>
            <a:chExt cx="6321021" cy="104417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 Caption &amp; Choose Post Type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12589482" y="9552356"/>
            <a:ext cx="724412" cy="362206"/>
            <a:chOff x="0" y="0"/>
            <a:chExt cx="812800" cy="406400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2589482" y="4540918"/>
            <a:ext cx="724412" cy="362206"/>
            <a:chOff x="0" y="0"/>
            <a:chExt cx="812800" cy="40640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1" name="Group 2">
            <a:extLst>
              <a:ext uri="{FF2B5EF4-FFF2-40B4-BE49-F238E27FC236}">
                <a16:creationId xmlns:a16="http://schemas.microsoft.com/office/drawing/2014/main" id="{4C3469F2-F42E-DD71-75A9-4E48F3D60B7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0397255D-80D5-8CDE-AB36-07D5D2D8129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4">
              <a:extLst>
                <a:ext uri="{FF2B5EF4-FFF2-40B4-BE49-F238E27FC236}">
                  <a16:creationId xmlns:a16="http://schemas.microsoft.com/office/drawing/2014/main" id="{7C461C6F-6E6C-1F4F-C98E-C25CA22C9E2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14" name="Group 5">
            <a:extLst>
              <a:ext uri="{FF2B5EF4-FFF2-40B4-BE49-F238E27FC236}">
                <a16:creationId xmlns:a16="http://schemas.microsoft.com/office/drawing/2014/main" id="{545019D9-8EE6-4C70-7BC6-EE24EFF70AC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4935F20B-49CF-65ED-7330-BD4648AD3F92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7">
              <a:extLst>
                <a:ext uri="{FF2B5EF4-FFF2-40B4-BE49-F238E27FC236}">
                  <a16:creationId xmlns:a16="http://schemas.microsoft.com/office/drawing/2014/main" id="{3F7F295C-9BF7-248A-DA65-9F94B7EF3342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17" name="Group 8">
            <a:extLst>
              <a:ext uri="{FF2B5EF4-FFF2-40B4-BE49-F238E27FC236}">
                <a16:creationId xmlns:a16="http://schemas.microsoft.com/office/drawing/2014/main" id="{EF26D0B7-5534-397D-A683-BB1456596333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C1B3C82A-A1A1-CEE3-BDA9-16D17FBA051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Box 10">
              <a:extLst>
                <a:ext uri="{FF2B5EF4-FFF2-40B4-BE49-F238E27FC236}">
                  <a16:creationId xmlns:a16="http://schemas.microsoft.com/office/drawing/2014/main" id="{0F0C9B6D-6D64-24CF-C04F-7DE0B806B9A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2418"/>
            <a:ext cx="6669128" cy="1303020"/>
            <a:chOff x="0" y="0"/>
            <a:chExt cx="8892171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92170" cy="1737360"/>
            </a:xfrm>
            <a:custGeom>
              <a:avLst/>
              <a:gdLst/>
              <a:ahLst/>
              <a:cxnLst/>
              <a:rect l="l" t="t" r="r" b="b"/>
              <a:pathLst>
                <a:path w="8892170" h="1737360">
                  <a:moveTo>
                    <a:pt x="0" y="0"/>
                  </a:moveTo>
                  <a:lnTo>
                    <a:pt x="8892170" y="0"/>
                  </a:lnTo>
                  <a:lnTo>
                    <a:pt x="889217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1594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892171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Select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19" y="4201193"/>
            <a:ext cx="4976991" cy="2132804"/>
            <a:chOff x="0" y="0"/>
            <a:chExt cx="6635988" cy="28437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35988" cy="2843738"/>
            </a:xfrm>
            <a:custGeom>
              <a:avLst/>
              <a:gdLst/>
              <a:ahLst/>
              <a:cxnLst/>
              <a:rect l="l" t="t" r="r" b="b"/>
              <a:pathLst>
                <a:path w="6635988" h="2843738">
                  <a:moveTo>
                    <a:pt x="0" y="0"/>
                  </a:moveTo>
                  <a:lnTo>
                    <a:pt x="6635988" y="0"/>
                  </a:lnTo>
                  <a:lnTo>
                    <a:pt x="6635988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20470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6635988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Directed from Capture Screen to Board Screen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Chooses A Board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Visual Confirmation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Highlighted card switch from grey to white with name of selected board.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 Icon Changes from  Lock to Unlock  </a:t>
              </a:r>
            </a:p>
          </p:txBody>
        </p:sp>
      </p:grpSp>
      <p:grpSp>
        <p:nvGrpSpPr>
          <p:cNvPr id="389" name="Group 389"/>
          <p:cNvGrpSpPr/>
          <p:nvPr/>
        </p:nvGrpSpPr>
        <p:grpSpPr>
          <a:xfrm>
            <a:off x="9144000" y="9258300"/>
            <a:ext cx="3532819" cy="580191"/>
            <a:chOff x="0" y="0"/>
            <a:chExt cx="5623571" cy="923552"/>
          </a:xfrm>
        </p:grpSpPr>
        <p:sp>
          <p:nvSpPr>
            <p:cNvPr id="390" name="Freeform 390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TextBox 391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Chooses A  </a:t>
              </a:r>
            </a:p>
          </p:txBody>
        </p:sp>
      </p:grpSp>
      <p:grpSp>
        <p:nvGrpSpPr>
          <p:cNvPr id="392" name="Group 392"/>
          <p:cNvGrpSpPr/>
          <p:nvPr/>
        </p:nvGrpSpPr>
        <p:grpSpPr>
          <a:xfrm>
            <a:off x="13901906" y="9252925"/>
            <a:ext cx="3970969" cy="655967"/>
            <a:chOff x="0" y="0"/>
            <a:chExt cx="6321021" cy="1044174"/>
          </a:xfrm>
        </p:grpSpPr>
        <p:sp>
          <p:nvSpPr>
            <p:cNvPr id="393" name="Freeform 39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TextBox 39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Chosen</a:t>
              </a:r>
            </a:p>
          </p:txBody>
        </p:sp>
      </p:grpSp>
      <p:grpSp>
        <p:nvGrpSpPr>
          <p:cNvPr id="395" name="Group 395"/>
          <p:cNvGrpSpPr/>
          <p:nvPr/>
        </p:nvGrpSpPr>
        <p:grpSpPr>
          <a:xfrm>
            <a:off x="12951688" y="9399806"/>
            <a:ext cx="724412" cy="362206"/>
            <a:chOff x="0" y="0"/>
            <a:chExt cx="812800" cy="406400"/>
          </a:xfrm>
        </p:grpSpPr>
        <p:sp>
          <p:nvSpPr>
            <p:cNvPr id="396" name="Freeform 39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TextBox 39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98" name="Group 398"/>
          <p:cNvGrpSpPr/>
          <p:nvPr/>
        </p:nvGrpSpPr>
        <p:grpSpPr>
          <a:xfrm>
            <a:off x="13001573" y="4620208"/>
            <a:ext cx="724412" cy="362206"/>
            <a:chOff x="0" y="0"/>
            <a:chExt cx="812800" cy="406400"/>
          </a:xfrm>
        </p:grpSpPr>
        <p:sp>
          <p:nvSpPr>
            <p:cNvPr id="399" name="Freeform 39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TextBox 40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06" name="Picture 405">
            <a:extLst>
              <a:ext uri="{FF2B5EF4-FFF2-40B4-BE49-F238E27FC236}">
                <a16:creationId xmlns:a16="http://schemas.microsoft.com/office/drawing/2014/main" id="{ECCFC0C2-775D-C44A-4871-A83A09A4E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430" y="628718"/>
            <a:ext cx="4191000" cy="8267700"/>
          </a:xfrm>
          <a:prstGeom prst="rect">
            <a:avLst/>
          </a:prstGeom>
        </p:spPr>
      </p:pic>
      <p:pic>
        <p:nvPicPr>
          <p:cNvPr id="408" name="Picture 407">
            <a:extLst>
              <a:ext uri="{FF2B5EF4-FFF2-40B4-BE49-F238E27FC236}">
                <a16:creationId xmlns:a16="http://schemas.microsoft.com/office/drawing/2014/main" id="{6DDE33AF-A328-7D14-7705-CDB18BA77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7387" y="628718"/>
            <a:ext cx="4191000" cy="82677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1C2F9764-78A6-689E-FDF8-6297DF6A3029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809C52AC-17BA-654D-80FF-1225B81ACA6D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46C12387-22BF-7ED4-36C6-27F85CE9FE7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F6C7F2BA-3DC8-484E-3FDA-08DC6A93D8B9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D11CEDFD-0912-B548-ED5D-A6CF8AA9B2B6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D7E767A0-1915-FAD1-F859-D547C54E528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ED688545-9DF4-19E4-2390-924E4DE73A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BFF71A0A-C49D-8D06-73D5-6203C5242F68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9298194B-8CC8-11B0-477F-B1B4360C468B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648194"/>
            <a:ext cx="4023360" cy="4199729"/>
            <a:chOff x="0" y="0"/>
            <a:chExt cx="5364480" cy="55996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5599638"/>
            </a:xfrm>
            <a:custGeom>
              <a:avLst/>
              <a:gdLst/>
              <a:ahLst/>
              <a:cxnLst/>
              <a:rect l="l" t="t" r="r" b="b"/>
              <a:pathLst>
                <a:path w="5364480" h="5599638">
                  <a:moveTo>
                    <a:pt x="0" y="0"/>
                  </a:moveTo>
                  <a:lnTo>
                    <a:pt x="5364480" y="0"/>
                  </a:lnTo>
                  <a:lnTo>
                    <a:pt x="5364480" y="5599638"/>
                  </a:lnTo>
                  <a:lnTo>
                    <a:pt x="0" y="55996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93" r="-172727" b="433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56567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Happy path messages: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Loading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“Stamping your passport..”</a:t>
              </a: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 earned! Added to CRAMMING board🎉”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something goes wrong, a message will display: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Empty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“No one’s posted to this board yet - be the first!”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Error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“⚠️ That didn’t go through. Let’s try again.”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93662" y="88303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9" name="Freeform 49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0 FRIENDS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endParaRPr/>
              </a:p>
            </p:txBody>
          </p:sp>
        </p:grpSp>
        <p:sp>
          <p:nvSpPr>
            <p:cNvPr id="85" name="TextBox 85"/>
            <p:cNvSpPr txBox="1"/>
            <p:nvPr/>
          </p:nvSpPr>
          <p:spPr>
            <a:xfrm>
              <a:off x="1147586" y="4491697"/>
              <a:ext cx="3281263" cy="527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sz="234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 Board</a:t>
              </a:r>
            </a:p>
          </p:txBody>
        </p:sp>
        <p:grpSp>
          <p:nvGrpSpPr>
            <p:cNvPr id="86" name="Group 86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141414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9" name="Freeform 89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90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92" name="Freeform 92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3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96" name="Freeform 96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7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01" name="Group 101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07" name="Freeform 107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8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10" name="Freeform 110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1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2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14" name="Freeform 114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8" name="Freeform 118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9" name="Group 119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8" name="Freeform 128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9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31" name="Freeform 131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5" name="Freeform 135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40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1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3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4" name="Group 154"/>
            <p:cNvGrpSpPr/>
            <p:nvPr/>
          </p:nvGrpSpPr>
          <p:grpSpPr>
            <a:xfrm>
              <a:off x="559882" y="8720112"/>
              <a:ext cx="1087841" cy="251116"/>
              <a:chOff x="0" y="0"/>
              <a:chExt cx="1523988" cy="351796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157" name="Freeform 157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160" name="Freeform 160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2" name="Freeform 162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66" name="Freeform 166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8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9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172" name="Freeform 172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4" name="Freeform 174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1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2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84" name="Group 184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185" name="Freeform 18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TextBox 18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187" name="Group 187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188" name="Freeform 18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TextBox 18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sp>
          <p:nvSpPr>
            <p:cNvPr id="190" name="Freeform 190"/>
            <p:cNvSpPr/>
            <p:nvPr/>
          </p:nvSpPr>
          <p:spPr>
            <a:xfrm>
              <a:off x="2188684" y="551696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897755" y="5558031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2"/>
            <p:cNvSpPr/>
            <p:nvPr/>
          </p:nvSpPr>
          <p:spPr>
            <a:xfrm>
              <a:off x="477549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3" name="Group 193"/>
            <p:cNvGrpSpPr/>
            <p:nvPr/>
          </p:nvGrpSpPr>
          <p:grpSpPr>
            <a:xfrm>
              <a:off x="566658" y="6706573"/>
              <a:ext cx="1087841" cy="251116"/>
              <a:chOff x="0" y="0"/>
              <a:chExt cx="1523988" cy="351796"/>
            </a:xfrm>
          </p:grpSpPr>
          <p:sp>
            <p:nvSpPr>
              <p:cNvPr id="194" name="Freeform 194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TextBox 195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2288880" y="6691851"/>
              <a:ext cx="1087841" cy="251116"/>
              <a:chOff x="0" y="0"/>
              <a:chExt cx="1523988" cy="351796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3984918" y="6653751"/>
              <a:ext cx="1087841" cy="251116"/>
              <a:chOff x="0" y="0"/>
              <a:chExt cx="1523988" cy="351796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TextBox 201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202" name="Freeform 202"/>
            <p:cNvSpPr/>
            <p:nvPr/>
          </p:nvSpPr>
          <p:spPr>
            <a:xfrm>
              <a:off x="488722" y="5555291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3" name="Group 203"/>
            <p:cNvGrpSpPr/>
            <p:nvPr/>
          </p:nvGrpSpPr>
          <p:grpSpPr>
            <a:xfrm>
              <a:off x="202005" y="1850275"/>
              <a:ext cx="5172426" cy="8761546"/>
              <a:chOff x="0" y="0"/>
              <a:chExt cx="601008" cy="1018045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601008" cy="1018045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18045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72144"/>
                    </a:lnTo>
                    <a:cubicBezTo>
                      <a:pt x="601008" y="997494"/>
                      <a:pt x="580458" y="1018045"/>
                      <a:pt x="555107" y="1018045"/>
                    </a:cubicBezTo>
                    <a:lnTo>
                      <a:pt x="45901" y="1018045"/>
                    </a:lnTo>
                    <a:cubicBezTo>
                      <a:pt x="20551" y="1018045"/>
                      <a:pt x="0" y="997494"/>
                      <a:pt x="0" y="972144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t="-16059" r="-6508" b="-84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618190" y="5188308"/>
              <a:ext cx="4060374" cy="1927520"/>
              <a:chOff x="0" y="0"/>
              <a:chExt cx="802049" cy="380745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TextBox 20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Stamping your passport..</a:t>
                </a:r>
              </a:p>
            </p:txBody>
          </p:sp>
        </p:grpSp>
        <p:sp>
          <p:nvSpPr>
            <p:cNvPr id="208" name="Freeform 208"/>
            <p:cNvSpPr/>
            <p:nvPr/>
          </p:nvSpPr>
          <p:spPr>
            <a:xfrm>
              <a:off x="2401211" y="5480963"/>
              <a:ext cx="494332" cy="494332"/>
            </a:xfrm>
            <a:custGeom>
              <a:avLst/>
              <a:gdLst/>
              <a:ahLst/>
              <a:cxnLst/>
              <a:rect l="l" t="t" r="r" b="b"/>
              <a:pathLst>
                <a:path w="494332" h="494332">
                  <a:moveTo>
                    <a:pt x="0" y="0"/>
                  </a:moveTo>
                  <a:lnTo>
                    <a:pt x="494332" y="0"/>
                  </a:lnTo>
                  <a:lnTo>
                    <a:pt x="494332" y="494331"/>
                  </a:lnTo>
                  <a:lnTo>
                    <a:pt x="0" y="49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9" name="Group 209"/>
          <p:cNvGrpSpPr>
            <a:grpSpLocks noChangeAspect="1"/>
          </p:cNvGrpSpPr>
          <p:nvPr/>
        </p:nvGrpSpPr>
        <p:grpSpPr>
          <a:xfrm>
            <a:off x="13455523" y="883035"/>
            <a:ext cx="4182327" cy="8275452"/>
            <a:chOff x="0" y="0"/>
            <a:chExt cx="2620010" cy="5184140"/>
          </a:xfrm>
        </p:grpSpPr>
        <p:sp>
          <p:nvSpPr>
            <p:cNvPr id="210" name="Freeform 21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1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245588" t="-3203" r="-245531" b="-309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" name="Group 219"/>
          <p:cNvGrpSpPr/>
          <p:nvPr/>
        </p:nvGrpSpPr>
        <p:grpSpPr>
          <a:xfrm>
            <a:off x="13554605" y="1004270"/>
            <a:ext cx="3817466" cy="7994006"/>
            <a:chOff x="0" y="0"/>
            <a:chExt cx="1005423" cy="2105417"/>
          </a:xfrm>
        </p:grpSpPr>
        <p:sp>
          <p:nvSpPr>
            <p:cNvPr id="220" name="Freeform 220"/>
            <p:cNvSpPr/>
            <p:nvPr/>
          </p:nvSpPr>
          <p:spPr>
            <a:xfrm>
              <a:off x="0" y="0"/>
              <a:ext cx="1005423" cy="2105417"/>
            </a:xfrm>
            <a:custGeom>
              <a:avLst/>
              <a:gdLst/>
              <a:ahLst/>
              <a:cxnLst/>
              <a:rect l="l" t="t" r="r" b="b"/>
              <a:pathLst>
                <a:path w="1005423" h="2105417">
                  <a:moveTo>
                    <a:pt x="103429" y="0"/>
                  </a:moveTo>
                  <a:lnTo>
                    <a:pt x="901994" y="0"/>
                  </a:lnTo>
                  <a:cubicBezTo>
                    <a:pt x="959116" y="0"/>
                    <a:pt x="1005423" y="46307"/>
                    <a:pt x="1005423" y="103429"/>
                  </a:cubicBezTo>
                  <a:lnTo>
                    <a:pt x="1005423" y="2001988"/>
                  </a:lnTo>
                  <a:cubicBezTo>
                    <a:pt x="1005423" y="2059110"/>
                    <a:pt x="959116" y="2105417"/>
                    <a:pt x="901994" y="2105417"/>
                  </a:cubicBezTo>
                  <a:lnTo>
                    <a:pt x="103429" y="2105417"/>
                  </a:lnTo>
                  <a:cubicBezTo>
                    <a:pt x="46307" y="2105417"/>
                    <a:pt x="0" y="2059110"/>
                    <a:pt x="0" y="2001988"/>
                  </a:cubicBezTo>
                  <a:lnTo>
                    <a:pt x="0" y="103429"/>
                  </a:lnTo>
                  <a:cubicBezTo>
                    <a:pt x="0" y="46307"/>
                    <a:pt x="46307" y="0"/>
                    <a:pt x="103429" y="0"/>
                  </a:cubicBezTo>
                  <a:close/>
                </a:path>
              </a:pathLst>
            </a:custGeom>
            <a:solidFill>
              <a:srgbClr val="1414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0" y="-47625"/>
              <a:ext cx="1005423" cy="21530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22" name="Freeform 222"/>
          <p:cNvSpPr/>
          <p:nvPr/>
        </p:nvSpPr>
        <p:spPr>
          <a:xfrm>
            <a:off x="13714411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3" name="Freeform 223"/>
          <p:cNvSpPr/>
          <p:nvPr/>
        </p:nvSpPr>
        <p:spPr>
          <a:xfrm>
            <a:off x="13911124" y="1492529"/>
            <a:ext cx="313580" cy="396936"/>
          </a:xfrm>
          <a:custGeom>
            <a:avLst/>
            <a:gdLst/>
            <a:ahLst/>
            <a:cxnLst/>
            <a:rect l="l" t="t" r="r" b="b"/>
            <a:pathLst>
              <a:path w="313580" h="396936">
                <a:moveTo>
                  <a:pt x="0" y="0"/>
                </a:moveTo>
                <a:lnTo>
                  <a:pt x="313579" y="0"/>
                </a:lnTo>
                <a:lnTo>
                  <a:pt x="313579" y="396936"/>
                </a:lnTo>
                <a:lnTo>
                  <a:pt x="0" y="3969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4" name="Freeform 224"/>
          <p:cNvSpPr/>
          <p:nvPr/>
        </p:nvSpPr>
        <p:spPr>
          <a:xfrm>
            <a:off x="16471057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5" name="Freeform 225"/>
          <p:cNvSpPr/>
          <p:nvPr/>
        </p:nvSpPr>
        <p:spPr>
          <a:xfrm>
            <a:off x="16645007" y="1479759"/>
            <a:ext cx="359104" cy="422476"/>
          </a:xfrm>
          <a:custGeom>
            <a:avLst/>
            <a:gdLst/>
            <a:ahLst/>
            <a:cxnLst/>
            <a:rect l="l" t="t" r="r" b="b"/>
            <a:pathLst>
              <a:path w="359104" h="422476">
                <a:moveTo>
                  <a:pt x="0" y="0"/>
                </a:moveTo>
                <a:lnTo>
                  <a:pt x="359105" y="0"/>
                </a:lnTo>
                <a:lnTo>
                  <a:pt x="359105" y="422476"/>
                </a:lnTo>
                <a:lnTo>
                  <a:pt x="0" y="422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26" name="Group 226"/>
          <p:cNvGrpSpPr/>
          <p:nvPr/>
        </p:nvGrpSpPr>
        <p:grpSpPr>
          <a:xfrm>
            <a:off x="15640416" y="2270742"/>
            <a:ext cx="1738545" cy="599067"/>
            <a:chOff x="0" y="0"/>
            <a:chExt cx="2778550" cy="957431"/>
          </a:xfrm>
        </p:grpSpPr>
        <p:sp>
          <p:nvSpPr>
            <p:cNvPr id="227" name="Freeform 227"/>
            <p:cNvSpPr/>
            <p:nvPr/>
          </p:nvSpPr>
          <p:spPr>
            <a:xfrm>
              <a:off x="0" y="0"/>
              <a:ext cx="2778550" cy="957431"/>
            </a:xfrm>
            <a:custGeom>
              <a:avLst/>
              <a:gdLst/>
              <a:ahLst/>
              <a:cxnLst/>
              <a:rect l="l" t="t" r="r" b="b"/>
              <a:pathLst>
                <a:path w="2778550" h="957431">
                  <a:moveTo>
                    <a:pt x="0" y="0"/>
                  </a:moveTo>
                  <a:lnTo>
                    <a:pt x="2778550" y="0"/>
                  </a:lnTo>
                  <a:lnTo>
                    <a:pt x="277855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59109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0" y="0"/>
              <a:ext cx="2778550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Friends of Friends</a:t>
              </a:r>
            </a:p>
          </p:txBody>
        </p:sp>
      </p:grpSp>
      <p:grpSp>
        <p:nvGrpSpPr>
          <p:cNvPr id="229" name="Group 229"/>
          <p:cNvGrpSpPr/>
          <p:nvPr/>
        </p:nvGrpSpPr>
        <p:grpSpPr>
          <a:xfrm>
            <a:off x="13738459" y="8045245"/>
            <a:ext cx="3640501" cy="796656"/>
            <a:chOff x="0" y="0"/>
            <a:chExt cx="958815" cy="209819"/>
          </a:xfrm>
        </p:grpSpPr>
        <p:sp>
          <p:nvSpPr>
            <p:cNvPr id="230" name="Freeform 230"/>
            <p:cNvSpPr/>
            <p:nvPr/>
          </p:nvSpPr>
          <p:spPr>
            <a:xfrm>
              <a:off x="0" y="0"/>
              <a:ext cx="958815" cy="209819"/>
            </a:xfrm>
            <a:custGeom>
              <a:avLst/>
              <a:gdLst/>
              <a:ahLst/>
              <a:cxnLst/>
              <a:rect l="l" t="t" r="r" b="b"/>
              <a:pathLst>
                <a:path w="958815" h="209819">
                  <a:moveTo>
                    <a:pt x="104909" y="0"/>
                  </a:moveTo>
                  <a:lnTo>
                    <a:pt x="853906" y="0"/>
                  </a:lnTo>
                  <a:cubicBezTo>
                    <a:pt x="881730" y="0"/>
                    <a:pt x="908414" y="11053"/>
                    <a:pt x="928088" y="30727"/>
                  </a:cubicBezTo>
                  <a:cubicBezTo>
                    <a:pt x="947762" y="50402"/>
                    <a:pt x="958815" y="77086"/>
                    <a:pt x="958815" y="104909"/>
                  </a:cubicBezTo>
                  <a:lnTo>
                    <a:pt x="958815" y="104909"/>
                  </a:lnTo>
                  <a:cubicBezTo>
                    <a:pt x="958815" y="132733"/>
                    <a:pt x="947762" y="159417"/>
                    <a:pt x="928088" y="179092"/>
                  </a:cubicBezTo>
                  <a:cubicBezTo>
                    <a:pt x="908414" y="198766"/>
                    <a:pt x="881730" y="209819"/>
                    <a:pt x="853906" y="209819"/>
                  </a:cubicBezTo>
                  <a:lnTo>
                    <a:pt x="104909" y="209819"/>
                  </a:lnTo>
                  <a:cubicBezTo>
                    <a:pt x="77086" y="209819"/>
                    <a:pt x="50402" y="198766"/>
                    <a:pt x="30727" y="179092"/>
                  </a:cubicBezTo>
                  <a:cubicBezTo>
                    <a:pt x="11053" y="159417"/>
                    <a:pt x="0" y="132733"/>
                    <a:pt x="0" y="104909"/>
                  </a:cubicBezTo>
                  <a:lnTo>
                    <a:pt x="0" y="104909"/>
                  </a:lnTo>
                  <a:cubicBezTo>
                    <a:pt x="0" y="77086"/>
                    <a:pt x="11053" y="50402"/>
                    <a:pt x="30727" y="30727"/>
                  </a:cubicBezTo>
                  <a:cubicBezTo>
                    <a:pt x="50402" y="11053"/>
                    <a:pt x="77086" y="0"/>
                    <a:pt x="104909" y="0"/>
                  </a:cubicBezTo>
                  <a:close/>
                </a:path>
              </a:pathLst>
            </a:custGeom>
            <a:solidFill>
              <a:srgbClr val="2B2B2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TextBox 231"/>
            <p:cNvSpPr txBox="1"/>
            <p:nvPr/>
          </p:nvSpPr>
          <p:spPr>
            <a:xfrm>
              <a:off x="0" y="-47625"/>
              <a:ext cx="958815" cy="2574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32" name="Group 232"/>
          <p:cNvGrpSpPr/>
          <p:nvPr/>
        </p:nvGrpSpPr>
        <p:grpSpPr>
          <a:xfrm>
            <a:off x="14954614" y="1337495"/>
            <a:ext cx="1184143" cy="718073"/>
            <a:chOff x="0" y="0"/>
            <a:chExt cx="1578858" cy="957431"/>
          </a:xfrm>
        </p:grpSpPr>
        <p:sp>
          <p:nvSpPr>
            <p:cNvPr id="233" name="Freeform 233"/>
            <p:cNvSpPr/>
            <p:nvPr/>
          </p:nvSpPr>
          <p:spPr>
            <a:xfrm>
              <a:off x="0" y="0"/>
              <a:ext cx="1578858" cy="957431"/>
            </a:xfrm>
            <a:custGeom>
              <a:avLst/>
              <a:gdLst/>
              <a:ahLst/>
              <a:cxnLst/>
              <a:rect l="l" t="t" r="r" b="b"/>
              <a:pathLst>
                <a:path w="1578858" h="957431">
                  <a:moveTo>
                    <a:pt x="0" y="0"/>
                  </a:moveTo>
                  <a:lnTo>
                    <a:pt x="1578858" y="0"/>
                  </a:lnTo>
                  <a:lnTo>
                    <a:pt x="1578858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16220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0" y="19050"/>
              <a:ext cx="1578858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0"/>
                </a:lnSpc>
              </a:pPr>
              <a:r>
                <a:rPr lang="en-US" sz="21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sp>
        <p:nvSpPr>
          <p:cNvPr id="235" name="Freeform 235"/>
          <p:cNvSpPr/>
          <p:nvPr/>
        </p:nvSpPr>
        <p:spPr>
          <a:xfrm>
            <a:off x="13990732" y="8299458"/>
            <a:ext cx="192370" cy="178904"/>
          </a:xfrm>
          <a:custGeom>
            <a:avLst/>
            <a:gdLst/>
            <a:ahLst/>
            <a:cxnLst/>
            <a:rect l="l" t="t" r="r" b="b"/>
            <a:pathLst>
              <a:path w="192370" h="178904">
                <a:moveTo>
                  <a:pt x="0" y="0"/>
                </a:moveTo>
                <a:lnTo>
                  <a:pt x="192370" y="0"/>
                </a:lnTo>
                <a:lnTo>
                  <a:pt x="192370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6" name="Freeform 236"/>
          <p:cNvSpPr/>
          <p:nvPr/>
        </p:nvSpPr>
        <p:spPr>
          <a:xfrm>
            <a:off x="14756529" y="8299458"/>
            <a:ext cx="198783" cy="178904"/>
          </a:xfrm>
          <a:custGeom>
            <a:avLst/>
            <a:gdLst/>
            <a:ahLst/>
            <a:cxnLst/>
            <a:rect l="l" t="t" r="r" b="b"/>
            <a:pathLst>
              <a:path w="198783" h="178904">
                <a:moveTo>
                  <a:pt x="0" y="0"/>
                </a:moveTo>
                <a:lnTo>
                  <a:pt x="198783" y="0"/>
                </a:lnTo>
                <a:lnTo>
                  <a:pt x="198783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7" name="Freeform 237"/>
          <p:cNvSpPr/>
          <p:nvPr/>
        </p:nvSpPr>
        <p:spPr>
          <a:xfrm>
            <a:off x="16138758" y="8207451"/>
            <a:ext cx="278444" cy="279843"/>
          </a:xfrm>
          <a:custGeom>
            <a:avLst/>
            <a:gdLst/>
            <a:ahLst/>
            <a:cxnLst/>
            <a:rect l="l" t="t" r="r" b="b"/>
            <a:pathLst>
              <a:path w="278444" h="279843">
                <a:moveTo>
                  <a:pt x="0" y="0"/>
                </a:moveTo>
                <a:lnTo>
                  <a:pt x="278443" y="0"/>
                </a:lnTo>
                <a:lnTo>
                  <a:pt x="278443" y="279843"/>
                </a:lnTo>
                <a:lnTo>
                  <a:pt x="0" y="2798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38" name="Group 238"/>
          <p:cNvGrpSpPr/>
          <p:nvPr/>
        </p:nvGrpSpPr>
        <p:grpSpPr>
          <a:xfrm>
            <a:off x="16857114" y="8184751"/>
            <a:ext cx="325243" cy="325243"/>
            <a:chOff x="0" y="0"/>
            <a:chExt cx="812800" cy="812800"/>
          </a:xfrm>
        </p:grpSpPr>
        <p:sp>
          <p:nvSpPr>
            <p:cNvPr id="239" name="Freeform 2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155679" t="-15600" b="-54426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0" name="Freeform 240"/>
          <p:cNvSpPr/>
          <p:nvPr/>
        </p:nvSpPr>
        <p:spPr>
          <a:xfrm>
            <a:off x="15303864" y="8194034"/>
            <a:ext cx="465125" cy="465125"/>
          </a:xfrm>
          <a:custGeom>
            <a:avLst/>
            <a:gdLst/>
            <a:ahLst/>
            <a:cxnLst/>
            <a:rect l="l" t="t" r="r" b="b"/>
            <a:pathLst>
              <a:path w="465125" h="465125">
                <a:moveTo>
                  <a:pt x="0" y="0"/>
                </a:moveTo>
                <a:lnTo>
                  <a:pt x="465125" y="0"/>
                </a:lnTo>
                <a:lnTo>
                  <a:pt x="465125" y="465125"/>
                </a:lnTo>
                <a:lnTo>
                  <a:pt x="0" y="465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1" name="Freeform 241"/>
          <p:cNvSpPr/>
          <p:nvPr/>
        </p:nvSpPr>
        <p:spPr>
          <a:xfrm>
            <a:off x="15381399" y="8300249"/>
            <a:ext cx="310056" cy="252696"/>
          </a:xfrm>
          <a:custGeom>
            <a:avLst/>
            <a:gdLst/>
            <a:ahLst/>
            <a:cxnLst/>
            <a:rect l="l" t="t" r="r" b="b"/>
            <a:pathLst>
              <a:path w="310056" h="252696">
                <a:moveTo>
                  <a:pt x="0" y="0"/>
                </a:moveTo>
                <a:lnTo>
                  <a:pt x="310056" y="0"/>
                </a:lnTo>
                <a:lnTo>
                  <a:pt x="310056" y="252695"/>
                </a:lnTo>
                <a:lnTo>
                  <a:pt x="0" y="2526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2" name="TextBox 242"/>
          <p:cNvSpPr txBox="1"/>
          <p:nvPr/>
        </p:nvSpPr>
        <p:spPr>
          <a:xfrm>
            <a:off x="13797002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Home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14566005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15988064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Memories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16729820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Profile</a:t>
            </a:r>
          </a:p>
        </p:txBody>
      </p:sp>
      <p:grpSp>
        <p:nvGrpSpPr>
          <p:cNvPr id="246" name="Group 246"/>
          <p:cNvGrpSpPr/>
          <p:nvPr/>
        </p:nvGrpSpPr>
        <p:grpSpPr>
          <a:xfrm>
            <a:off x="13644220" y="2986567"/>
            <a:ext cx="1191637" cy="460152"/>
            <a:chOff x="0" y="0"/>
            <a:chExt cx="313847" cy="121192"/>
          </a:xfrm>
        </p:grpSpPr>
        <p:sp>
          <p:nvSpPr>
            <p:cNvPr id="247" name="Freeform 247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49" name="Group 249"/>
          <p:cNvGrpSpPr/>
          <p:nvPr/>
        </p:nvGrpSpPr>
        <p:grpSpPr>
          <a:xfrm>
            <a:off x="14067913" y="2330245"/>
            <a:ext cx="1184143" cy="599067"/>
            <a:chOff x="0" y="0"/>
            <a:chExt cx="1892503" cy="957431"/>
          </a:xfrm>
        </p:grpSpPr>
        <p:sp>
          <p:nvSpPr>
            <p:cNvPr id="250" name="Freeform 250"/>
            <p:cNvSpPr/>
            <p:nvPr/>
          </p:nvSpPr>
          <p:spPr>
            <a:xfrm>
              <a:off x="0" y="0"/>
              <a:ext cx="1892503" cy="957431"/>
            </a:xfrm>
            <a:custGeom>
              <a:avLst/>
              <a:gdLst/>
              <a:ahLst/>
              <a:cxnLst/>
              <a:rect l="l" t="t" r="r" b="b"/>
              <a:pathLst>
                <a:path w="1892503" h="957431">
                  <a:moveTo>
                    <a:pt x="0" y="0"/>
                  </a:moveTo>
                  <a:lnTo>
                    <a:pt x="1892503" y="0"/>
                  </a:lnTo>
                  <a:lnTo>
                    <a:pt x="189250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91465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0" y="0"/>
              <a:ext cx="189250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My Friends</a:t>
              </a:r>
            </a:p>
          </p:txBody>
        </p:sp>
      </p:grpSp>
      <p:grpSp>
        <p:nvGrpSpPr>
          <p:cNvPr id="252" name="Group 252"/>
          <p:cNvGrpSpPr/>
          <p:nvPr/>
        </p:nvGrpSpPr>
        <p:grpSpPr>
          <a:xfrm>
            <a:off x="13892041" y="2980917"/>
            <a:ext cx="767944" cy="471450"/>
            <a:chOff x="0" y="0"/>
            <a:chExt cx="1559557" cy="957431"/>
          </a:xfrm>
        </p:grpSpPr>
        <p:sp>
          <p:nvSpPr>
            <p:cNvPr id="253" name="Freeform 253"/>
            <p:cNvSpPr/>
            <p:nvPr/>
          </p:nvSpPr>
          <p:spPr>
            <a:xfrm>
              <a:off x="0" y="0"/>
              <a:ext cx="1559557" cy="957431"/>
            </a:xfrm>
            <a:custGeom>
              <a:avLst/>
              <a:gdLst/>
              <a:ahLst/>
              <a:cxnLst/>
              <a:rect l="l" t="t" r="r" b="b"/>
              <a:pathLst>
                <a:path w="1559557" h="957431">
                  <a:moveTo>
                    <a:pt x="0" y="0"/>
                  </a:moveTo>
                  <a:lnTo>
                    <a:pt x="1559557" y="0"/>
                  </a:lnTo>
                  <a:lnTo>
                    <a:pt x="1559557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3127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TextBox 254"/>
            <p:cNvSpPr txBox="1"/>
            <p:nvPr/>
          </p:nvSpPr>
          <p:spPr>
            <a:xfrm>
              <a:off x="0" y="0"/>
              <a:ext cx="1559557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</a:t>
              </a:r>
            </a:p>
          </p:txBody>
        </p:sp>
      </p:grpSp>
      <p:grpSp>
        <p:nvGrpSpPr>
          <p:cNvPr id="255" name="Group 255"/>
          <p:cNvGrpSpPr/>
          <p:nvPr/>
        </p:nvGrpSpPr>
        <p:grpSpPr>
          <a:xfrm>
            <a:off x="14949077" y="2980917"/>
            <a:ext cx="1191637" cy="460152"/>
            <a:chOff x="0" y="0"/>
            <a:chExt cx="313847" cy="121192"/>
          </a:xfrm>
        </p:grpSpPr>
        <p:sp>
          <p:nvSpPr>
            <p:cNvPr id="256" name="Freeform 256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TextBox 257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58" name="Group 258"/>
          <p:cNvGrpSpPr/>
          <p:nvPr/>
        </p:nvGrpSpPr>
        <p:grpSpPr>
          <a:xfrm>
            <a:off x="15197808" y="2980917"/>
            <a:ext cx="697757" cy="471450"/>
            <a:chOff x="0" y="0"/>
            <a:chExt cx="1417019" cy="957431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1417019" cy="957431"/>
            </a:xfrm>
            <a:custGeom>
              <a:avLst/>
              <a:gdLst/>
              <a:ahLst/>
              <a:cxnLst/>
              <a:rect l="l" t="t" r="r" b="b"/>
              <a:pathLst>
                <a:path w="1417019" h="957431">
                  <a:moveTo>
                    <a:pt x="0" y="0"/>
                  </a:moveTo>
                  <a:lnTo>
                    <a:pt x="1417019" y="0"/>
                  </a:lnTo>
                  <a:lnTo>
                    <a:pt x="141701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512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141701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16253933" y="2975268"/>
            <a:ext cx="1191637" cy="460152"/>
            <a:chOff x="0" y="0"/>
            <a:chExt cx="313847" cy="12119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36353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64" name="Group 264"/>
          <p:cNvGrpSpPr/>
          <p:nvPr/>
        </p:nvGrpSpPr>
        <p:grpSpPr>
          <a:xfrm>
            <a:off x="16502664" y="2986567"/>
            <a:ext cx="696070" cy="471450"/>
            <a:chOff x="0" y="0"/>
            <a:chExt cx="1413593" cy="957431"/>
          </a:xfrm>
        </p:grpSpPr>
        <p:sp>
          <p:nvSpPr>
            <p:cNvPr id="265" name="Freeform 265"/>
            <p:cNvSpPr/>
            <p:nvPr/>
          </p:nvSpPr>
          <p:spPr>
            <a:xfrm>
              <a:off x="0" y="0"/>
              <a:ext cx="1413593" cy="957431"/>
            </a:xfrm>
            <a:custGeom>
              <a:avLst/>
              <a:gdLst/>
              <a:ahLst/>
              <a:cxnLst/>
              <a:rect l="l" t="t" r="r" b="b"/>
              <a:pathLst>
                <a:path w="1413593" h="957431">
                  <a:moveTo>
                    <a:pt x="0" y="0"/>
                  </a:moveTo>
                  <a:lnTo>
                    <a:pt x="1413593" y="0"/>
                  </a:lnTo>
                  <a:lnTo>
                    <a:pt x="141359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8411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0" y="0"/>
              <a:ext cx="141359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Passport</a:t>
              </a:r>
            </a:p>
          </p:txBody>
        </p:sp>
      </p:grpSp>
      <p:grpSp>
        <p:nvGrpSpPr>
          <p:cNvPr id="267" name="Group 267"/>
          <p:cNvGrpSpPr/>
          <p:nvPr/>
        </p:nvGrpSpPr>
        <p:grpSpPr>
          <a:xfrm>
            <a:off x="13705963" y="3528855"/>
            <a:ext cx="2086063" cy="599067"/>
            <a:chOff x="0" y="0"/>
            <a:chExt cx="3333956" cy="957431"/>
          </a:xfrm>
        </p:grpSpPr>
        <p:sp>
          <p:nvSpPr>
            <p:cNvPr id="268" name="Freeform 268"/>
            <p:cNvSpPr/>
            <p:nvPr/>
          </p:nvSpPr>
          <p:spPr>
            <a:xfrm>
              <a:off x="0" y="0"/>
              <a:ext cx="3333956" cy="957431"/>
            </a:xfrm>
            <a:custGeom>
              <a:avLst/>
              <a:gdLst/>
              <a:ahLst/>
              <a:cxnLst/>
              <a:rect l="l" t="t" r="r" b="b"/>
              <a:pathLst>
                <a:path w="3333956" h="957431">
                  <a:moveTo>
                    <a:pt x="0" y="0"/>
                  </a:moveTo>
                  <a:lnTo>
                    <a:pt x="3333956" y="0"/>
                  </a:lnTo>
                  <a:lnTo>
                    <a:pt x="3333956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47596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TextBox 269"/>
            <p:cNvSpPr txBox="1"/>
            <p:nvPr/>
          </p:nvSpPr>
          <p:spPr>
            <a:xfrm>
              <a:off x="0" y="0"/>
              <a:ext cx="3333956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13"/>
                </a:lnSpc>
              </a:pPr>
              <a:r>
                <a:rPr lang="en-US" sz="1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October 2026 Board</a:t>
              </a:r>
            </a:p>
          </p:txBody>
        </p:sp>
      </p:grpSp>
      <p:grpSp>
        <p:nvGrpSpPr>
          <p:cNvPr id="270" name="Group 270"/>
          <p:cNvGrpSpPr/>
          <p:nvPr/>
        </p:nvGrpSpPr>
        <p:grpSpPr>
          <a:xfrm>
            <a:off x="16355583" y="3678622"/>
            <a:ext cx="944801" cy="299533"/>
            <a:chOff x="0" y="0"/>
            <a:chExt cx="1509985" cy="478716"/>
          </a:xfrm>
        </p:grpSpPr>
        <p:sp>
          <p:nvSpPr>
            <p:cNvPr id="271" name="Freeform 271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TextBox 272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FRIENDS</a:t>
              </a:r>
            </a:p>
          </p:txBody>
        </p:sp>
      </p:grpSp>
      <p:grpSp>
        <p:nvGrpSpPr>
          <p:cNvPr id="273" name="Group 273"/>
          <p:cNvGrpSpPr/>
          <p:nvPr/>
        </p:nvGrpSpPr>
        <p:grpSpPr>
          <a:xfrm>
            <a:off x="13705963" y="4127922"/>
            <a:ext cx="3638211" cy="685923"/>
            <a:chOff x="0" y="0"/>
            <a:chExt cx="958212" cy="180655"/>
          </a:xfrm>
        </p:grpSpPr>
        <p:sp>
          <p:nvSpPr>
            <p:cNvPr id="274" name="Freeform 274"/>
            <p:cNvSpPr/>
            <p:nvPr/>
          </p:nvSpPr>
          <p:spPr>
            <a:xfrm>
              <a:off x="0" y="0"/>
              <a:ext cx="958212" cy="180655"/>
            </a:xfrm>
            <a:custGeom>
              <a:avLst/>
              <a:gdLst/>
              <a:ahLst/>
              <a:cxnLst/>
              <a:rect l="l" t="t" r="r" b="b"/>
              <a:pathLst>
                <a:path w="958212" h="180655">
                  <a:moveTo>
                    <a:pt x="90327" y="0"/>
                  </a:moveTo>
                  <a:lnTo>
                    <a:pt x="867885" y="0"/>
                  </a:lnTo>
                  <a:cubicBezTo>
                    <a:pt x="891841" y="0"/>
                    <a:pt x="914816" y="9517"/>
                    <a:pt x="931756" y="26456"/>
                  </a:cubicBezTo>
                  <a:cubicBezTo>
                    <a:pt x="948695" y="43396"/>
                    <a:pt x="958212" y="66371"/>
                    <a:pt x="958212" y="90327"/>
                  </a:cubicBezTo>
                  <a:lnTo>
                    <a:pt x="958212" y="90327"/>
                  </a:lnTo>
                  <a:cubicBezTo>
                    <a:pt x="958212" y="140214"/>
                    <a:pt x="917771" y="180655"/>
                    <a:pt x="867885" y="180655"/>
                  </a:cubicBezTo>
                  <a:lnTo>
                    <a:pt x="90327" y="180655"/>
                  </a:lnTo>
                  <a:cubicBezTo>
                    <a:pt x="40441" y="180655"/>
                    <a:pt x="0" y="140214"/>
                    <a:pt x="0" y="90327"/>
                  </a:cubicBezTo>
                  <a:lnTo>
                    <a:pt x="0" y="90327"/>
                  </a:lnTo>
                  <a:cubicBezTo>
                    <a:pt x="0" y="40441"/>
                    <a:pt x="40441" y="0"/>
                    <a:pt x="90327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0" y="-28575"/>
              <a:ext cx="958212" cy="209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endParaRPr/>
            </a:p>
          </p:txBody>
        </p:sp>
      </p:grpSp>
      <p:sp>
        <p:nvSpPr>
          <p:cNvPr id="276" name="TextBox 276"/>
          <p:cNvSpPr txBox="1"/>
          <p:nvPr/>
        </p:nvSpPr>
        <p:spPr>
          <a:xfrm>
            <a:off x="14316212" y="4237521"/>
            <a:ext cx="2460947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9"/>
              </a:lnSpc>
              <a:spcBef>
                <a:spcPct val="0"/>
              </a:spcBef>
            </a:pPr>
            <a:r>
              <a:rPr lang="en-US" sz="234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 Board</a:t>
            </a:r>
          </a:p>
        </p:txBody>
      </p:sp>
      <p:grpSp>
        <p:nvGrpSpPr>
          <p:cNvPr id="277" name="Group 277"/>
          <p:cNvGrpSpPr/>
          <p:nvPr/>
        </p:nvGrpSpPr>
        <p:grpSpPr>
          <a:xfrm>
            <a:off x="13705963" y="4899570"/>
            <a:ext cx="1164988" cy="1399934"/>
            <a:chOff x="0" y="0"/>
            <a:chExt cx="306828" cy="368707"/>
          </a:xfrm>
        </p:grpSpPr>
        <p:sp>
          <p:nvSpPr>
            <p:cNvPr id="278" name="Freeform 278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141414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80" name="Freeform 280"/>
          <p:cNvSpPr/>
          <p:nvPr/>
        </p:nvSpPr>
        <p:spPr>
          <a:xfrm>
            <a:off x="13955842" y="5119507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8"/>
                </a:lnTo>
                <a:lnTo>
                  <a:pt x="0" y="619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1" name="Freeform 281"/>
          <p:cNvSpPr/>
          <p:nvPr/>
        </p:nvSpPr>
        <p:spPr>
          <a:xfrm>
            <a:off x="14080587" y="5246636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2" name="TextBox 282"/>
          <p:cNvSpPr txBox="1"/>
          <p:nvPr/>
        </p:nvSpPr>
        <p:spPr>
          <a:xfrm>
            <a:off x="14030522" y="5133952"/>
            <a:ext cx="486414" cy="222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</a:t>
            </a:r>
          </a:p>
        </p:txBody>
      </p:sp>
      <p:sp>
        <p:nvSpPr>
          <p:cNvPr id="283" name="Freeform 283"/>
          <p:cNvSpPr/>
          <p:nvPr/>
        </p:nvSpPr>
        <p:spPr>
          <a:xfrm rot="-3394830" flipV="1">
            <a:off x="13993967" y="5375193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3"/>
                </a:moveTo>
                <a:lnTo>
                  <a:pt x="95548" y="30033"/>
                </a:lnTo>
                <a:lnTo>
                  <a:pt x="95548" y="0"/>
                </a:lnTo>
                <a:lnTo>
                  <a:pt x="0" y="0"/>
                </a:lnTo>
                <a:lnTo>
                  <a:pt x="0" y="3003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4" name="Freeform 284"/>
          <p:cNvSpPr/>
          <p:nvPr/>
        </p:nvSpPr>
        <p:spPr>
          <a:xfrm rot="-6716943">
            <a:off x="14458460" y="5376415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5" name="Freeform 285"/>
          <p:cNvSpPr/>
          <p:nvPr/>
        </p:nvSpPr>
        <p:spPr>
          <a:xfrm rot="2699999">
            <a:off x="14067598" y="5307978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69" y="0"/>
                </a:lnTo>
                <a:lnTo>
                  <a:pt x="400969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6" name="TextBox 286"/>
          <p:cNvSpPr txBox="1"/>
          <p:nvPr/>
        </p:nvSpPr>
        <p:spPr>
          <a:xfrm>
            <a:off x="14177693" y="5636206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287" name="Freeform 287"/>
          <p:cNvSpPr/>
          <p:nvPr/>
        </p:nvSpPr>
        <p:spPr>
          <a:xfrm rot="2699999">
            <a:off x="14115341" y="5454617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8" name="Freeform 288"/>
          <p:cNvSpPr/>
          <p:nvPr/>
        </p:nvSpPr>
        <p:spPr>
          <a:xfrm>
            <a:off x="14205158" y="5313593"/>
            <a:ext cx="137143" cy="134400"/>
          </a:xfrm>
          <a:custGeom>
            <a:avLst/>
            <a:gdLst/>
            <a:ahLst/>
            <a:cxnLst/>
            <a:rect l="l" t="t" r="r" b="b"/>
            <a:pathLst>
              <a:path w="137143" h="134400">
                <a:moveTo>
                  <a:pt x="0" y="0"/>
                </a:moveTo>
                <a:lnTo>
                  <a:pt x="137142" y="0"/>
                </a:lnTo>
                <a:lnTo>
                  <a:pt x="137142" y="134400"/>
                </a:lnTo>
                <a:lnTo>
                  <a:pt x="0" y="1344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9" name="TextBox 289"/>
          <p:cNvSpPr txBox="1"/>
          <p:nvPr/>
        </p:nvSpPr>
        <p:spPr>
          <a:xfrm>
            <a:off x="14124756" y="5531276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290" name="TextBox 290"/>
          <p:cNvSpPr txBox="1"/>
          <p:nvPr/>
        </p:nvSpPr>
        <p:spPr>
          <a:xfrm>
            <a:off x="13996812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14395575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grpSp>
        <p:nvGrpSpPr>
          <p:cNvPr id="292" name="Group 292"/>
          <p:cNvGrpSpPr/>
          <p:nvPr/>
        </p:nvGrpSpPr>
        <p:grpSpPr>
          <a:xfrm>
            <a:off x="14975726" y="4899570"/>
            <a:ext cx="1164988" cy="1399934"/>
            <a:chOff x="0" y="0"/>
            <a:chExt cx="306828" cy="368707"/>
          </a:xfrm>
        </p:grpSpPr>
        <p:sp>
          <p:nvSpPr>
            <p:cNvPr id="293" name="Freeform 293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Box 294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95" name="Group 295"/>
          <p:cNvGrpSpPr/>
          <p:nvPr/>
        </p:nvGrpSpPr>
        <p:grpSpPr>
          <a:xfrm>
            <a:off x="16245489" y="4932726"/>
            <a:ext cx="1164988" cy="1366778"/>
            <a:chOff x="0" y="0"/>
            <a:chExt cx="306828" cy="359975"/>
          </a:xfrm>
        </p:grpSpPr>
        <p:sp>
          <p:nvSpPr>
            <p:cNvPr id="296" name="Freeform 296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TextBox 297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98" name="Freeform 298"/>
          <p:cNvSpPr/>
          <p:nvPr/>
        </p:nvSpPr>
        <p:spPr>
          <a:xfrm>
            <a:off x="15248321" y="5108466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7"/>
                </a:lnTo>
                <a:lnTo>
                  <a:pt x="0" y="6197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9" name="Freeform 299"/>
          <p:cNvSpPr/>
          <p:nvPr/>
        </p:nvSpPr>
        <p:spPr>
          <a:xfrm>
            <a:off x="15373066" y="5235594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0" name="TextBox 300"/>
          <p:cNvSpPr txBox="1"/>
          <p:nvPr/>
        </p:nvSpPr>
        <p:spPr>
          <a:xfrm>
            <a:off x="15454771" y="5122911"/>
            <a:ext cx="222873" cy="136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HIKE</a:t>
            </a:r>
          </a:p>
        </p:txBody>
      </p:sp>
      <p:sp>
        <p:nvSpPr>
          <p:cNvPr id="301" name="Freeform 301"/>
          <p:cNvSpPr/>
          <p:nvPr/>
        </p:nvSpPr>
        <p:spPr>
          <a:xfrm rot="-3394830" flipV="1">
            <a:off x="15286446" y="5364151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4"/>
                </a:moveTo>
                <a:lnTo>
                  <a:pt x="95548" y="30034"/>
                </a:lnTo>
                <a:lnTo>
                  <a:pt x="95548" y="0"/>
                </a:lnTo>
                <a:lnTo>
                  <a:pt x="0" y="0"/>
                </a:lnTo>
                <a:lnTo>
                  <a:pt x="0" y="300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2" name="Freeform 302"/>
          <p:cNvSpPr/>
          <p:nvPr/>
        </p:nvSpPr>
        <p:spPr>
          <a:xfrm rot="-6716943">
            <a:off x="15750939" y="5365373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3" name="Freeform 303"/>
          <p:cNvSpPr/>
          <p:nvPr/>
        </p:nvSpPr>
        <p:spPr>
          <a:xfrm rot="2699999">
            <a:off x="15360076" y="5296937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70" y="0"/>
                </a:lnTo>
                <a:lnTo>
                  <a:pt x="400970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4" name="TextBox 304"/>
          <p:cNvSpPr txBox="1"/>
          <p:nvPr/>
        </p:nvSpPr>
        <p:spPr>
          <a:xfrm>
            <a:off x="15470172" y="5625165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05" name="Freeform 305"/>
          <p:cNvSpPr/>
          <p:nvPr/>
        </p:nvSpPr>
        <p:spPr>
          <a:xfrm rot="2699999">
            <a:off x="15407820" y="5443576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6" name="TextBox 306"/>
          <p:cNvSpPr txBox="1"/>
          <p:nvPr/>
        </p:nvSpPr>
        <p:spPr>
          <a:xfrm>
            <a:off x="15417235" y="5520235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07" name="TextBox 307"/>
          <p:cNvSpPr txBox="1"/>
          <p:nvPr/>
        </p:nvSpPr>
        <p:spPr>
          <a:xfrm>
            <a:off x="15289291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08" name="TextBox 308"/>
          <p:cNvSpPr txBox="1"/>
          <p:nvPr/>
        </p:nvSpPr>
        <p:spPr>
          <a:xfrm>
            <a:off x="15688054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09" name="Freeform 309"/>
          <p:cNvSpPr/>
          <p:nvPr/>
        </p:nvSpPr>
        <p:spPr>
          <a:xfrm>
            <a:off x="15460756" y="5315715"/>
            <a:ext cx="194927" cy="119880"/>
          </a:xfrm>
          <a:custGeom>
            <a:avLst/>
            <a:gdLst/>
            <a:ahLst/>
            <a:cxnLst/>
            <a:rect l="l" t="t" r="r" b="b"/>
            <a:pathLst>
              <a:path w="194927" h="119880">
                <a:moveTo>
                  <a:pt x="0" y="0"/>
                </a:moveTo>
                <a:lnTo>
                  <a:pt x="194928" y="0"/>
                </a:lnTo>
                <a:lnTo>
                  <a:pt x="194928" y="119881"/>
                </a:lnTo>
                <a:lnTo>
                  <a:pt x="0" y="1198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10" name="Group 310"/>
          <p:cNvGrpSpPr/>
          <p:nvPr/>
        </p:nvGrpSpPr>
        <p:grpSpPr>
          <a:xfrm>
            <a:off x="16268205" y="6451904"/>
            <a:ext cx="1164988" cy="1366778"/>
            <a:chOff x="0" y="0"/>
            <a:chExt cx="306828" cy="359975"/>
          </a:xfrm>
        </p:grpSpPr>
        <p:sp>
          <p:nvSpPr>
            <p:cNvPr id="311" name="Freeform 311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3" name="Group 313"/>
          <p:cNvGrpSpPr/>
          <p:nvPr/>
        </p:nvGrpSpPr>
        <p:grpSpPr>
          <a:xfrm>
            <a:off x="14975726" y="6451904"/>
            <a:ext cx="1164988" cy="1366778"/>
            <a:chOff x="0" y="0"/>
            <a:chExt cx="306828" cy="359975"/>
          </a:xfrm>
        </p:grpSpPr>
        <p:sp>
          <p:nvSpPr>
            <p:cNvPr id="314" name="Freeform 314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TextBox 315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6" name="Group 316"/>
          <p:cNvGrpSpPr/>
          <p:nvPr/>
        </p:nvGrpSpPr>
        <p:grpSpPr>
          <a:xfrm>
            <a:off x="13683247" y="6451904"/>
            <a:ext cx="1164988" cy="1366778"/>
            <a:chOff x="0" y="0"/>
            <a:chExt cx="306828" cy="359975"/>
          </a:xfrm>
        </p:grpSpPr>
        <p:sp>
          <p:nvSpPr>
            <p:cNvPr id="317" name="Freeform 317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TextBox 318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319" name="Freeform 319"/>
          <p:cNvSpPr/>
          <p:nvPr/>
        </p:nvSpPr>
        <p:spPr>
          <a:xfrm>
            <a:off x="16527886" y="5130548"/>
            <a:ext cx="600195" cy="600195"/>
          </a:xfrm>
          <a:custGeom>
            <a:avLst/>
            <a:gdLst/>
            <a:ahLst/>
            <a:cxnLst/>
            <a:rect l="l" t="t" r="r" b="b"/>
            <a:pathLst>
              <a:path w="600195" h="600195">
                <a:moveTo>
                  <a:pt x="0" y="0"/>
                </a:moveTo>
                <a:lnTo>
                  <a:pt x="600194" y="0"/>
                </a:lnTo>
                <a:lnTo>
                  <a:pt x="600194" y="600195"/>
                </a:lnTo>
                <a:lnTo>
                  <a:pt x="0" y="6001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0" name="Freeform 320"/>
          <p:cNvSpPr/>
          <p:nvPr/>
        </p:nvSpPr>
        <p:spPr>
          <a:xfrm>
            <a:off x="16648685" y="5253656"/>
            <a:ext cx="374067" cy="200126"/>
          </a:xfrm>
          <a:custGeom>
            <a:avLst/>
            <a:gdLst/>
            <a:ahLst/>
            <a:cxnLst/>
            <a:rect l="l" t="t" r="r" b="b"/>
            <a:pathLst>
              <a:path w="374067" h="200126">
                <a:moveTo>
                  <a:pt x="0" y="0"/>
                </a:moveTo>
                <a:lnTo>
                  <a:pt x="374067" y="0"/>
                </a:lnTo>
                <a:lnTo>
                  <a:pt x="374067" y="200126"/>
                </a:lnTo>
                <a:lnTo>
                  <a:pt x="0" y="200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1" name="TextBox 321"/>
          <p:cNvSpPr txBox="1"/>
          <p:nvPr/>
        </p:nvSpPr>
        <p:spPr>
          <a:xfrm>
            <a:off x="16667014" y="5143934"/>
            <a:ext cx="337409" cy="15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4"/>
              </a:lnSpc>
              <a:spcBef>
                <a:spcPct val="0"/>
              </a:spcBef>
            </a:pPr>
            <a:r>
              <a:rPr lang="en-US" sz="636" b="1" spc="86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COFFEE</a:t>
            </a:r>
          </a:p>
        </p:txBody>
      </p:sp>
      <p:sp>
        <p:nvSpPr>
          <p:cNvPr id="322" name="Freeform 322"/>
          <p:cNvSpPr/>
          <p:nvPr/>
        </p:nvSpPr>
        <p:spPr>
          <a:xfrm rot="-3394830" flipV="1">
            <a:off x="16564805" y="5378147"/>
            <a:ext cx="92525" cy="29083"/>
          </a:xfrm>
          <a:custGeom>
            <a:avLst/>
            <a:gdLst/>
            <a:ahLst/>
            <a:cxnLst/>
            <a:rect l="l" t="t" r="r" b="b"/>
            <a:pathLst>
              <a:path w="92525" h="29083">
                <a:moveTo>
                  <a:pt x="0" y="29084"/>
                </a:moveTo>
                <a:lnTo>
                  <a:pt x="92525" y="29084"/>
                </a:lnTo>
                <a:lnTo>
                  <a:pt x="92525" y="0"/>
                </a:lnTo>
                <a:lnTo>
                  <a:pt x="0" y="0"/>
                </a:lnTo>
                <a:lnTo>
                  <a:pt x="0" y="2908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3" name="Freeform 323"/>
          <p:cNvSpPr/>
          <p:nvPr/>
        </p:nvSpPr>
        <p:spPr>
          <a:xfrm rot="-6716943">
            <a:off x="17014607" y="5379331"/>
            <a:ext cx="84995" cy="26717"/>
          </a:xfrm>
          <a:custGeom>
            <a:avLst/>
            <a:gdLst/>
            <a:ahLst/>
            <a:cxnLst/>
            <a:rect l="l" t="t" r="r" b="b"/>
            <a:pathLst>
              <a:path w="84995" h="26717">
                <a:moveTo>
                  <a:pt x="0" y="0"/>
                </a:moveTo>
                <a:lnTo>
                  <a:pt x="84995" y="0"/>
                </a:lnTo>
                <a:lnTo>
                  <a:pt x="84995" y="26716"/>
                </a:lnTo>
                <a:lnTo>
                  <a:pt x="0" y="26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4" name="Freeform 324"/>
          <p:cNvSpPr/>
          <p:nvPr/>
        </p:nvSpPr>
        <p:spPr>
          <a:xfrm rot="2699999">
            <a:off x="16636106" y="5313059"/>
            <a:ext cx="388288" cy="388288"/>
          </a:xfrm>
          <a:custGeom>
            <a:avLst/>
            <a:gdLst/>
            <a:ahLst/>
            <a:cxnLst/>
            <a:rect l="l" t="t" r="r" b="b"/>
            <a:pathLst>
              <a:path w="388288" h="388288">
                <a:moveTo>
                  <a:pt x="0" y="0"/>
                </a:moveTo>
                <a:lnTo>
                  <a:pt x="388288" y="0"/>
                </a:lnTo>
                <a:lnTo>
                  <a:pt x="388288" y="388288"/>
                </a:lnTo>
                <a:lnTo>
                  <a:pt x="0" y="3882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5" name="TextBox 325"/>
          <p:cNvSpPr txBox="1"/>
          <p:nvPr/>
        </p:nvSpPr>
        <p:spPr>
          <a:xfrm>
            <a:off x="16742720" y="5630604"/>
            <a:ext cx="170526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26" name="Freeform 326"/>
          <p:cNvSpPr/>
          <p:nvPr/>
        </p:nvSpPr>
        <p:spPr>
          <a:xfrm rot="2699999">
            <a:off x="16682340" y="5455059"/>
            <a:ext cx="291287" cy="291287"/>
          </a:xfrm>
          <a:custGeom>
            <a:avLst/>
            <a:gdLst/>
            <a:ahLst/>
            <a:cxnLst/>
            <a:rect l="l" t="t" r="r" b="b"/>
            <a:pathLst>
              <a:path w="291287" h="291287">
                <a:moveTo>
                  <a:pt x="0" y="0"/>
                </a:moveTo>
                <a:lnTo>
                  <a:pt x="291286" y="0"/>
                </a:lnTo>
                <a:lnTo>
                  <a:pt x="291286" y="291287"/>
                </a:lnTo>
                <a:lnTo>
                  <a:pt x="0" y="2912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7" name="TextBox 327"/>
          <p:cNvSpPr txBox="1"/>
          <p:nvPr/>
        </p:nvSpPr>
        <p:spPr>
          <a:xfrm>
            <a:off x="16691457" y="5528993"/>
            <a:ext cx="277587" cy="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"/>
              </a:lnSpc>
              <a:spcBef>
                <a:spcPct val="0"/>
              </a:spcBef>
            </a:pPr>
            <a:r>
              <a:rPr lang="en-US" sz="321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28" name="TextBox 328"/>
          <p:cNvSpPr txBox="1"/>
          <p:nvPr/>
        </p:nvSpPr>
        <p:spPr>
          <a:xfrm>
            <a:off x="1656756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29" name="TextBox 329"/>
          <p:cNvSpPr txBox="1"/>
          <p:nvPr/>
        </p:nvSpPr>
        <p:spPr>
          <a:xfrm>
            <a:off x="1695371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30" name="Freeform 330"/>
          <p:cNvSpPr/>
          <p:nvPr/>
        </p:nvSpPr>
        <p:spPr>
          <a:xfrm>
            <a:off x="16772324" y="5342114"/>
            <a:ext cx="111318" cy="126497"/>
          </a:xfrm>
          <a:custGeom>
            <a:avLst/>
            <a:gdLst/>
            <a:ahLst/>
            <a:cxnLst/>
            <a:rect l="l" t="t" r="r" b="b"/>
            <a:pathLst>
              <a:path w="111318" h="126497">
                <a:moveTo>
                  <a:pt x="0" y="0"/>
                </a:moveTo>
                <a:lnTo>
                  <a:pt x="111318" y="0"/>
                </a:lnTo>
                <a:lnTo>
                  <a:pt x="111318" y="126497"/>
                </a:lnTo>
                <a:lnTo>
                  <a:pt x="0" y="126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1" name="Freeform 331"/>
          <p:cNvSpPr/>
          <p:nvPr/>
        </p:nvSpPr>
        <p:spPr>
          <a:xfrm>
            <a:off x="13990397" y="6674845"/>
            <a:ext cx="571232" cy="571232"/>
          </a:xfrm>
          <a:custGeom>
            <a:avLst/>
            <a:gdLst/>
            <a:ahLst/>
            <a:cxnLst/>
            <a:rect l="l" t="t" r="r" b="b"/>
            <a:pathLst>
              <a:path w="571232" h="571232">
                <a:moveTo>
                  <a:pt x="0" y="0"/>
                </a:moveTo>
                <a:lnTo>
                  <a:pt x="571232" y="0"/>
                </a:lnTo>
                <a:lnTo>
                  <a:pt x="571232" y="571233"/>
                </a:lnTo>
                <a:lnTo>
                  <a:pt x="0" y="571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2" name="Freeform 332"/>
          <p:cNvSpPr/>
          <p:nvPr/>
        </p:nvSpPr>
        <p:spPr>
          <a:xfrm>
            <a:off x="14105367" y="6792013"/>
            <a:ext cx="356016" cy="190469"/>
          </a:xfrm>
          <a:custGeom>
            <a:avLst/>
            <a:gdLst/>
            <a:ahLst/>
            <a:cxnLst/>
            <a:rect l="l" t="t" r="r" b="b"/>
            <a:pathLst>
              <a:path w="356016" h="190469">
                <a:moveTo>
                  <a:pt x="0" y="0"/>
                </a:moveTo>
                <a:lnTo>
                  <a:pt x="356016" y="0"/>
                </a:lnTo>
                <a:lnTo>
                  <a:pt x="356016" y="190468"/>
                </a:lnTo>
                <a:lnTo>
                  <a:pt x="0" y="1904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3" name="Freeform 333"/>
          <p:cNvSpPr/>
          <p:nvPr/>
        </p:nvSpPr>
        <p:spPr>
          <a:xfrm>
            <a:off x="14208443" y="6840212"/>
            <a:ext cx="158367" cy="172138"/>
          </a:xfrm>
          <a:custGeom>
            <a:avLst/>
            <a:gdLst/>
            <a:ahLst/>
            <a:cxnLst/>
            <a:rect l="l" t="t" r="r" b="b"/>
            <a:pathLst>
              <a:path w="158367" h="172138">
                <a:moveTo>
                  <a:pt x="0" y="0"/>
                </a:moveTo>
                <a:lnTo>
                  <a:pt x="158367" y="0"/>
                </a:lnTo>
                <a:lnTo>
                  <a:pt x="158367" y="172138"/>
                </a:lnTo>
                <a:lnTo>
                  <a:pt x="0" y="1721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4" name="TextBox 334"/>
          <p:cNvSpPr txBox="1"/>
          <p:nvPr/>
        </p:nvSpPr>
        <p:spPr>
          <a:xfrm>
            <a:off x="14084043" y="6686666"/>
            <a:ext cx="398663" cy="179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"/>
              </a:lnSpc>
              <a:spcBef>
                <a:spcPct val="0"/>
              </a:spcBef>
            </a:pPr>
            <a:r>
              <a:rPr lang="en-US" sz="605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HAUNTED</a:t>
            </a:r>
          </a:p>
        </p:txBody>
      </p:sp>
      <p:sp>
        <p:nvSpPr>
          <p:cNvPr id="335" name="Freeform 335"/>
          <p:cNvSpPr/>
          <p:nvPr/>
        </p:nvSpPr>
        <p:spPr>
          <a:xfrm rot="-3394830" flipV="1">
            <a:off x="14026508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36171"/>
                </a:moveTo>
                <a:lnTo>
                  <a:pt x="115071" y="36171"/>
                </a:lnTo>
                <a:lnTo>
                  <a:pt x="115071" y="0"/>
                </a:lnTo>
                <a:lnTo>
                  <a:pt x="0" y="0"/>
                </a:lnTo>
                <a:lnTo>
                  <a:pt x="0" y="3617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6" name="Freeform 336"/>
          <p:cNvSpPr/>
          <p:nvPr/>
        </p:nvSpPr>
        <p:spPr>
          <a:xfrm rot="-6716943">
            <a:off x="14425171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0"/>
                </a:moveTo>
                <a:lnTo>
                  <a:pt x="115071" y="0"/>
                </a:lnTo>
                <a:lnTo>
                  <a:pt x="115071" y="36171"/>
                </a:lnTo>
                <a:lnTo>
                  <a:pt x="0" y="361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7" name="Freeform 337"/>
          <p:cNvSpPr/>
          <p:nvPr/>
        </p:nvSpPr>
        <p:spPr>
          <a:xfrm rot="2699999">
            <a:off x="14093395" y="6855748"/>
            <a:ext cx="369551" cy="369551"/>
          </a:xfrm>
          <a:custGeom>
            <a:avLst/>
            <a:gdLst/>
            <a:ahLst/>
            <a:cxnLst/>
            <a:rect l="l" t="t" r="r" b="b"/>
            <a:pathLst>
              <a:path w="369551" h="369551">
                <a:moveTo>
                  <a:pt x="0" y="0"/>
                </a:moveTo>
                <a:lnTo>
                  <a:pt x="369551" y="0"/>
                </a:lnTo>
                <a:lnTo>
                  <a:pt x="369551" y="369551"/>
                </a:lnTo>
                <a:lnTo>
                  <a:pt x="0" y="3695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8" name="TextBox 338"/>
          <p:cNvSpPr txBox="1"/>
          <p:nvPr/>
        </p:nvSpPr>
        <p:spPr>
          <a:xfrm>
            <a:off x="14194864" y="7150312"/>
            <a:ext cx="162297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39" name="Freeform 339"/>
          <p:cNvSpPr/>
          <p:nvPr/>
        </p:nvSpPr>
        <p:spPr>
          <a:xfrm rot="2699999">
            <a:off x="14137397" y="6983697"/>
            <a:ext cx="277231" cy="277231"/>
          </a:xfrm>
          <a:custGeom>
            <a:avLst/>
            <a:gdLst/>
            <a:ahLst/>
            <a:cxnLst/>
            <a:rect l="l" t="t" r="r" b="b"/>
            <a:pathLst>
              <a:path w="277231" h="277231">
                <a:moveTo>
                  <a:pt x="0" y="0"/>
                </a:moveTo>
                <a:lnTo>
                  <a:pt x="277231" y="0"/>
                </a:lnTo>
                <a:lnTo>
                  <a:pt x="277231" y="277231"/>
                </a:lnTo>
                <a:lnTo>
                  <a:pt x="0" y="2772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0" name="TextBox 340"/>
          <p:cNvSpPr txBox="1"/>
          <p:nvPr/>
        </p:nvSpPr>
        <p:spPr>
          <a:xfrm>
            <a:off x="14146075" y="7053603"/>
            <a:ext cx="264192" cy="55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41" name="TextBox 341"/>
          <p:cNvSpPr txBox="1"/>
          <p:nvPr/>
        </p:nvSpPr>
        <p:spPr>
          <a:xfrm>
            <a:off x="14028156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42" name="TextBox 342"/>
          <p:cNvSpPr txBox="1"/>
          <p:nvPr/>
        </p:nvSpPr>
        <p:spPr>
          <a:xfrm>
            <a:off x="14395673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43" name="Freeform 343"/>
          <p:cNvSpPr/>
          <p:nvPr/>
        </p:nvSpPr>
        <p:spPr>
          <a:xfrm>
            <a:off x="1510292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4" name="Freeform 344"/>
          <p:cNvSpPr/>
          <p:nvPr/>
        </p:nvSpPr>
        <p:spPr>
          <a:xfrm>
            <a:off x="16397889" y="6595855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5" name="Group 345"/>
          <p:cNvGrpSpPr/>
          <p:nvPr/>
        </p:nvGrpSpPr>
        <p:grpSpPr>
          <a:xfrm>
            <a:off x="13875434" y="7423119"/>
            <a:ext cx="815881" cy="188337"/>
            <a:chOff x="0" y="0"/>
            <a:chExt cx="1523988" cy="351796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48" name="Freeform 348"/>
          <p:cNvSpPr/>
          <p:nvPr/>
        </p:nvSpPr>
        <p:spPr>
          <a:xfrm>
            <a:off x="15323004" y="6673350"/>
            <a:ext cx="572560" cy="572560"/>
          </a:xfrm>
          <a:custGeom>
            <a:avLst/>
            <a:gdLst/>
            <a:ahLst/>
            <a:cxnLst/>
            <a:rect l="l" t="t" r="r" b="b"/>
            <a:pathLst>
              <a:path w="572560" h="572560">
                <a:moveTo>
                  <a:pt x="0" y="0"/>
                </a:moveTo>
                <a:lnTo>
                  <a:pt x="572560" y="0"/>
                </a:lnTo>
                <a:lnTo>
                  <a:pt x="572560" y="572560"/>
                </a:lnTo>
                <a:lnTo>
                  <a:pt x="0" y="572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9" name="Freeform 349"/>
          <p:cNvSpPr/>
          <p:nvPr/>
        </p:nvSpPr>
        <p:spPr>
          <a:xfrm>
            <a:off x="15438242" y="6790789"/>
            <a:ext cx="356843" cy="190911"/>
          </a:xfrm>
          <a:custGeom>
            <a:avLst/>
            <a:gdLst/>
            <a:ahLst/>
            <a:cxnLst/>
            <a:rect l="l" t="t" r="r" b="b"/>
            <a:pathLst>
              <a:path w="356843" h="190911">
                <a:moveTo>
                  <a:pt x="0" y="0"/>
                </a:moveTo>
                <a:lnTo>
                  <a:pt x="356843" y="0"/>
                </a:lnTo>
                <a:lnTo>
                  <a:pt x="356843" y="190912"/>
                </a:lnTo>
                <a:lnTo>
                  <a:pt x="0" y="1909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0" name="TextBox 350"/>
          <p:cNvSpPr txBox="1"/>
          <p:nvPr/>
        </p:nvSpPr>
        <p:spPr>
          <a:xfrm>
            <a:off x="15381807" y="6685242"/>
            <a:ext cx="469712" cy="219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8"/>
              </a:lnSpc>
              <a:spcBef>
                <a:spcPct val="0"/>
              </a:spcBef>
            </a:pPr>
            <a:r>
              <a:rPr lang="en-US" sz="607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LITTLE WINS</a:t>
            </a:r>
          </a:p>
        </p:txBody>
      </p:sp>
      <p:sp>
        <p:nvSpPr>
          <p:cNvPr id="351" name="Freeform 351"/>
          <p:cNvSpPr/>
          <p:nvPr/>
        </p:nvSpPr>
        <p:spPr>
          <a:xfrm rot="2699999">
            <a:off x="15426242" y="6847457"/>
            <a:ext cx="370410" cy="370410"/>
          </a:xfrm>
          <a:custGeom>
            <a:avLst/>
            <a:gdLst/>
            <a:ahLst/>
            <a:cxnLst/>
            <a:rect l="l" t="t" r="r" b="b"/>
            <a:pathLst>
              <a:path w="370410" h="370410">
                <a:moveTo>
                  <a:pt x="0" y="0"/>
                </a:moveTo>
                <a:lnTo>
                  <a:pt x="370410" y="0"/>
                </a:lnTo>
                <a:lnTo>
                  <a:pt x="370410" y="370410"/>
                </a:lnTo>
                <a:lnTo>
                  <a:pt x="0" y="370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2" name="TextBox 352"/>
          <p:cNvSpPr txBox="1"/>
          <p:nvPr/>
        </p:nvSpPr>
        <p:spPr>
          <a:xfrm>
            <a:off x="15527947" y="7149943"/>
            <a:ext cx="162674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53" name="Freeform 353"/>
          <p:cNvSpPr/>
          <p:nvPr/>
        </p:nvSpPr>
        <p:spPr>
          <a:xfrm rot="2699999">
            <a:off x="15470347" y="6982919"/>
            <a:ext cx="277875" cy="277875"/>
          </a:xfrm>
          <a:custGeom>
            <a:avLst/>
            <a:gdLst/>
            <a:ahLst/>
            <a:cxnLst/>
            <a:rect l="l" t="t" r="r" b="b"/>
            <a:pathLst>
              <a:path w="277875" h="277875">
                <a:moveTo>
                  <a:pt x="0" y="0"/>
                </a:moveTo>
                <a:lnTo>
                  <a:pt x="277875" y="0"/>
                </a:lnTo>
                <a:lnTo>
                  <a:pt x="277875" y="277875"/>
                </a:lnTo>
                <a:lnTo>
                  <a:pt x="0" y="2778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4" name="TextBox 354"/>
          <p:cNvSpPr txBox="1"/>
          <p:nvPr/>
        </p:nvSpPr>
        <p:spPr>
          <a:xfrm>
            <a:off x="15479044" y="7053010"/>
            <a:ext cx="264806" cy="55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55" name="TextBox 355"/>
          <p:cNvSpPr txBox="1"/>
          <p:nvPr/>
        </p:nvSpPr>
        <p:spPr>
          <a:xfrm>
            <a:off x="15360852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56" name="TextBox 356"/>
          <p:cNvSpPr txBox="1"/>
          <p:nvPr/>
        </p:nvSpPr>
        <p:spPr>
          <a:xfrm>
            <a:off x="15729223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57" name="Freeform 357"/>
          <p:cNvSpPr/>
          <p:nvPr/>
        </p:nvSpPr>
        <p:spPr>
          <a:xfrm>
            <a:off x="15530970" y="6878375"/>
            <a:ext cx="156629" cy="117472"/>
          </a:xfrm>
          <a:custGeom>
            <a:avLst/>
            <a:gdLst/>
            <a:ahLst/>
            <a:cxnLst/>
            <a:rect l="l" t="t" r="r" b="b"/>
            <a:pathLst>
              <a:path w="156629" h="117472">
                <a:moveTo>
                  <a:pt x="0" y="0"/>
                </a:moveTo>
                <a:lnTo>
                  <a:pt x="156629" y="0"/>
                </a:lnTo>
                <a:lnTo>
                  <a:pt x="156629" y="117472"/>
                </a:lnTo>
                <a:lnTo>
                  <a:pt x="0" y="117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8" name="Freeform 358"/>
          <p:cNvSpPr/>
          <p:nvPr/>
        </p:nvSpPr>
        <p:spPr>
          <a:xfrm rot="-4941124">
            <a:off x="15340108" y="6908213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0" y="0"/>
                </a:moveTo>
                <a:lnTo>
                  <a:pt x="88237" y="0"/>
                </a:lnTo>
                <a:lnTo>
                  <a:pt x="88237" y="57796"/>
                </a:lnTo>
                <a:lnTo>
                  <a:pt x="0" y="577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9" name="Freeform 359"/>
          <p:cNvSpPr/>
          <p:nvPr/>
        </p:nvSpPr>
        <p:spPr>
          <a:xfrm rot="5120367" flipH="1">
            <a:off x="15787847" y="6906962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88238" y="0"/>
                </a:moveTo>
                <a:lnTo>
                  <a:pt x="0" y="0"/>
                </a:lnTo>
                <a:lnTo>
                  <a:pt x="0" y="57796"/>
                </a:lnTo>
                <a:lnTo>
                  <a:pt x="88238" y="57796"/>
                </a:lnTo>
                <a:lnTo>
                  <a:pt x="8823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0" name="Freeform 360"/>
          <p:cNvSpPr/>
          <p:nvPr/>
        </p:nvSpPr>
        <p:spPr>
          <a:xfrm>
            <a:off x="16593651" y="6708095"/>
            <a:ext cx="512201" cy="512201"/>
          </a:xfrm>
          <a:custGeom>
            <a:avLst/>
            <a:gdLst/>
            <a:ahLst/>
            <a:cxnLst/>
            <a:rect l="l" t="t" r="r" b="b"/>
            <a:pathLst>
              <a:path w="512201" h="512201">
                <a:moveTo>
                  <a:pt x="0" y="0"/>
                </a:moveTo>
                <a:lnTo>
                  <a:pt x="512201" y="0"/>
                </a:lnTo>
                <a:lnTo>
                  <a:pt x="512201" y="512201"/>
                </a:lnTo>
                <a:lnTo>
                  <a:pt x="0" y="5122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1" name="Freeform 361"/>
          <p:cNvSpPr/>
          <p:nvPr/>
        </p:nvSpPr>
        <p:spPr>
          <a:xfrm>
            <a:off x="16696740" y="6813154"/>
            <a:ext cx="319225" cy="170786"/>
          </a:xfrm>
          <a:custGeom>
            <a:avLst/>
            <a:gdLst/>
            <a:ahLst/>
            <a:cxnLst/>
            <a:rect l="l" t="t" r="r" b="b"/>
            <a:pathLst>
              <a:path w="319225" h="170786">
                <a:moveTo>
                  <a:pt x="0" y="0"/>
                </a:moveTo>
                <a:lnTo>
                  <a:pt x="319225" y="0"/>
                </a:lnTo>
                <a:lnTo>
                  <a:pt x="319225" y="170786"/>
                </a:lnTo>
                <a:lnTo>
                  <a:pt x="0" y="1707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2" name="TextBox 362"/>
          <p:cNvSpPr txBox="1"/>
          <p:nvPr/>
        </p:nvSpPr>
        <p:spPr>
          <a:xfrm>
            <a:off x="16653740" y="6726250"/>
            <a:ext cx="405225" cy="1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"/>
              </a:lnSpc>
              <a:spcBef>
                <a:spcPct val="0"/>
              </a:spcBef>
            </a:pPr>
            <a:r>
              <a:rPr lang="en-US" sz="543" b="1" spc="7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GAME TIME</a:t>
            </a:r>
          </a:p>
        </p:txBody>
      </p:sp>
      <p:sp>
        <p:nvSpPr>
          <p:cNvPr id="363" name="Freeform 363"/>
          <p:cNvSpPr/>
          <p:nvPr/>
        </p:nvSpPr>
        <p:spPr>
          <a:xfrm rot="2699999">
            <a:off x="16686006" y="6863848"/>
            <a:ext cx="331362" cy="331362"/>
          </a:xfrm>
          <a:custGeom>
            <a:avLst/>
            <a:gdLst/>
            <a:ahLst/>
            <a:cxnLst/>
            <a:rect l="l" t="t" r="r" b="b"/>
            <a:pathLst>
              <a:path w="331362" h="331362">
                <a:moveTo>
                  <a:pt x="0" y="0"/>
                </a:moveTo>
                <a:lnTo>
                  <a:pt x="331361" y="0"/>
                </a:lnTo>
                <a:lnTo>
                  <a:pt x="331361" y="331361"/>
                </a:lnTo>
                <a:lnTo>
                  <a:pt x="0" y="3313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4" name="TextBox 364"/>
          <p:cNvSpPr txBox="1"/>
          <p:nvPr/>
        </p:nvSpPr>
        <p:spPr>
          <a:xfrm>
            <a:off x="16776989" y="7133442"/>
            <a:ext cx="14552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 spc="2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65" name="Freeform 365"/>
          <p:cNvSpPr/>
          <p:nvPr/>
        </p:nvSpPr>
        <p:spPr>
          <a:xfrm rot="2699999">
            <a:off x="16725461" y="6985030"/>
            <a:ext cx="248582" cy="248582"/>
          </a:xfrm>
          <a:custGeom>
            <a:avLst/>
            <a:gdLst/>
            <a:ahLst/>
            <a:cxnLst/>
            <a:rect l="l" t="t" r="r" b="b"/>
            <a:pathLst>
              <a:path w="248582" h="248582">
                <a:moveTo>
                  <a:pt x="0" y="0"/>
                </a:moveTo>
                <a:lnTo>
                  <a:pt x="248581" y="0"/>
                </a:lnTo>
                <a:lnTo>
                  <a:pt x="248581" y="248582"/>
                </a:lnTo>
                <a:lnTo>
                  <a:pt x="0" y="2485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6" name="TextBox 366"/>
          <p:cNvSpPr txBox="1"/>
          <p:nvPr/>
        </p:nvSpPr>
        <p:spPr>
          <a:xfrm>
            <a:off x="16733241" y="7046728"/>
            <a:ext cx="236890" cy="50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"/>
              </a:lnSpc>
              <a:spcBef>
                <a:spcPct val="0"/>
              </a:spcBef>
            </a:pPr>
            <a:r>
              <a:rPr lang="en-US" sz="274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67" name="TextBox 367"/>
          <p:cNvSpPr txBox="1"/>
          <p:nvPr/>
        </p:nvSpPr>
        <p:spPr>
          <a:xfrm>
            <a:off x="16627509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68" name="TextBox 368"/>
          <p:cNvSpPr txBox="1"/>
          <p:nvPr/>
        </p:nvSpPr>
        <p:spPr>
          <a:xfrm>
            <a:off x="16957046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69" name="Freeform 369"/>
          <p:cNvSpPr/>
          <p:nvPr/>
        </p:nvSpPr>
        <p:spPr>
          <a:xfrm rot="-4941124">
            <a:off x="16608951" y="6918199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0" y="0"/>
                </a:moveTo>
                <a:lnTo>
                  <a:pt x="78936" y="0"/>
                </a:lnTo>
                <a:lnTo>
                  <a:pt x="78936" y="51703"/>
                </a:lnTo>
                <a:lnTo>
                  <a:pt x="0" y="51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0" name="Freeform 370"/>
          <p:cNvSpPr/>
          <p:nvPr/>
        </p:nvSpPr>
        <p:spPr>
          <a:xfrm rot="5120367" flipH="1">
            <a:off x="17009490" y="6917080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78936" y="0"/>
                </a:moveTo>
                <a:lnTo>
                  <a:pt x="0" y="0"/>
                </a:lnTo>
                <a:lnTo>
                  <a:pt x="0" y="51703"/>
                </a:lnTo>
                <a:lnTo>
                  <a:pt x="78936" y="51703"/>
                </a:lnTo>
                <a:lnTo>
                  <a:pt x="789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1" name="Freeform 371"/>
          <p:cNvSpPr/>
          <p:nvPr/>
        </p:nvSpPr>
        <p:spPr>
          <a:xfrm rot="-971120">
            <a:off x="16737559" y="6906151"/>
            <a:ext cx="51412" cy="48070"/>
          </a:xfrm>
          <a:custGeom>
            <a:avLst/>
            <a:gdLst/>
            <a:ahLst/>
            <a:cxnLst/>
            <a:rect l="l" t="t" r="r" b="b"/>
            <a:pathLst>
              <a:path w="51412" h="48070">
                <a:moveTo>
                  <a:pt x="0" y="0"/>
                </a:moveTo>
                <a:lnTo>
                  <a:pt x="51412" y="0"/>
                </a:lnTo>
                <a:lnTo>
                  <a:pt x="51412" y="48070"/>
                </a:lnTo>
                <a:lnTo>
                  <a:pt x="0" y="480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2" name="Freeform 372"/>
          <p:cNvSpPr/>
          <p:nvPr/>
        </p:nvSpPr>
        <p:spPr>
          <a:xfrm>
            <a:off x="16927244" y="6912896"/>
            <a:ext cx="51892" cy="51373"/>
          </a:xfrm>
          <a:custGeom>
            <a:avLst/>
            <a:gdLst/>
            <a:ahLst/>
            <a:cxnLst/>
            <a:rect l="l" t="t" r="r" b="b"/>
            <a:pathLst>
              <a:path w="51892" h="51373">
                <a:moveTo>
                  <a:pt x="0" y="0"/>
                </a:moveTo>
                <a:lnTo>
                  <a:pt x="51892" y="0"/>
                </a:lnTo>
                <a:lnTo>
                  <a:pt x="51892" y="51373"/>
                </a:lnTo>
                <a:lnTo>
                  <a:pt x="0" y="513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3" name="Freeform 373"/>
          <p:cNvSpPr/>
          <p:nvPr/>
        </p:nvSpPr>
        <p:spPr>
          <a:xfrm>
            <a:off x="16823806" y="6846441"/>
            <a:ext cx="51892" cy="53497"/>
          </a:xfrm>
          <a:custGeom>
            <a:avLst/>
            <a:gdLst/>
            <a:ahLst/>
            <a:cxnLst/>
            <a:rect l="l" t="t" r="r" b="b"/>
            <a:pathLst>
              <a:path w="51892" h="53497">
                <a:moveTo>
                  <a:pt x="0" y="0"/>
                </a:moveTo>
                <a:lnTo>
                  <a:pt x="51892" y="0"/>
                </a:lnTo>
                <a:lnTo>
                  <a:pt x="51892" y="53497"/>
                </a:lnTo>
                <a:lnTo>
                  <a:pt x="0" y="53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4" name="Freeform 374"/>
          <p:cNvSpPr/>
          <p:nvPr/>
        </p:nvSpPr>
        <p:spPr>
          <a:xfrm>
            <a:off x="16809056" y="6930186"/>
            <a:ext cx="103784" cy="77319"/>
          </a:xfrm>
          <a:custGeom>
            <a:avLst/>
            <a:gdLst/>
            <a:ahLst/>
            <a:cxnLst/>
            <a:rect l="l" t="t" r="r" b="b"/>
            <a:pathLst>
              <a:path w="103784" h="77319">
                <a:moveTo>
                  <a:pt x="0" y="0"/>
                </a:moveTo>
                <a:lnTo>
                  <a:pt x="103784" y="0"/>
                </a:lnTo>
                <a:lnTo>
                  <a:pt x="103784" y="77318"/>
                </a:lnTo>
                <a:lnTo>
                  <a:pt x="0" y="773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75" name="Group 375"/>
          <p:cNvGrpSpPr/>
          <p:nvPr/>
        </p:nvGrpSpPr>
        <p:grpSpPr>
          <a:xfrm>
            <a:off x="15139355" y="7395758"/>
            <a:ext cx="832144" cy="263817"/>
            <a:chOff x="0" y="0"/>
            <a:chExt cx="1509985" cy="478716"/>
          </a:xfrm>
        </p:grpSpPr>
        <p:sp>
          <p:nvSpPr>
            <p:cNvPr id="376" name="Freeform 376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TextBox 377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10/15/2026</a:t>
              </a:r>
            </a:p>
          </p:txBody>
        </p:sp>
      </p:grpSp>
      <p:grpSp>
        <p:nvGrpSpPr>
          <p:cNvPr id="378" name="Group 378"/>
          <p:cNvGrpSpPr/>
          <p:nvPr/>
        </p:nvGrpSpPr>
        <p:grpSpPr>
          <a:xfrm>
            <a:off x="16444211" y="7410761"/>
            <a:ext cx="832144" cy="263817"/>
            <a:chOff x="0" y="0"/>
            <a:chExt cx="1509985" cy="478716"/>
          </a:xfrm>
        </p:grpSpPr>
        <p:sp>
          <p:nvSpPr>
            <p:cNvPr id="379" name="Freeform 379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TextBox 380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10/20/2026</a:t>
              </a:r>
            </a:p>
          </p:txBody>
        </p:sp>
      </p:grpSp>
      <p:sp>
        <p:nvSpPr>
          <p:cNvPr id="381" name="Freeform 381"/>
          <p:cNvSpPr/>
          <p:nvPr/>
        </p:nvSpPr>
        <p:spPr>
          <a:xfrm>
            <a:off x="15097035" y="5020761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2" name="Freeform 382"/>
          <p:cNvSpPr/>
          <p:nvPr/>
        </p:nvSpPr>
        <p:spPr>
          <a:xfrm>
            <a:off x="16378839" y="5051558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3" name="Freeform 383"/>
          <p:cNvSpPr/>
          <p:nvPr/>
        </p:nvSpPr>
        <p:spPr>
          <a:xfrm>
            <a:off x="1381368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84" name="Group 384"/>
          <p:cNvGrpSpPr/>
          <p:nvPr/>
        </p:nvGrpSpPr>
        <p:grpSpPr>
          <a:xfrm>
            <a:off x="13880516" y="5912965"/>
            <a:ext cx="815881" cy="188337"/>
            <a:chOff x="0" y="0"/>
            <a:chExt cx="1523988" cy="351796"/>
          </a:xfrm>
        </p:grpSpPr>
        <p:sp>
          <p:nvSpPr>
            <p:cNvPr id="385" name="Freeform 385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TextBox 386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87" name="Group 387"/>
          <p:cNvGrpSpPr/>
          <p:nvPr/>
        </p:nvGrpSpPr>
        <p:grpSpPr>
          <a:xfrm>
            <a:off x="15172183" y="5901924"/>
            <a:ext cx="815881" cy="188337"/>
            <a:chOff x="0" y="0"/>
            <a:chExt cx="1523988" cy="351796"/>
          </a:xfrm>
        </p:grpSpPr>
        <p:sp>
          <p:nvSpPr>
            <p:cNvPr id="388" name="Freeform 388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TextBox 389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90" name="Group 390"/>
          <p:cNvGrpSpPr/>
          <p:nvPr/>
        </p:nvGrpSpPr>
        <p:grpSpPr>
          <a:xfrm>
            <a:off x="16444211" y="5873349"/>
            <a:ext cx="815881" cy="188337"/>
            <a:chOff x="0" y="0"/>
            <a:chExt cx="1523988" cy="351796"/>
          </a:xfrm>
        </p:grpSpPr>
        <p:sp>
          <p:nvSpPr>
            <p:cNvPr id="391" name="Freeform 391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TextBox 392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93" name="Freeform 393"/>
          <p:cNvSpPr/>
          <p:nvPr/>
        </p:nvSpPr>
        <p:spPr>
          <a:xfrm>
            <a:off x="13822064" y="5049504"/>
            <a:ext cx="116905" cy="140006"/>
          </a:xfrm>
          <a:custGeom>
            <a:avLst/>
            <a:gdLst/>
            <a:ahLst/>
            <a:cxnLst/>
            <a:rect l="l" t="t" r="r" b="b"/>
            <a:pathLst>
              <a:path w="116905" h="140006">
                <a:moveTo>
                  <a:pt x="0" y="0"/>
                </a:moveTo>
                <a:lnTo>
                  <a:pt x="116905" y="0"/>
                </a:lnTo>
                <a:lnTo>
                  <a:pt x="116905" y="140006"/>
                </a:lnTo>
                <a:lnTo>
                  <a:pt x="0" y="140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94" name="Group 394"/>
          <p:cNvGrpSpPr/>
          <p:nvPr/>
        </p:nvGrpSpPr>
        <p:grpSpPr>
          <a:xfrm>
            <a:off x="13607026" y="2270742"/>
            <a:ext cx="3879320" cy="6571159"/>
            <a:chOff x="0" y="0"/>
            <a:chExt cx="601008" cy="1018045"/>
          </a:xfrm>
        </p:grpSpPr>
        <p:sp>
          <p:nvSpPr>
            <p:cNvPr id="395" name="Freeform 395"/>
            <p:cNvSpPr/>
            <p:nvPr/>
          </p:nvSpPr>
          <p:spPr>
            <a:xfrm>
              <a:off x="0" y="0"/>
              <a:ext cx="601008" cy="1018045"/>
            </a:xfrm>
            <a:custGeom>
              <a:avLst/>
              <a:gdLst/>
              <a:ahLst/>
              <a:cxnLst/>
              <a:rect l="l" t="t" r="r" b="b"/>
              <a:pathLst>
                <a:path w="601008" h="1018045">
                  <a:moveTo>
                    <a:pt x="45901" y="0"/>
                  </a:moveTo>
                  <a:lnTo>
                    <a:pt x="555107" y="0"/>
                  </a:lnTo>
                  <a:cubicBezTo>
                    <a:pt x="580458" y="0"/>
                    <a:pt x="601008" y="20551"/>
                    <a:pt x="601008" y="45901"/>
                  </a:cubicBezTo>
                  <a:lnTo>
                    <a:pt x="601008" y="972144"/>
                  </a:lnTo>
                  <a:cubicBezTo>
                    <a:pt x="601008" y="997494"/>
                    <a:pt x="580458" y="1018045"/>
                    <a:pt x="555107" y="1018045"/>
                  </a:cubicBezTo>
                  <a:lnTo>
                    <a:pt x="45901" y="1018045"/>
                  </a:lnTo>
                  <a:cubicBezTo>
                    <a:pt x="20551" y="1018045"/>
                    <a:pt x="0" y="997494"/>
                    <a:pt x="0" y="972144"/>
                  </a:cubicBezTo>
                  <a:lnTo>
                    <a:pt x="0" y="45901"/>
                  </a:lnTo>
                  <a:cubicBezTo>
                    <a:pt x="0" y="20551"/>
                    <a:pt x="20551" y="0"/>
                    <a:pt x="45901" y="0"/>
                  </a:cubicBezTo>
                  <a:close/>
                </a:path>
              </a:pathLst>
            </a:custGeom>
            <a:blipFill>
              <a:blip r:embed="rId41"/>
              <a:stretch>
                <a:fillRect t="-16059" r="-6508" b="-845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6" name="Group 396"/>
          <p:cNvGrpSpPr/>
          <p:nvPr/>
        </p:nvGrpSpPr>
        <p:grpSpPr>
          <a:xfrm>
            <a:off x="13988674" y="4745791"/>
            <a:ext cx="3045280" cy="1445640"/>
            <a:chOff x="0" y="0"/>
            <a:chExt cx="4060374" cy="1927520"/>
          </a:xfrm>
        </p:grpSpPr>
        <p:grpSp>
          <p:nvGrpSpPr>
            <p:cNvPr id="397" name="Group 397"/>
            <p:cNvGrpSpPr/>
            <p:nvPr/>
          </p:nvGrpSpPr>
          <p:grpSpPr>
            <a:xfrm>
              <a:off x="0" y="0"/>
              <a:ext cx="4060374" cy="1927520"/>
              <a:chOff x="0" y="0"/>
              <a:chExt cx="802049" cy="380745"/>
            </a:xfrm>
          </p:grpSpPr>
          <p:sp>
            <p:nvSpPr>
              <p:cNvPr id="398" name="Freeform 398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" name="TextBox 399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 earned! Added to CRAMMING board 🎉</a:t>
                </a:r>
              </a:p>
            </p:txBody>
          </p:sp>
        </p:grpSp>
        <p:sp>
          <p:nvSpPr>
            <p:cNvPr id="400" name="Freeform 400"/>
            <p:cNvSpPr/>
            <p:nvPr/>
          </p:nvSpPr>
          <p:spPr>
            <a:xfrm>
              <a:off x="1859933" y="194804"/>
              <a:ext cx="384340" cy="486507"/>
            </a:xfrm>
            <a:custGeom>
              <a:avLst/>
              <a:gdLst/>
              <a:ahLst/>
              <a:cxnLst/>
              <a:rect l="l" t="t" r="r" b="b"/>
              <a:pathLst>
                <a:path w="384340" h="486507">
                  <a:moveTo>
                    <a:pt x="0" y="0"/>
                  </a:moveTo>
                  <a:lnTo>
                    <a:pt x="384341" y="0"/>
                  </a:lnTo>
                  <a:lnTo>
                    <a:pt x="384341" y="486506"/>
                  </a:lnTo>
                  <a:lnTo>
                    <a:pt x="0" y="4865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1" name="Group 401"/>
          <p:cNvGrpSpPr/>
          <p:nvPr/>
        </p:nvGrpSpPr>
        <p:grpSpPr>
          <a:xfrm>
            <a:off x="8716695" y="9263675"/>
            <a:ext cx="3532819" cy="580191"/>
            <a:chOff x="0" y="0"/>
            <a:chExt cx="5623571" cy="923552"/>
          </a:xfrm>
        </p:grpSpPr>
        <p:sp>
          <p:nvSpPr>
            <p:cNvPr id="402" name="Freeform 40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TextBox 40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Loading </a:t>
              </a:r>
            </a:p>
          </p:txBody>
        </p:sp>
      </p:grpSp>
      <p:grpSp>
        <p:nvGrpSpPr>
          <p:cNvPr id="404" name="Group 404"/>
          <p:cNvGrpSpPr/>
          <p:nvPr/>
        </p:nvGrpSpPr>
        <p:grpSpPr>
          <a:xfrm>
            <a:off x="13474601" y="9258300"/>
            <a:ext cx="3970969" cy="655967"/>
            <a:chOff x="0" y="0"/>
            <a:chExt cx="6321021" cy="1044174"/>
          </a:xfrm>
        </p:grpSpPr>
        <p:sp>
          <p:nvSpPr>
            <p:cNvPr id="405" name="Freeform 405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TextBox 406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</a:t>
              </a:r>
            </a:p>
          </p:txBody>
        </p:sp>
      </p:grpSp>
      <p:grpSp>
        <p:nvGrpSpPr>
          <p:cNvPr id="407" name="Group 407"/>
          <p:cNvGrpSpPr/>
          <p:nvPr/>
        </p:nvGrpSpPr>
        <p:grpSpPr>
          <a:xfrm>
            <a:off x="12524383" y="9405180"/>
            <a:ext cx="724412" cy="362206"/>
            <a:chOff x="0" y="0"/>
            <a:chExt cx="812800" cy="406400"/>
          </a:xfrm>
        </p:grpSpPr>
        <p:sp>
          <p:nvSpPr>
            <p:cNvPr id="408" name="Freeform 40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TextBox 40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0" name="Group 410"/>
          <p:cNvGrpSpPr/>
          <p:nvPr/>
        </p:nvGrpSpPr>
        <p:grpSpPr>
          <a:xfrm>
            <a:off x="12626335" y="5253656"/>
            <a:ext cx="724412" cy="362206"/>
            <a:chOff x="0" y="0"/>
            <a:chExt cx="812800" cy="406400"/>
          </a:xfrm>
        </p:grpSpPr>
        <p:sp>
          <p:nvSpPr>
            <p:cNvPr id="411" name="Freeform 41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TextBox 412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3" name="Group 2">
            <a:extLst>
              <a:ext uri="{FF2B5EF4-FFF2-40B4-BE49-F238E27FC236}">
                <a16:creationId xmlns:a16="http://schemas.microsoft.com/office/drawing/2014/main" id="{E3DC889B-5D29-A3CF-8AE9-DD3E9C8C9493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14" name="Freeform 3">
              <a:extLst>
                <a:ext uri="{FF2B5EF4-FFF2-40B4-BE49-F238E27FC236}">
                  <a16:creationId xmlns:a16="http://schemas.microsoft.com/office/drawing/2014/main" id="{52C106F9-84B5-10D6-7125-B728B9CBEBDA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TextBox 4">
              <a:extLst>
                <a:ext uri="{FF2B5EF4-FFF2-40B4-BE49-F238E27FC236}">
                  <a16:creationId xmlns:a16="http://schemas.microsoft.com/office/drawing/2014/main" id="{CBF11C12-AAA1-77B8-F646-A5DD23F48DC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16" name="Group 5">
            <a:extLst>
              <a:ext uri="{FF2B5EF4-FFF2-40B4-BE49-F238E27FC236}">
                <a16:creationId xmlns:a16="http://schemas.microsoft.com/office/drawing/2014/main" id="{2DDE2CAD-D918-4318-1C02-675AC14C81A0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7" name="Freeform 6">
              <a:extLst>
                <a:ext uri="{FF2B5EF4-FFF2-40B4-BE49-F238E27FC236}">
                  <a16:creationId xmlns:a16="http://schemas.microsoft.com/office/drawing/2014/main" id="{C4FFFD2D-0C46-FA2A-F5C0-20111552AA0B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TextBox 7">
              <a:extLst>
                <a:ext uri="{FF2B5EF4-FFF2-40B4-BE49-F238E27FC236}">
                  <a16:creationId xmlns:a16="http://schemas.microsoft.com/office/drawing/2014/main" id="{5FAE9D5B-8800-C899-4278-6BAF7516AF7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19" name="Group 8">
            <a:extLst>
              <a:ext uri="{FF2B5EF4-FFF2-40B4-BE49-F238E27FC236}">
                <a16:creationId xmlns:a16="http://schemas.microsoft.com/office/drawing/2014/main" id="{4FBAA1C8-441C-648D-8F6A-B2CBFD66EE5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20" name="Freeform 9">
              <a:extLst>
                <a:ext uri="{FF2B5EF4-FFF2-40B4-BE49-F238E27FC236}">
                  <a16:creationId xmlns:a16="http://schemas.microsoft.com/office/drawing/2014/main" id="{940ED5AF-1F74-8147-E2C0-B9BA8E22DFA5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TextBox 10">
              <a:extLst>
                <a:ext uri="{FF2B5EF4-FFF2-40B4-BE49-F238E27FC236}">
                  <a16:creationId xmlns:a16="http://schemas.microsoft.com/office/drawing/2014/main" id="{0C9AF25B-51C9-990E-F366-54172EBD862D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440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227429"/>
            <a:ext cx="4023360" cy="2428079"/>
            <a:chOff x="0" y="0"/>
            <a:chExt cx="5364480" cy="32374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3237438"/>
            </a:xfrm>
            <a:custGeom>
              <a:avLst/>
              <a:gdLst/>
              <a:ahLst/>
              <a:cxnLst/>
              <a:rect l="l" t="t" r="r" b="b"/>
              <a:pathLst>
                <a:path w="5364480" h="3237438">
                  <a:moveTo>
                    <a:pt x="0" y="0"/>
                  </a:moveTo>
                  <a:lnTo>
                    <a:pt x="5364480" y="0"/>
                  </a:lnTo>
                  <a:lnTo>
                    <a:pt x="5364480" y="3237438"/>
                  </a:lnTo>
                  <a:lnTo>
                    <a:pt x="0" y="3237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8169" r="-172727" b="20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3294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added in Cramming Community Board feed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see BeReal Passport stamp added to their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be able to view other user’s community board post with BeReal Passport stamp</a:t>
              </a:r>
            </a:p>
            <a:p>
              <a:pPr algn="l">
                <a:lnSpc>
                  <a:spcPts val="2340"/>
                </a:lnSpc>
              </a:pPr>
              <a:endParaRPr lang="en-US" sz="1800" b="1" spc="59" dirty="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endParaRPr>
            </a:p>
          </p:txBody>
        </p:sp>
      </p:grpSp>
      <p:pic>
        <p:nvPicPr>
          <p:cNvPr id="134" name="Picture 133">
            <a:extLst>
              <a:ext uri="{FF2B5EF4-FFF2-40B4-BE49-F238E27FC236}">
                <a16:creationId xmlns:a16="http://schemas.microsoft.com/office/drawing/2014/main" id="{3DAEDDE3-9B2E-CC53-BF57-61B0D1B22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9200" y="1489245"/>
            <a:ext cx="4203700" cy="83058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96954100-FD50-F4FE-548D-2D63255EADE2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5455BF2E-334F-88A7-010B-57102CC3E62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B1E0BC07-7D82-2F75-4A0A-54FDE2A2D8E2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25416E39-B999-81C3-0D73-7243A9866A9E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C388D9F-8584-1881-219C-8AABDADAD95C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1AF94CEC-2133-E2BE-114D-E7CE4EC689CB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5FF34FCA-4072-FE02-F5C8-89D929E3ED7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340922E8-C79A-1645-F878-C8624A52B48B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6246972D-19A1-A800-8678-F0AA53A7E77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274336"/>
            <a:ext cx="4296770" cy="5380829"/>
            <a:chOff x="0" y="0"/>
            <a:chExt cx="5729027" cy="7174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7174438"/>
            </a:xfrm>
            <a:custGeom>
              <a:avLst/>
              <a:gdLst/>
              <a:ahLst/>
              <a:cxnLst/>
              <a:rect l="l" t="t" r="r" b="b"/>
              <a:pathLst>
                <a:path w="5729027" h="7174438">
                  <a:moveTo>
                    <a:pt x="0" y="0"/>
                  </a:moveTo>
                  <a:lnTo>
                    <a:pt x="5729027" y="0"/>
                  </a:lnTo>
                  <a:lnTo>
                    <a:pt x="5729027" y="7174438"/>
                  </a:lnTo>
                  <a:lnTo>
                    <a:pt x="0" y="7174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5273" r="-155373" b="5580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7231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Prompt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user has opt-in to join 1 or more community boards, ‘Today Screen’ will show October snapshot.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 view of all the community boards available for the month (themed &amp; sponsored)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community board snapshot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State (locked or unlocked)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Image of Real Passport stamp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have posted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Post </a:t>
              </a:r>
            </a:p>
          </p:txBody>
        </p:sp>
      </p:grpSp>
      <p:grpSp>
        <p:nvGrpSpPr>
          <p:cNvPr id="421" name="Group 421"/>
          <p:cNvGrpSpPr/>
          <p:nvPr/>
        </p:nvGrpSpPr>
        <p:grpSpPr>
          <a:xfrm>
            <a:off x="960120" y="2876066"/>
            <a:ext cx="6683359" cy="1303020"/>
            <a:chOff x="0" y="0"/>
            <a:chExt cx="8911146" cy="1737360"/>
          </a:xfrm>
        </p:grpSpPr>
        <p:grpSp>
          <p:nvGrpSpPr>
            <p:cNvPr id="422" name="Group 422"/>
            <p:cNvGrpSpPr/>
            <p:nvPr/>
          </p:nvGrpSpPr>
          <p:grpSpPr>
            <a:xfrm>
              <a:off x="0" y="0"/>
              <a:ext cx="5729027" cy="1737360"/>
              <a:chOff x="0" y="0"/>
              <a:chExt cx="5729027" cy="1737360"/>
            </a:xfrm>
          </p:grpSpPr>
          <p:sp>
            <p:nvSpPr>
              <p:cNvPr id="423" name="Freeform 423"/>
              <p:cNvSpPr/>
              <p:nvPr/>
            </p:nvSpPr>
            <p:spPr>
              <a:xfrm>
                <a:off x="0" y="0"/>
                <a:ext cx="572902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5729027" h="1737360">
                    <a:moveTo>
                      <a:pt x="0" y="0"/>
                    </a:moveTo>
                    <a:lnTo>
                      <a:pt x="5729027" y="0"/>
                    </a:lnTo>
                    <a:lnTo>
                      <a:pt x="572902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235177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TextBox 424"/>
              <p:cNvSpPr txBox="1"/>
              <p:nvPr/>
            </p:nvSpPr>
            <p:spPr>
              <a:xfrm>
                <a:off x="0" y="38100"/>
                <a:ext cx="5729027" cy="169926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120"/>
                  </a:lnSpc>
                </a:pPr>
                <a:r>
                  <a:rPr lang="en-US" sz="4799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 Screen </a:t>
                </a:r>
              </a:p>
            </p:txBody>
          </p:sp>
        </p:grpSp>
        <p:grpSp>
          <p:nvGrpSpPr>
            <p:cNvPr id="425" name="Group 425"/>
            <p:cNvGrpSpPr/>
            <p:nvPr/>
          </p:nvGrpSpPr>
          <p:grpSpPr>
            <a:xfrm>
              <a:off x="5558238" y="0"/>
              <a:ext cx="3352907" cy="1737360"/>
              <a:chOff x="0" y="0"/>
              <a:chExt cx="3352907" cy="1737360"/>
            </a:xfrm>
          </p:grpSpPr>
          <p:sp>
            <p:nvSpPr>
              <p:cNvPr id="426" name="Freeform 426"/>
              <p:cNvSpPr/>
              <p:nvPr/>
            </p:nvSpPr>
            <p:spPr>
              <a:xfrm>
                <a:off x="0" y="0"/>
                <a:ext cx="335290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3352907" h="1737360">
                    <a:moveTo>
                      <a:pt x="0" y="0"/>
                    </a:moveTo>
                    <a:lnTo>
                      <a:pt x="3352907" y="0"/>
                    </a:lnTo>
                    <a:lnTo>
                      <a:pt x="335290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472708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" name="TextBox 427"/>
              <p:cNvSpPr txBox="1"/>
              <p:nvPr/>
            </p:nvSpPr>
            <p:spPr>
              <a:xfrm>
                <a:off x="0" y="9525"/>
                <a:ext cx="3352907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 i="1">
                    <a:solidFill>
                      <a:srgbClr val="FFFFFF"/>
                    </a:solidFill>
                    <a:latin typeface="Arial Bold Italics"/>
                    <a:ea typeface="Arial Bold Italics"/>
                    <a:cs typeface="Arial Bold Italics"/>
                    <a:sym typeface="Arial Bold Italics"/>
                  </a:rPr>
                  <a:t>(Returning User) </a:t>
                </a:r>
              </a:p>
            </p:txBody>
          </p:sp>
        </p:grpSp>
      </p:grpSp>
      <p:grpSp>
        <p:nvGrpSpPr>
          <p:cNvPr id="428" name="Group 428"/>
          <p:cNvGrpSpPr/>
          <p:nvPr/>
        </p:nvGrpSpPr>
        <p:grpSpPr>
          <a:xfrm>
            <a:off x="8745156" y="9263675"/>
            <a:ext cx="3532819" cy="580191"/>
            <a:chOff x="0" y="0"/>
            <a:chExt cx="5623571" cy="923552"/>
          </a:xfrm>
        </p:grpSpPr>
        <p:sp>
          <p:nvSpPr>
            <p:cNvPr id="429" name="Freeform 429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TextBox 430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Daily Prompt </a:t>
              </a:r>
            </a:p>
          </p:txBody>
        </p:sp>
      </p:grpSp>
      <p:grpSp>
        <p:nvGrpSpPr>
          <p:cNvPr id="431" name="Group 431"/>
          <p:cNvGrpSpPr/>
          <p:nvPr/>
        </p:nvGrpSpPr>
        <p:grpSpPr>
          <a:xfrm>
            <a:off x="13503061" y="9258300"/>
            <a:ext cx="3970969" cy="655967"/>
            <a:chOff x="0" y="0"/>
            <a:chExt cx="6321021" cy="1044174"/>
          </a:xfrm>
        </p:grpSpPr>
        <p:sp>
          <p:nvSpPr>
            <p:cNvPr id="432" name="Freeform 432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TextBox 433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Snapshot</a:t>
              </a:r>
            </a:p>
          </p:txBody>
        </p:sp>
      </p:grpSp>
      <p:grpSp>
        <p:nvGrpSpPr>
          <p:cNvPr id="434" name="Group 434"/>
          <p:cNvGrpSpPr/>
          <p:nvPr/>
        </p:nvGrpSpPr>
        <p:grpSpPr>
          <a:xfrm>
            <a:off x="12552843" y="9405180"/>
            <a:ext cx="724412" cy="362206"/>
            <a:chOff x="0" y="0"/>
            <a:chExt cx="812800" cy="406400"/>
          </a:xfrm>
        </p:grpSpPr>
        <p:sp>
          <p:nvSpPr>
            <p:cNvPr id="435" name="Freeform 4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TextBox 436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37" name="Group 437"/>
          <p:cNvGrpSpPr/>
          <p:nvPr/>
        </p:nvGrpSpPr>
        <p:grpSpPr>
          <a:xfrm>
            <a:off x="12552843" y="4962397"/>
            <a:ext cx="724412" cy="362206"/>
            <a:chOff x="0" y="0"/>
            <a:chExt cx="812800" cy="406400"/>
          </a:xfrm>
        </p:grpSpPr>
        <p:sp>
          <p:nvSpPr>
            <p:cNvPr id="438" name="Freeform 4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TextBox 43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41" name="Picture 440">
            <a:extLst>
              <a:ext uri="{FF2B5EF4-FFF2-40B4-BE49-F238E27FC236}">
                <a16:creationId xmlns:a16="http://schemas.microsoft.com/office/drawing/2014/main" id="{FEBDE941-309E-ABE4-B24D-4DE0D433B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0" y="1009650"/>
            <a:ext cx="4191000" cy="8267700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A1AD42E6-B3EE-E04A-126E-3225BB9B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427" y="1042988"/>
            <a:ext cx="4191000" cy="82677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B1372436-C123-38FE-D11F-DE2670972F76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94280446-ADAC-4D9F-687A-A4B9B4A1F05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7A43BA61-DB86-BCC6-7F34-3F92941D025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D7483EBA-68E7-044B-073E-75B84993699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F2E1BBDD-2F2A-3DC2-666A-8ED9AA90E84A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C5B30416-E09B-CB74-E50A-18542426CCCA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9459A0D8-FEEF-003E-5F03-473F9FDB13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C25D21DA-7E43-80DC-76ED-711FDCF7471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0522033B-640B-FCB5-DBC4-D13A671A181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179086"/>
            <a:ext cx="4296770" cy="3609179"/>
            <a:chOff x="0" y="0"/>
            <a:chExt cx="5729027" cy="48122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streak-breaking guilt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for tomorrow’s engagement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pressure to post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2876066"/>
            <a:ext cx="4296770" cy="1303020"/>
            <a:chOff x="0" y="0"/>
            <a:chExt cx="5729027" cy="17373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Reminders 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3729" y="3070291"/>
            <a:ext cx="3225514" cy="6382234"/>
            <a:chOff x="0" y="0"/>
            <a:chExt cx="4300685" cy="8509645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300685" cy="8509645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01887" y="124666"/>
              <a:ext cx="3925499" cy="822023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5592" y="74448"/>
              <a:ext cx="4049501" cy="8270452"/>
              <a:chOff x="0" y="0"/>
              <a:chExt cx="666980" cy="1362199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52116" r="-52116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243723" y="232687"/>
              <a:ext cx="1641826" cy="382679"/>
              <a:chOff x="0" y="0"/>
              <a:chExt cx="420515" cy="9801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420515" cy="98014"/>
              </a:xfrm>
              <a:custGeom>
                <a:avLst/>
                <a:gdLst/>
                <a:ahLst/>
                <a:cxnLst/>
                <a:rect l="l" t="t" r="r" b="b"/>
                <a:pathLst>
                  <a:path w="420515" h="98014">
                    <a:moveTo>
                      <a:pt x="49007" y="0"/>
                    </a:moveTo>
                    <a:lnTo>
                      <a:pt x="371508" y="0"/>
                    </a:lnTo>
                    <a:cubicBezTo>
                      <a:pt x="398573" y="0"/>
                      <a:pt x="420515" y="21941"/>
                      <a:pt x="420515" y="49007"/>
                    </a:cubicBezTo>
                    <a:lnTo>
                      <a:pt x="420515" y="49007"/>
                    </a:lnTo>
                    <a:cubicBezTo>
                      <a:pt x="420515" y="62005"/>
                      <a:pt x="415351" y="74470"/>
                      <a:pt x="406161" y="83660"/>
                    </a:cubicBezTo>
                    <a:cubicBezTo>
                      <a:pt x="396970" y="92851"/>
                      <a:pt x="384505" y="98014"/>
                      <a:pt x="371508" y="98014"/>
                    </a:cubicBezTo>
                    <a:lnTo>
                      <a:pt x="49007" y="98014"/>
                    </a:lnTo>
                    <a:cubicBezTo>
                      <a:pt x="21941" y="98014"/>
                      <a:pt x="0" y="76073"/>
                      <a:pt x="0" y="49007"/>
                    </a:cubicBezTo>
                    <a:lnTo>
                      <a:pt x="0" y="49007"/>
                    </a:lnTo>
                    <a:cubicBezTo>
                      <a:pt x="0" y="21941"/>
                      <a:pt x="21941" y="0"/>
                      <a:pt x="49007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420515" cy="14563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2556529" y="306454"/>
              <a:ext cx="194605" cy="194605"/>
            </a:xfrm>
            <a:custGeom>
              <a:avLst/>
              <a:gdLst/>
              <a:ahLst/>
              <a:cxnLst/>
              <a:rect l="l" t="t" r="r" b="b"/>
              <a:pathLst>
                <a:path w="194605" h="194605">
                  <a:moveTo>
                    <a:pt x="0" y="0"/>
                  </a:moveTo>
                  <a:lnTo>
                    <a:pt x="194605" y="0"/>
                  </a:lnTo>
                  <a:lnTo>
                    <a:pt x="194605" y="194605"/>
                  </a:lnTo>
                  <a:lnTo>
                    <a:pt x="0" y="1946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402768" y="290611"/>
              <a:ext cx="159536" cy="226292"/>
            </a:xfrm>
            <a:custGeom>
              <a:avLst/>
              <a:gdLst/>
              <a:ahLst/>
              <a:cxnLst/>
              <a:rect l="l" t="t" r="r" b="b"/>
              <a:pathLst>
                <a:path w="159536" h="226292">
                  <a:moveTo>
                    <a:pt x="0" y="0"/>
                  </a:moveTo>
                  <a:lnTo>
                    <a:pt x="159535" y="0"/>
                  </a:lnTo>
                  <a:lnTo>
                    <a:pt x="159535" y="226291"/>
                  </a:lnTo>
                  <a:lnTo>
                    <a:pt x="0" y="226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754570" y="7956753"/>
              <a:ext cx="2791546" cy="251239"/>
            </a:xfrm>
            <a:custGeom>
              <a:avLst/>
              <a:gdLst/>
              <a:ahLst/>
              <a:cxnLst/>
              <a:rect l="l" t="t" r="r" b="b"/>
              <a:pathLst>
                <a:path w="2791546" h="251239">
                  <a:moveTo>
                    <a:pt x="0" y="0"/>
                  </a:moveTo>
                  <a:lnTo>
                    <a:pt x="2791546" y="0"/>
                  </a:lnTo>
                  <a:lnTo>
                    <a:pt x="2791546" y="251239"/>
                  </a:lnTo>
                  <a:lnTo>
                    <a:pt x="0" y="251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3086531" y="134742"/>
              <a:ext cx="625715" cy="625715"/>
            </a:xfrm>
            <a:custGeom>
              <a:avLst/>
              <a:gdLst/>
              <a:ahLst/>
              <a:cxnLst/>
              <a:rect l="l" t="t" r="r" b="b"/>
              <a:pathLst>
                <a:path w="625715" h="625715">
                  <a:moveTo>
                    <a:pt x="0" y="0"/>
                  </a:moveTo>
                  <a:lnTo>
                    <a:pt x="625715" y="0"/>
                  </a:lnTo>
                  <a:lnTo>
                    <a:pt x="625715" y="625714"/>
                  </a:lnTo>
                  <a:lnTo>
                    <a:pt x="0" y="625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308866" y="333014"/>
              <a:ext cx="181045" cy="229171"/>
            </a:xfrm>
            <a:custGeom>
              <a:avLst/>
              <a:gdLst/>
              <a:ahLst/>
              <a:cxnLst/>
              <a:rect l="l" t="t" r="r" b="b"/>
              <a:pathLst>
                <a:path w="181045" h="229171">
                  <a:moveTo>
                    <a:pt x="0" y="0"/>
                  </a:moveTo>
                  <a:lnTo>
                    <a:pt x="181045" y="0"/>
                  </a:lnTo>
                  <a:lnTo>
                    <a:pt x="181045" y="229170"/>
                  </a:lnTo>
                  <a:lnTo>
                    <a:pt x="0" y="2291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728241" y="4356288"/>
              <a:ext cx="2671148" cy="903830"/>
              <a:chOff x="0" y="0"/>
              <a:chExt cx="581580" cy="19678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581580" cy="196788"/>
              </a:xfrm>
              <a:custGeom>
                <a:avLst/>
                <a:gdLst/>
                <a:ahLst/>
                <a:cxnLst/>
                <a:rect l="l" t="t" r="r" b="b"/>
                <a:pathLst>
                  <a:path w="581580" h="196788">
                    <a:moveTo>
                      <a:pt x="98394" y="0"/>
                    </a:moveTo>
                    <a:lnTo>
                      <a:pt x="483186" y="0"/>
                    </a:lnTo>
                    <a:cubicBezTo>
                      <a:pt x="509282" y="0"/>
                      <a:pt x="534309" y="10366"/>
                      <a:pt x="552761" y="28819"/>
                    </a:cubicBezTo>
                    <a:cubicBezTo>
                      <a:pt x="571213" y="47271"/>
                      <a:pt x="581580" y="72298"/>
                      <a:pt x="581580" y="98394"/>
                    </a:cubicBezTo>
                    <a:lnTo>
                      <a:pt x="581580" y="98394"/>
                    </a:lnTo>
                    <a:cubicBezTo>
                      <a:pt x="581580" y="152735"/>
                      <a:pt x="537527" y="196788"/>
                      <a:pt x="483186" y="196788"/>
                    </a:cubicBezTo>
                    <a:lnTo>
                      <a:pt x="98394" y="196788"/>
                    </a:lnTo>
                    <a:cubicBezTo>
                      <a:pt x="44052" y="196788"/>
                      <a:pt x="0" y="152735"/>
                      <a:pt x="0" y="98394"/>
                    </a:cubicBezTo>
                    <a:lnTo>
                      <a:pt x="0" y="98394"/>
                    </a:lnTo>
                    <a:cubicBezTo>
                      <a:pt x="0" y="44052"/>
                      <a:pt x="44052" y="0"/>
                      <a:pt x="98394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t="-48265" b="-4826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030488" y="4630105"/>
              <a:ext cx="356197" cy="356197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38888" r="-3888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288176" y="4562896"/>
              <a:ext cx="134417" cy="134417"/>
            </a:xfrm>
            <a:custGeom>
              <a:avLst/>
              <a:gdLst/>
              <a:ahLst/>
              <a:cxnLst/>
              <a:rect l="l" t="t" r="r" b="b"/>
              <a:pathLst>
                <a:path w="134417" h="134417">
                  <a:moveTo>
                    <a:pt x="0" y="0"/>
                  </a:moveTo>
                  <a:lnTo>
                    <a:pt x="134417" y="0"/>
                  </a:lnTo>
                  <a:lnTo>
                    <a:pt x="134417" y="134418"/>
                  </a:lnTo>
                  <a:lnTo>
                    <a:pt x="0" y="13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1326127" y="4593070"/>
              <a:ext cx="58516" cy="74071"/>
            </a:xfrm>
            <a:custGeom>
              <a:avLst/>
              <a:gdLst/>
              <a:ahLst/>
              <a:cxnLst/>
              <a:rect l="l" t="t" r="r" b="b"/>
              <a:pathLst>
                <a:path w="58516" h="74071">
                  <a:moveTo>
                    <a:pt x="0" y="0"/>
                  </a:moveTo>
                  <a:lnTo>
                    <a:pt x="58516" y="0"/>
                  </a:lnTo>
                  <a:lnTo>
                    <a:pt x="58516" y="74070"/>
                  </a:lnTo>
                  <a:lnTo>
                    <a:pt x="0" y="74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03907" y="4779628"/>
              <a:ext cx="1639548" cy="331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19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Friends Have Posted To CRAMMING Board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725935" y="4494876"/>
              <a:ext cx="1195492" cy="251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1"/>
                </a:lnSpc>
                <a:spcBef>
                  <a:spcPct val="0"/>
                </a:spcBef>
              </a:pPr>
              <a:r>
                <a:rPr lang="en-US" sz="117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👀 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468725" y="912213"/>
              <a:ext cx="1363235" cy="283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7"/>
                </a:lnSpc>
                <a:spcBef>
                  <a:spcPct val="0"/>
                </a:spcBef>
              </a:pPr>
              <a:r>
                <a:rPr lang="en-US" sz="127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SUN Oct 18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051" y="1172713"/>
              <a:ext cx="2640582" cy="10355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8"/>
                </a:lnSpc>
                <a:spcBef>
                  <a:spcPct val="0"/>
                </a:spcBef>
              </a:pPr>
              <a:r>
                <a:rPr lang="en-US" sz="46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8:33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0946" y="3564277"/>
              <a:ext cx="3258792" cy="468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45"/>
                </a:lnSpc>
                <a:spcBef>
                  <a:spcPct val="0"/>
                </a:spcBef>
              </a:pPr>
              <a:r>
                <a:rPr lang="en-US" sz="21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Notification Center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819246" y="982848"/>
            <a:ext cx="4182327" cy="8275452"/>
            <a:chOff x="0" y="0"/>
            <a:chExt cx="5576435" cy="11033936"/>
          </a:xfrm>
        </p:grpSpPr>
        <p:grpSp>
          <p:nvGrpSpPr>
            <p:cNvPr id="53" name="Group 53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55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6" name="Freeform 66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7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8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9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8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4" name="Freeform 8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0" name="Group 90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99" name="Group 99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5" name="Group 105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106" name="Freeform 10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" name="TextBox 10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8" name="Group 108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11" name="Group 111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114" name="Group 114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TextBox 11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117" name="Group 117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3" name="Freeform 123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7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8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0" name="Freeform 130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5" name="Group 135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36" name="Freeform 136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TextBox 137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38" name="Group 138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39" name="Freeform 139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0" name="TextBox 140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41" name="Freeform 141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3" name="Group 153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54" name="Freeform 154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" name="TextBox 155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6" name="Group 156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62" name="Freeform 162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5" name="Freeform 165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6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4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5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6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TextBox 181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2" name="Freeform 182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86" name="Freeform 186"/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8"/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9"/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2" name="Group 192"/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193" name="Freeform 19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4" name="Group 194"/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195" name="Freeform 19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1" name="Group 201"/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202" name="Freeform 20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3" name="Group 203"/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oup 207"/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208" name="Freeform 208"/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TextBox 209"/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0" name="Group 210"/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" name="TextBox 212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3" name="Group 213"/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214" name="Freeform 2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5" name="Group 215"/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216" name="Freeform 216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" name="TextBox 217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218" name="Group 218"/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0" name="Freeform 220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1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223" name="Freeform 223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TextBox 224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25" name="Freeform 225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TextBox 226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7" name="TextBox 227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9" name="Freeform 229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30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3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235" name="Freeform 235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7" name="Freeform 237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9" name="TextBox 239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40" name="TextBox 240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41" name="Freeform 241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2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4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5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7" name="Group 247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248" name="Freeform 24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" name="TextBox 24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250" name="Group 250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251" name="Freeform 251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" name="TextBox 252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253" name="Group 253"/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254" name="Freeform 254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6"/>
                <a:stretch>
                  <a:fillRect l="-1569" r="-15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5" name="Group 255"/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256" name="Freeform 25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" name="TextBox 25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☀️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You’ve been real 3 days in a row</a:t>
                </a:r>
              </a:p>
            </p:txBody>
          </p:sp>
        </p:grpSp>
      </p:grpSp>
      <p:grpSp>
        <p:nvGrpSpPr>
          <p:cNvPr id="258" name="Group 258"/>
          <p:cNvGrpSpPr/>
          <p:nvPr/>
        </p:nvGrpSpPr>
        <p:grpSpPr>
          <a:xfrm>
            <a:off x="5440683" y="9623975"/>
            <a:ext cx="2951606" cy="580191"/>
            <a:chOff x="0" y="0"/>
            <a:chExt cx="4698390" cy="923552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4698390" cy="923552"/>
            </a:xfrm>
            <a:custGeom>
              <a:avLst/>
              <a:gdLst/>
              <a:ahLst/>
              <a:cxnLst/>
              <a:rect l="l" t="t" r="r" b="b"/>
              <a:pathLst>
                <a:path w="4698390" h="923552">
                  <a:moveTo>
                    <a:pt x="0" y="0"/>
                  </a:moveTo>
                  <a:lnTo>
                    <a:pt x="4698390" y="0"/>
                  </a:lnTo>
                  <a:lnTo>
                    <a:pt x="4698390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308701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4698390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 Bubble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9144000" y="9452525"/>
            <a:ext cx="3532819" cy="580191"/>
            <a:chOff x="0" y="0"/>
            <a:chExt cx="5623571" cy="92355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Soft Streak Cue  </a:t>
              </a:r>
            </a:p>
          </p:txBody>
        </p:sp>
      </p:grpSp>
      <p:grpSp>
        <p:nvGrpSpPr>
          <p:cNvPr id="470" name="Group 470"/>
          <p:cNvGrpSpPr/>
          <p:nvPr/>
        </p:nvGrpSpPr>
        <p:grpSpPr>
          <a:xfrm>
            <a:off x="13726481" y="9333880"/>
            <a:ext cx="3532819" cy="580191"/>
            <a:chOff x="0" y="0"/>
            <a:chExt cx="5623571" cy="923552"/>
          </a:xfrm>
        </p:grpSpPr>
        <p:sp>
          <p:nvSpPr>
            <p:cNvPr id="471" name="Freeform 471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TextBox 472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Come-back Banner</a:t>
              </a:r>
            </a:p>
          </p:txBody>
        </p:sp>
      </p:grpSp>
      <p:grpSp>
        <p:nvGrpSpPr>
          <p:cNvPr id="473" name="Group 264">
            <a:extLst>
              <a:ext uri="{FF2B5EF4-FFF2-40B4-BE49-F238E27FC236}">
                <a16:creationId xmlns:a16="http://schemas.microsoft.com/office/drawing/2014/main" id="{4D1CA566-30BC-2C44-D996-75CC5239C1E7}"/>
              </a:ext>
            </a:extLst>
          </p:cNvPr>
          <p:cNvGrpSpPr/>
          <p:nvPr/>
        </p:nvGrpSpPr>
        <p:grpSpPr>
          <a:xfrm>
            <a:off x="13287323" y="933450"/>
            <a:ext cx="4182327" cy="8275452"/>
            <a:chOff x="0" y="0"/>
            <a:chExt cx="5576435" cy="11033936"/>
          </a:xfrm>
        </p:grpSpPr>
        <p:grpSp>
          <p:nvGrpSpPr>
            <p:cNvPr id="474" name="Group 265">
              <a:extLst>
                <a:ext uri="{FF2B5EF4-FFF2-40B4-BE49-F238E27FC236}">
                  <a16:creationId xmlns:a16="http://schemas.microsoft.com/office/drawing/2014/main" id="{1EE8C427-3E0C-6BB6-A568-CA7FD88AA9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670" name="Freeform 266">
                <a:extLst>
                  <a:ext uri="{FF2B5EF4-FFF2-40B4-BE49-F238E27FC236}">
                    <a16:creationId xmlns:a16="http://schemas.microsoft.com/office/drawing/2014/main" id="{7C0C98E8-2A66-A869-3275-47C1E521BC0E}"/>
                  </a:ext>
                </a:extLst>
              </p:cNvPr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" name="Freeform 267">
                <a:extLst>
                  <a:ext uri="{FF2B5EF4-FFF2-40B4-BE49-F238E27FC236}">
                    <a16:creationId xmlns:a16="http://schemas.microsoft.com/office/drawing/2014/main" id="{2FD08B73-1186-B5A5-0302-37D916A9946F}"/>
                  </a:ext>
                </a:extLst>
              </p:cNvPr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" name="Freeform 268">
                <a:extLst>
                  <a:ext uri="{FF2B5EF4-FFF2-40B4-BE49-F238E27FC236}">
                    <a16:creationId xmlns:a16="http://schemas.microsoft.com/office/drawing/2014/main" id="{AC0CEF4D-9B60-2B7B-A7F7-10F17681CB3A}"/>
                  </a:ext>
                </a:extLst>
              </p:cNvPr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" name="Freeform 269">
                <a:extLst>
                  <a:ext uri="{FF2B5EF4-FFF2-40B4-BE49-F238E27FC236}">
                    <a16:creationId xmlns:a16="http://schemas.microsoft.com/office/drawing/2014/main" id="{15705061-6B8D-2BA2-9234-D240C9D6F86C}"/>
                  </a:ext>
                </a:extLst>
              </p:cNvPr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" name="Freeform 270">
                <a:extLst>
                  <a:ext uri="{FF2B5EF4-FFF2-40B4-BE49-F238E27FC236}">
                    <a16:creationId xmlns:a16="http://schemas.microsoft.com/office/drawing/2014/main" id="{4E7AF351-71F1-BDAF-6B3A-5448BF3CC833}"/>
                  </a:ext>
                </a:extLst>
              </p:cNvPr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" name="Freeform 271">
                <a:extLst>
                  <a:ext uri="{FF2B5EF4-FFF2-40B4-BE49-F238E27FC236}">
                    <a16:creationId xmlns:a16="http://schemas.microsoft.com/office/drawing/2014/main" id="{4D55CDE8-FABC-8C23-65FA-C1412A433861}"/>
                  </a:ext>
                </a:extLst>
              </p:cNvPr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" name="Freeform 272">
                <a:extLst>
                  <a:ext uri="{FF2B5EF4-FFF2-40B4-BE49-F238E27FC236}">
                    <a16:creationId xmlns:a16="http://schemas.microsoft.com/office/drawing/2014/main" id="{921738F9-EAAA-ACD3-9AD5-A4489BD26DB1}"/>
                  </a:ext>
                </a:extLst>
              </p:cNvPr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" name="Freeform 273">
                <a:extLst>
                  <a:ext uri="{FF2B5EF4-FFF2-40B4-BE49-F238E27FC236}">
                    <a16:creationId xmlns:a16="http://schemas.microsoft.com/office/drawing/2014/main" id="{17858146-60EE-7599-AB92-FC14155CA239}"/>
                  </a:ext>
                </a:extLst>
              </p:cNvPr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" name="Freeform 274">
                <a:extLst>
                  <a:ext uri="{FF2B5EF4-FFF2-40B4-BE49-F238E27FC236}">
                    <a16:creationId xmlns:a16="http://schemas.microsoft.com/office/drawing/2014/main" id="{BBCBC01D-560F-9B2D-1C71-F1E79103415E}"/>
                  </a:ext>
                </a:extLst>
              </p:cNvPr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5" name="Group 275">
              <a:extLst>
                <a:ext uri="{FF2B5EF4-FFF2-40B4-BE49-F238E27FC236}">
                  <a16:creationId xmlns:a16="http://schemas.microsoft.com/office/drawing/2014/main" id="{0F609725-EFEF-9782-2E85-CDC195FDB2CB}"/>
                </a:ext>
              </a:extLst>
            </p:cNvPr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68" name="Freeform 276">
                <a:extLst>
                  <a:ext uri="{FF2B5EF4-FFF2-40B4-BE49-F238E27FC236}">
                    <a16:creationId xmlns:a16="http://schemas.microsoft.com/office/drawing/2014/main" id="{93D22EA7-E7D6-7675-292B-A9B416A5C134}"/>
                  </a:ext>
                </a:extLst>
              </p:cNvPr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" name="TextBox 277">
                <a:extLst>
                  <a:ext uri="{FF2B5EF4-FFF2-40B4-BE49-F238E27FC236}">
                    <a16:creationId xmlns:a16="http://schemas.microsoft.com/office/drawing/2014/main" id="{2D7A3A95-14BC-AABC-A6D2-FDC0C0BF835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476" name="Freeform 278">
              <a:extLst>
                <a:ext uri="{FF2B5EF4-FFF2-40B4-BE49-F238E27FC236}">
                  <a16:creationId xmlns:a16="http://schemas.microsoft.com/office/drawing/2014/main" id="{38401664-F88C-618A-A741-88EF3DA1BF92}"/>
                </a:ext>
              </a:extLst>
            </p:cNvPr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279">
              <a:extLst>
                <a:ext uri="{FF2B5EF4-FFF2-40B4-BE49-F238E27FC236}">
                  <a16:creationId xmlns:a16="http://schemas.microsoft.com/office/drawing/2014/main" id="{235E8E37-3DD5-25AE-2233-1E4D939FE9C9}"/>
                </a:ext>
              </a:extLst>
            </p:cNvPr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280">
              <a:extLst>
                <a:ext uri="{FF2B5EF4-FFF2-40B4-BE49-F238E27FC236}">
                  <a16:creationId xmlns:a16="http://schemas.microsoft.com/office/drawing/2014/main" id="{50C03D1D-57FC-AECB-F45E-D9A794F62258}"/>
                </a:ext>
              </a:extLst>
            </p:cNvPr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281">
              <a:extLst>
                <a:ext uri="{FF2B5EF4-FFF2-40B4-BE49-F238E27FC236}">
                  <a16:creationId xmlns:a16="http://schemas.microsoft.com/office/drawing/2014/main" id="{9674779A-3993-0AC2-6960-81A9E1618D3F}"/>
                </a:ext>
              </a:extLst>
            </p:cNvPr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0" name="Group 282">
              <a:extLst>
                <a:ext uri="{FF2B5EF4-FFF2-40B4-BE49-F238E27FC236}">
                  <a16:creationId xmlns:a16="http://schemas.microsoft.com/office/drawing/2014/main" id="{3D296740-5E60-33BF-4692-4724B8C86785}"/>
                </a:ext>
              </a:extLst>
            </p:cNvPr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666" name="Freeform 283">
                <a:extLst>
                  <a:ext uri="{FF2B5EF4-FFF2-40B4-BE49-F238E27FC236}">
                    <a16:creationId xmlns:a16="http://schemas.microsoft.com/office/drawing/2014/main" id="{5C6C9A45-4A60-8698-DF6B-0F5E11FD4606}"/>
                  </a:ext>
                </a:extLst>
              </p:cNvPr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" name="TextBox 284">
                <a:extLst>
                  <a:ext uri="{FF2B5EF4-FFF2-40B4-BE49-F238E27FC236}">
                    <a16:creationId xmlns:a16="http://schemas.microsoft.com/office/drawing/2014/main" id="{37BA1736-3847-F6A5-6728-2DE807A9CC08}"/>
                  </a:ext>
                </a:extLst>
              </p:cNvPr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81" name="Group 285">
              <a:extLst>
                <a:ext uri="{FF2B5EF4-FFF2-40B4-BE49-F238E27FC236}">
                  <a16:creationId xmlns:a16="http://schemas.microsoft.com/office/drawing/2014/main" id="{030A93AC-D261-9431-423F-7FE73CB99190}"/>
                </a:ext>
              </a:extLst>
            </p:cNvPr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64" name="Freeform 286">
                <a:extLst>
                  <a:ext uri="{FF2B5EF4-FFF2-40B4-BE49-F238E27FC236}">
                    <a16:creationId xmlns:a16="http://schemas.microsoft.com/office/drawing/2014/main" id="{7985CE1F-9D3F-8DB8-48EB-CBD796DA54D5}"/>
                  </a:ext>
                </a:extLst>
              </p:cNvPr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" name="TextBox 287">
                <a:extLst>
                  <a:ext uri="{FF2B5EF4-FFF2-40B4-BE49-F238E27FC236}">
                    <a16:creationId xmlns:a16="http://schemas.microsoft.com/office/drawing/2014/main" id="{528343CE-0044-630C-5ACD-7A5C9864D6DC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82" name="Group 288">
              <a:extLst>
                <a:ext uri="{FF2B5EF4-FFF2-40B4-BE49-F238E27FC236}">
                  <a16:creationId xmlns:a16="http://schemas.microsoft.com/office/drawing/2014/main" id="{080C2DDC-CA2D-54B4-B567-D02150C17D3F}"/>
                </a:ext>
              </a:extLst>
            </p:cNvPr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662" name="Freeform 289">
                <a:extLst>
                  <a:ext uri="{FF2B5EF4-FFF2-40B4-BE49-F238E27FC236}">
                    <a16:creationId xmlns:a16="http://schemas.microsoft.com/office/drawing/2014/main" id="{AD7B58F4-1ED9-036E-70BA-C23E6759A446}"/>
                  </a:ext>
                </a:extLst>
              </p:cNvPr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" name="TextBox 290">
                <a:extLst>
                  <a:ext uri="{FF2B5EF4-FFF2-40B4-BE49-F238E27FC236}">
                    <a16:creationId xmlns:a16="http://schemas.microsoft.com/office/drawing/2014/main" id="{C8093362-8647-E4C1-CB8A-8F5AACCCF078}"/>
                  </a:ext>
                </a:extLst>
              </p:cNvPr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83" name="Freeform 291">
              <a:extLst>
                <a:ext uri="{FF2B5EF4-FFF2-40B4-BE49-F238E27FC236}">
                  <a16:creationId xmlns:a16="http://schemas.microsoft.com/office/drawing/2014/main" id="{C330A2B4-2A52-2504-2FED-C189873B6614}"/>
                </a:ext>
              </a:extLst>
            </p:cNvPr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292">
              <a:extLst>
                <a:ext uri="{FF2B5EF4-FFF2-40B4-BE49-F238E27FC236}">
                  <a16:creationId xmlns:a16="http://schemas.microsoft.com/office/drawing/2014/main" id="{2FEF3C5D-45A3-9212-82EE-715BAB0E545D}"/>
                </a:ext>
              </a:extLst>
            </p:cNvPr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293">
              <a:extLst>
                <a:ext uri="{FF2B5EF4-FFF2-40B4-BE49-F238E27FC236}">
                  <a16:creationId xmlns:a16="http://schemas.microsoft.com/office/drawing/2014/main" id="{53E70E93-618E-B2C7-F486-2C6BBE0D746C}"/>
                </a:ext>
              </a:extLst>
            </p:cNvPr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6" name="Group 294">
              <a:extLst>
                <a:ext uri="{FF2B5EF4-FFF2-40B4-BE49-F238E27FC236}">
                  <a16:creationId xmlns:a16="http://schemas.microsoft.com/office/drawing/2014/main" id="{79B41EC6-79D4-59A0-0283-EC3B18C784DD}"/>
                </a:ext>
              </a:extLst>
            </p:cNvPr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661" name="Freeform 295">
                <a:extLst>
                  <a:ext uri="{FF2B5EF4-FFF2-40B4-BE49-F238E27FC236}">
                    <a16:creationId xmlns:a16="http://schemas.microsoft.com/office/drawing/2014/main" id="{18CFA0CE-53BA-E3AE-4F3F-0840779384F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87" name="Freeform 296">
              <a:extLst>
                <a:ext uri="{FF2B5EF4-FFF2-40B4-BE49-F238E27FC236}">
                  <a16:creationId xmlns:a16="http://schemas.microsoft.com/office/drawing/2014/main" id="{62F8E04B-7ED4-DE5A-37B2-5C630E8E9BE8}"/>
                </a:ext>
              </a:extLst>
            </p:cNvPr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297">
              <a:extLst>
                <a:ext uri="{FF2B5EF4-FFF2-40B4-BE49-F238E27FC236}">
                  <a16:creationId xmlns:a16="http://schemas.microsoft.com/office/drawing/2014/main" id="{C23664F7-8E72-CBD5-6AF1-575EF33132DB}"/>
                </a:ext>
              </a:extLst>
            </p:cNvPr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TextBox 298">
              <a:extLst>
                <a:ext uri="{FF2B5EF4-FFF2-40B4-BE49-F238E27FC236}">
                  <a16:creationId xmlns:a16="http://schemas.microsoft.com/office/drawing/2014/main" id="{A9B4157D-1A47-F7BE-D29A-2429C2601A81}"/>
                </a:ext>
              </a:extLst>
            </p:cNvPr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490" name="TextBox 299">
              <a:extLst>
                <a:ext uri="{FF2B5EF4-FFF2-40B4-BE49-F238E27FC236}">
                  <a16:creationId xmlns:a16="http://schemas.microsoft.com/office/drawing/2014/main" id="{12B3F255-D080-13BA-0EC4-6779D3919B11}"/>
                </a:ext>
              </a:extLst>
            </p:cNvPr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491" name="TextBox 300">
              <a:extLst>
                <a:ext uri="{FF2B5EF4-FFF2-40B4-BE49-F238E27FC236}">
                  <a16:creationId xmlns:a16="http://schemas.microsoft.com/office/drawing/2014/main" id="{81639B49-3F22-B525-A7B0-F7EDD6BA6203}"/>
                </a:ext>
              </a:extLst>
            </p:cNvPr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492" name="TextBox 301">
              <a:extLst>
                <a:ext uri="{FF2B5EF4-FFF2-40B4-BE49-F238E27FC236}">
                  <a16:creationId xmlns:a16="http://schemas.microsoft.com/office/drawing/2014/main" id="{444878C5-4AAA-9E36-75DB-689D48076447}"/>
                </a:ext>
              </a:extLst>
            </p:cNvPr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493" name="Group 302">
              <a:extLst>
                <a:ext uri="{FF2B5EF4-FFF2-40B4-BE49-F238E27FC236}">
                  <a16:creationId xmlns:a16="http://schemas.microsoft.com/office/drawing/2014/main" id="{C8FA1C40-7D8A-20AB-0052-78F628612088}"/>
                </a:ext>
              </a:extLst>
            </p:cNvPr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659" name="Freeform 303">
                <a:extLst>
                  <a:ext uri="{FF2B5EF4-FFF2-40B4-BE49-F238E27FC236}">
                    <a16:creationId xmlns:a16="http://schemas.microsoft.com/office/drawing/2014/main" id="{92C473E7-C5C0-2C5B-9FB6-DA2C2E411EF9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" name="TextBox 304">
                <a:extLst>
                  <a:ext uri="{FF2B5EF4-FFF2-40B4-BE49-F238E27FC236}">
                    <a16:creationId xmlns:a16="http://schemas.microsoft.com/office/drawing/2014/main" id="{722F1A90-1880-3D5F-9B1C-33763B80146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4" name="Group 305">
              <a:extLst>
                <a:ext uri="{FF2B5EF4-FFF2-40B4-BE49-F238E27FC236}">
                  <a16:creationId xmlns:a16="http://schemas.microsoft.com/office/drawing/2014/main" id="{B462D17B-6193-C5CD-5637-DB57ACE34C2B}"/>
                </a:ext>
              </a:extLst>
            </p:cNvPr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657" name="Freeform 306">
                <a:extLst>
                  <a:ext uri="{FF2B5EF4-FFF2-40B4-BE49-F238E27FC236}">
                    <a16:creationId xmlns:a16="http://schemas.microsoft.com/office/drawing/2014/main" id="{75BB583B-1755-E1D9-6505-7E454EA5D19C}"/>
                  </a:ext>
                </a:extLst>
              </p:cNvPr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" name="TextBox 307">
                <a:extLst>
                  <a:ext uri="{FF2B5EF4-FFF2-40B4-BE49-F238E27FC236}">
                    <a16:creationId xmlns:a16="http://schemas.microsoft.com/office/drawing/2014/main" id="{65A214D7-EAB6-C26C-8864-B9C137B45E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95" name="Group 308">
              <a:extLst>
                <a:ext uri="{FF2B5EF4-FFF2-40B4-BE49-F238E27FC236}">
                  <a16:creationId xmlns:a16="http://schemas.microsoft.com/office/drawing/2014/main" id="{2C0A82FB-C288-DA67-7B19-00B541B1E748}"/>
                </a:ext>
              </a:extLst>
            </p:cNvPr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55" name="Freeform 309">
                <a:extLst>
                  <a:ext uri="{FF2B5EF4-FFF2-40B4-BE49-F238E27FC236}">
                    <a16:creationId xmlns:a16="http://schemas.microsoft.com/office/drawing/2014/main" id="{A25D3074-5D1D-717A-BE1A-B0D113656EF1}"/>
                  </a:ext>
                </a:extLst>
              </p:cNvPr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" name="TextBox 310">
                <a:extLst>
                  <a:ext uri="{FF2B5EF4-FFF2-40B4-BE49-F238E27FC236}">
                    <a16:creationId xmlns:a16="http://schemas.microsoft.com/office/drawing/2014/main" id="{75A7DF3E-925D-B026-7C91-DED6B31895DC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496" name="Group 311">
              <a:extLst>
                <a:ext uri="{FF2B5EF4-FFF2-40B4-BE49-F238E27FC236}">
                  <a16:creationId xmlns:a16="http://schemas.microsoft.com/office/drawing/2014/main" id="{D2F86E5B-54CA-8463-224C-30756BE93D71}"/>
                </a:ext>
              </a:extLst>
            </p:cNvPr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3" name="Freeform 312">
                <a:extLst>
                  <a:ext uri="{FF2B5EF4-FFF2-40B4-BE49-F238E27FC236}">
                    <a16:creationId xmlns:a16="http://schemas.microsoft.com/office/drawing/2014/main" id="{A946DA2C-81BF-041F-9EA4-8665466879B6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" name="TextBox 313">
                <a:extLst>
                  <a:ext uri="{FF2B5EF4-FFF2-40B4-BE49-F238E27FC236}">
                    <a16:creationId xmlns:a16="http://schemas.microsoft.com/office/drawing/2014/main" id="{9E1BA76E-CE66-F279-9FB0-662AF7C6A1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7" name="Group 314">
              <a:extLst>
                <a:ext uri="{FF2B5EF4-FFF2-40B4-BE49-F238E27FC236}">
                  <a16:creationId xmlns:a16="http://schemas.microsoft.com/office/drawing/2014/main" id="{6DA83731-369D-3730-FE66-64424A51DAEB}"/>
                </a:ext>
              </a:extLst>
            </p:cNvPr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51" name="Freeform 315">
                <a:extLst>
                  <a:ext uri="{FF2B5EF4-FFF2-40B4-BE49-F238E27FC236}">
                    <a16:creationId xmlns:a16="http://schemas.microsoft.com/office/drawing/2014/main" id="{EDDD0911-414C-75E1-9F55-24FD6D7859F1}"/>
                  </a:ext>
                </a:extLst>
              </p:cNvPr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" name="TextBox 316">
                <a:extLst>
                  <a:ext uri="{FF2B5EF4-FFF2-40B4-BE49-F238E27FC236}">
                    <a16:creationId xmlns:a16="http://schemas.microsoft.com/office/drawing/2014/main" id="{B24302B9-FEDF-A803-2443-F39F667A6B8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498" name="Group 317">
              <a:extLst>
                <a:ext uri="{FF2B5EF4-FFF2-40B4-BE49-F238E27FC236}">
                  <a16:creationId xmlns:a16="http://schemas.microsoft.com/office/drawing/2014/main" id="{2789D64F-9A85-E11A-F44A-E38B167FAFB8}"/>
                </a:ext>
              </a:extLst>
            </p:cNvPr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649" name="Freeform 318">
                <a:extLst>
                  <a:ext uri="{FF2B5EF4-FFF2-40B4-BE49-F238E27FC236}">
                    <a16:creationId xmlns:a16="http://schemas.microsoft.com/office/drawing/2014/main" id="{7686CDDB-53BC-2D48-3EA4-1EBB73506E8B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" name="TextBox 319">
                <a:extLst>
                  <a:ext uri="{FF2B5EF4-FFF2-40B4-BE49-F238E27FC236}">
                    <a16:creationId xmlns:a16="http://schemas.microsoft.com/office/drawing/2014/main" id="{A5E4B2DE-E3D0-CC3F-B3B9-6934C8BC7A7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9" name="Group 320">
              <a:extLst>
                <a:ext uri="{FF2B5EF4-FFF2-40B4-BE49-F238E27FC236}">
                  <a16:creationId xmlns:a16="http://schemas.microsoft.com/office/drawing/2014/main" id="{700752BA-3796-0E3F-80BD-75EE12A21A28}"/>
                </a:ext>
              </a:extLst>
            </p:cNvPr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647" name="Freeform 321">
                <a:extLst>
                  <a:ext uri="{FF2B5EF4-FFF2-40B4-BE49-F238E27FC236}">
                    <a16:creationId xmlns:a16="http://schemas.microsoft.com/office/drawing/2014/main" id="{F03101FD-54A4-3709-F14E-2F497F65A162}"/>
                  </a:ext>
                </a:extLst>
              </p:cNvPr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" name="TextBox 322">
                <a:extLst>
                  <a:ext uri="{FF2B5EF4-FFF2-40B4-BE49-F238E27FC236}">
                    <a16:creationId xmlns:a16="http://schemas.microsoft.com/office/drawing/2014/main" id="{16F5E072-EF7C-E6C0-D7D9-493DD06D7BB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500" name="Group 323">
              <a:extLst>
                <a:ext uri="{FF2B5EF4-FFF2-40B4-BE49-F238E27FC236}">
                  <a16:creationId xmlns:a16="http://schemas.microsoft.com/office/drawing/2014/main" id="{FE11459B-038B-CC5E-6D45-5B30A8E9683D}"/>
                </a:ext>
              </a:extLst>
            </p:cNvPr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645" name="Freeform 324">
                <a:extLst>
                  <a:ext uri="{FF2B5EF4-FFF2-40B4-BE49-F238E27FC236}">
                    <a16:creationId xmlns:a16="http://schemas.microsoft.com/office/drawing/2014/main" id="{B1CED8AB-313A-1228-77FE-EFD747B38E7C}"/>
                  </a:ext>
                </a:extLst>
              </p:cNvPr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" name="TextBox 325">
                <a:extLst>
                  <a:ext uri="{FF2B5EF4-FFF2-40B4-BE49-F238E27FC236}">
                    <a16:creationId xmlns:a16="http://schemas.microsoft.com/office/drawing/2014/main" id="{3AA202BE-F394-9349-D6E8-BAE215E31526}"/>
                  </a:ext>
                </a:extLst>
              </p:cNvPr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501" name="Group 326">
              <a:extLst>
                <a:ext uri="{FF2B5EF4-FFF2-40B4-BE49-F238E27FC236}">
                  <a16:creationId xmlns:a16="http://schemas.microsoft.com/office/drawing/2014/main" id="{BBE4511A-4C3F-910E-20B9-72CD22C2131A}"/>
                </a:ext>
              </a:extLst>
            </p:cNvPr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643" name="Freeform 327">
                <a:extLst>
                  <a:ext uri="{FF2B5EF4-FFF2-40B4-BE49-F238E27FC236}">
                    <a16:creationId xmlns:a16="http://schemas.microsoft.com/office/drawing/2014/main" id="{166D8103-6092-90A9-E650-CD4FD98915F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" name="TextBox 328">
                <a:extLst>
                  <a:ext uri="{FF2B5EF4-FFF2-40B4-BE49-F238E27FC236}">
                    <a16:creationId xmlns:a16="http://schemas.microsoft.com/office/drawing/2014/main" id="{01041195-1AD4-C189-70EC-57065975EC7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502" name="Group 329">
              <a:extLst>
                <a:ext uri="{FF2B5EF4-FFF2-40B4-BE49-F238E27FC236}">
                  <a16:creationId xmlns:a16="http://schemas.microsoft.com/office/drawing/2014/main" id="{DC3858D3-A6AA-6478-E3E2-F7A7B8FD84BF}"/>
                </a:ext>
              </a:extLst>
            </p:cNvPr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641" name="Freeform 330">
                <a:extLst>
                  <a:ext uri="{FF2B5EF4-FFF2-40B4-BE49-F238E27FC236}">
                    <a16:creationId xmlns:a16="http://schemas.microsoft.com/office/drawing/2014/main" id="{CB73B44C-B0B5-A68F-10BD-EE54C234F4B8}"/>
                  </a:ext>
                </a:extLst>
              </p:cNvPr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" name="TextBox 331">
                <a:extLst>
                  <a:ext uri="{FF2B5EF4-FFF2-40B4-BE49-F238E27FC236}">
                    <a16:creationId xmlns:a16="http://schemas.microsoft.com/office/drawing/2014/main" id="{08100C47-2923-CEAD-0CFC-531E30FE568B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503" name="Group 332">
              <a:extLst>
                <a:ext uri="{FF2B5EF4-FFF2-40B4-BE49-F238E27FC236}">
                  <a16:creationId xmlns:a16="http://schemas.microsoft.com/office/drawing/2014/main" id="{2B59184D-D65F-BAE9-28C0-7E241E916EFE}"/>
                </a:ext>
              </a:extLst>
            </p:cNvPr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639" name="Freeform 333">
                <a:extLst>
                  <a:ext uri="{FF2B5EF4-FFF2-40B4-BE49-F238E27FC236}">
                    <a16:creationId xmlns:a16="http://schemas.microsoft.com/office/drawing/2014/main" id="{7582CB1C-08A7-0229-FEBF-1941CA5822D3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" name="TextBox 334">
                <a:extLst>
                  <a:ext uri="{FF2B5EF4-FFF2-40B4-BE49-F238E27FC236}">
                    <a16:creationId xmlns:a16="http://schemas.microsoft.com/office/drawing/2014/main" id="{FB86D57B-0494-B3C2-F74B-A7A23D54493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04" name="Freeform 335">
              <a:extLst>
                <a:ext uri="{FF2B5EF4-FFF2-40B4-BE49-F238E27FC236}">
                  <a16:creationId xmlns:a16="http://schemas.microsoft.com/office/drawing/2014/main" id="{C5432CF9-0756-5337-EC40-907E69ABC5E2}"/>
                </a:ext>
              </a:extLst>
            </p:cNvPr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336">
              <a:extLst>
                <a:ext uri="{FF2B5EF4-FFF2-40B4-BE49-F238E27FC236}">
                  <a16:creationId xmlns:a16="http://schemas.microsoft.com/office/drawing/2014/main" id="{CCAD89C4-0CDD-EA5D-D7FB-579DE9849F40}"/>
                </a:ext>
              </a:extLst>
            </p:cNvPr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TextBox 337">
              <a:extLst>
                <a:ext uri="{FF2B5EF4-FFF2-40B4-BE49-F238E27FC236}">
                  <a16:creationId xmlns:a16="http://schemas.microsoft.com/office/drawing/2014/main" id="{EE146D5D-134B-9358-5C1B-3A17E1B12445}"/>
                </a:ext>
              </a:extLst>
            </p:cNvPr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507" name="Freeform 338">
              <a:extLst>
                <a:ext uri="{FF2B5EF4-FFF2-40B4-BE49-F238E27FC236}">
                  <a16:creationId xmlns:a16="http://schemas.microsoft.com/office/drawing/2014/main" id="{2AD6B5E0-A78C-193D-A8EE-0E6D7BB4D87E}"/>
                </a:ext>
              </a:extLst>
            </p:cNvPr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339">
              <a:extLst>
                <a:ext uri="{FF2B5EF4-FFF2-40B4-BE49-F238E27FC236}">
                  <a16:creationId xmlns:a16="http://schemas.microsoft.com/office/drawing/2014/main" id="{F786E8A3-15DE-AD70-26F1-4B8AAC43A8A8}"/>
                </a:ext>
              </a:extLst>
            </p:cNvPr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Freeform 340">
              <a:extLst>
                <a:ext uri="{FF2B5EF4-FFF2-40B4-BE49-F238E27FC236}">
                  <a16:creationId xmlns:a16="http://schemas.microsoft.com/office/drawing/2014/main" id="{B41E8DB9-58FA-EC3C-F2D3-1CACEF31AF06}"/>
                </a:ext>
              </a:extLst>
            </p:cNvPr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TextBox 341">
              <a:extLst>
                <a:ext uri="{FF2B5EF4-FFF2-40B4-BE49-F238E27FC236}">
                  <a16:creationId xmlns:a16="http://schemas.microsoft.com/office/drawing/2014/main" id="{6CA834EF-C872-F241-75D6-FBFE970FBDCF}"/>
                </a:ext>
              </a:extLst>
            </p:cNvPr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11" name="Freeform 342">
              <a:extLst>
                <a:ext uri="{FF2B5EF4-FFF2-40B4-BE49-F238E27FC236}">
                  <a16:creationId xmlns:a16="http://schemas.microsoft.com/office/drawing/2014/main" id="{01B8C187-B9D4-6C61-6809-55B0A562FFE4}"/>
                </a:ext>
              </a:extLst>
            </p:cNvPr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Freeform 343">
              <a:extLst>
                <a:ext uri="{FF2B5EF4-FFF2-40B4-BE49-F238E27FC236}">
                  <a16:creationId xmlns:a16="http://schemas.microsoft.com/office/drawing/2014/main" id="{C18C6C1B-D8B1-C49B-51C4-570AB68AA401}"/>
                </a:ext>
              </a:extLst>
            </p:cNvPr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TextBox 344">
              <a:extLst>
                <a:ext uri="{FF2B5EF4-FFF2-40B4-BE49-F238E27FC236}">
                  <a16:creationId xmlns:a16="http://schemas.microsoft.com/office/drawing/2014/main" id="{47A57DB8-F3A1-8EC3-7C3B-81CA25EBC331}"/>
                </a:ext>
              </a:extLst>
            </p:cNvPr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14" name="TextBox 345">
              <a:extLst>
                <a:ext uri="{FF2B5EF4-FFF2-40B4-BE49-F238E27FC236}">
                  <a16:creationId xmlns:a16="http://schemas.microsoft.com/office/drawing/2014/main" id="{273E388D-5006-9228-164C-00CA6ED97D93}"/>
                </a:ext>
              </a:extLst>
            </p:cNvPr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15" name="TextBox 346">
              <a:extLst>
                <a:ext uri="{FF2B5EF4-FFF2-40B4-BE49-F238E27FC236}">
                  <a16:creationId xmlns:a16="http://schemas.microsoft.com/office/drawing/2014/main" id="{40FA1EAC-2B10-77FC-6491-658A89BB01B4}"/>
                </a:ext>
              </a:extLst>
            </p:cNvPr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516" name="Group 347">
              <a:extLst>
                <a:ext uri="{FF2B5EF4-FFF2-40B4-BE49-F238E27FC236}">
                  <a16:creationId xmlns:a16="http://schemas.microsoft.com/office/drawing/2014/main" id="{065472D8-6D2E-1E6A-B740-1CFA8A494883}"/>
                </a:ext>
              </a:extLst>
            </p:cNvPr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637" name="Freeform 348">
                <a:extLst>
                  <a:ext uri="{FF2B5EF4-FFF2-40B4-BE49-F238E27FC236}">
                    <a16:creationId xmlns:a16="http://schemas.microsoft.com/office/drawing/2014/main" id="{929F4664-E47D-5AAF-77F6-5771718A3499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" name="TextBox 349">
                <a:extLst>
                  <a:ext uri="{FF2B5EF4-FFF2-40B4-BE49-F238E27FC236}">
                    <a16:creationId xmlns:a16="http://schemas.microsoft.com/office/drawing/2014/main" id="{2BC547EC-CE01-1571-ED42-FF47F7ACE52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17" name="Group 350">
              <a:extLst>
                <a:ext uri="{FF2B5EF4-FFF2-40B4-BE49-F238E27FC236}">
                  <a16:creationId xmlns:a16="http://schemas.microsoft.com/office/drawing/2014/main" id="{608677B7-31CE-93B7-5196-C8F1FD81925B}"/>
                </a:ext>
              </a:extLst>
            </p:cNvPr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635" name="Freeform 351">
                <a:extLst>
                  <a:ext uri="{FF2B5EF4-FFF2-40B4-BE49-F238E27FC236}">
                    <a16:creationId xmlns:a16="http://schemas.microsoft.com/office/drawing/2014/main" id="{9168C7A3-1A12-BD8C-F5BD-A120BE2B437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" name="TextBox 352">
                <a:extLst>
                  <a:ext uri="{FF2B5EF4-FFF2-40B4-BE49-F238E27FC236}">
                    <a16:creationId xmlns:a16="http://schemas.microsoft.com/office/drawing/2014/main" id="{F2B1D0A4-0548-9E86-A1A1-FEEE49743A2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18" name="Freeform 353">
              <a:extLst>
                <a:ext uri="{FF2B5EF4-FFF2-40B4-BE49-F238E27FC236}">
                  <a16:creationId xmlns:a16="http://schemas.microsoft.com/office/drawing/2014/main" id="{EB3EC072-0D6C-294C-1265-EF540AB299F6}"/>
                </a:ext>
              </a:extLst>
            </p:cNvPr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Freeform 354">
              <a:extLst>
                <a:ext uri="{FF2B5EF4-FFF2-40B4-BE49-F238E27FC236}">
                  <a16:creationId xmlns:a16="http://schemas.microsoft.com/office/drawing/2014/main" id="{A41032ED-94B1-8EF6-D782-D75B7FC25427}"/>
                </a:ext>
              </a:extLst>
            </p:cNvPr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TextBox 355">
              <a:extLst>
                <a:ext uri="{FF2B5EF4-FFF2-40B4-BE49-F238E27FC236}">
                  <a16:creationId xmlns:a16="http://schemas.microsoft.com/office/drawing/2014/main" id="{D1AC57FB-FC91-2CCE-08CE-28C77622F963}"/>
                </a:ext>
              </a:extLst>
            </p:cNvPr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521" name="Freeform 356">
              <a:extLst>
                <a:ext uri="{FF2B5EF4-FFF2-40B4-BE49-F238E27FC236}">
                  <a16:creationId xmlns:a16="http://schemas.microsoft.com/office/drawing/2014/main" id="{D63B7D71-00D2-D204-F58B-81F5A986ADDE}"/>
                </a:ext>
              </a:extLst>
            </p:cNvPr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Freeform 357">
              <a:extLst>
                <a:ext uri="{FF2B5EF4-FFF2-40B4-BE49-F238E27FC236}">
                  <a16:creationId xmlns:a16="http://schemas.microsoft.com/office/drawing/2014/main" id="{C49F95CA-8405-B0C3-4602-E3115E81299E}"/>
                </a:ext>
              </a:extLst>
            </p:cNvPr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Freeform 358">
              <a:extLst>
                <a:ext uri="{FF2B5EF4-FFF2-40B4-BE49-F238E27FC236}">
                  <a16:creationId xmlns:a16="http://schemas.microsoft.com/office/drawing/2014/main" id="{1DB2E48D-18EC-B50F-F066-7D87AFC6A44D}"/>
                </a:ext>
              </a:extLst>
            </p:cNvPr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TextBox 359">
              <a:extLst>
                <a:ext uri="{FF2B5EF4-FFF2-40B4-BE49-F238E27FC236}">
                  <a16:creationId xmlns:a16="http://schemas.microsoft.com/office/drawing/2014/main" id="{1A662DA6-4EA3-BF44-2055-43D8F630C3E8}"/>
                </a:ext>
              </a:extLst>
            </p:cNvPr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25" name="Freeform 360">
              <a:extLst>
                <a:ext uri="{FF2B5EF4-FFF2-40B4-BE49-F238E27FC236}">
                  <a16:creationId xmlns:a16="http://schemas.microsoft.com/office/drawing/2014/main" id="{0996567C-F825-630B-9C60-5FC8162B62A2}"/>
                </a:ext>
              </a:extLst>
            </p:cNvPr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TextBox 361">
              <a:extLst>
                <a:ext uri="{FF2B5EF4-FFF2-40B4-BE49-F238E27FC236}">
                  <a16:creationId xmlns:a16="http://schemas.microsoft.com/office/drawing/2014/main" id="{5E779101-5548-3BD6-A26E-214BF7C9D2A2}"/>
                </a:ext>
              </a:extLst>
            </p:cNvPr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27" name="TextBox 362">
              <a:extLst>
                <a:ext uri="{FF2B5EF4-FFF2-40B4-BE49-F238E27FC236}">
                  <a16:creationId xmlns:a16="http://schemas.microsoft.com/office/drawing/2014/main" id="{B2CA2AA8-D75B-EADA-FA24-DA4D7C510479}"/>
                </a:ext>
              </a:extLst>
            </p:cNvPr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28" name="TextBox 363">
              <a:extLst>
                <a:ext uri="{FF2B5EF4-FFF2-40B4-BE49-F238E27FC236}">
                  <a16:creationId xmlns:a16="http://schemas.microsoft.com/office/drawing/2014/main" id="{D3BD36B7-D4C9-1D0E-0CA6-B4447E5F4B52}"/>
                </a:ext>
              </a:extLst>
            </p:cNvPr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29" name="Freeform 364">
              <a:extLst>
                <a:ext uri="{FF2B5EF4-FFF2-40B4-BE49-F238E27FC236}">
                  <a16:creationId xmlns:a16="http://schemas.microsoft.com/office/drawing/2014/main" id="{DF55E678-4223-C199-B3E2-BD3A44B3C35F}"/>
                </a:ext>
              </a:extLst>
            </p:cNvPr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30" name="Group 365">
              <a:extLst>
                <a:ext uri="{FF2B5EF4-FFF2-40B4-BE49-F238E27FC236}">
                  <a16:creationId xmlns:a16="http://schemas.microsoft.com/office/drawing/2014/main" id="{E465447F-20F1-2EBF-60DA-48DCB9949978}"/>
                </a:ext>
              </a:extLst>
            </p:cNvPr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633" name="Freeform 366">
                <a:extLst>
                  <a:ext uri="{FF2B5EF4-FFF2-40B4-BE49-F238E27FC236}">
                    <a16:creationId xmlns:a16="http://schemas.microsoft.com/office/drawing/2014/main" id="{21F4E587-5ED5-564C-D243-733766ED4DAD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" name="TextBox 367">
                <a:extLst>
                  <a:ext uri="{FF2B5EF4-FFF2-40B4-BE49-F238E27FC236}">
                    <a16:creationId xmlns:a16="http://schemas.microsoft.com/office/drawing/2014/main" id="{E03E8D9F-AD30-DB72-83D8-4492CC28DDC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1" name="Group 368">
              <a:extLst>
                <a:ext uri="{FF2B5EF4-FFF2-40B4-BE49-F238E27FC236}">
                  <a16:creationId xmlns:a16="http://schemas.microsoft.com/office/drawing/2014/main" id="{7A042BF3-B1D9-A1E6-6891-49F4DB49B014}"/>
                </a:ext>
              </a:extLst>
            </p:cNvPr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631" name="Freeform 369">
                <a:extLst>
                  <a:ext uri="{FF2B5EF4-FFF2-40B4-BE49-F238E27FC236}">
                    <a16:creationId xmlns:a16="http://schemas.microsoft.com/office/drawing/2014/main" id="{3294A8CE-A87C-7AF0-F00B-1299AAFB446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" name="TextBox 370">
                <a:extLst>
                  <a:ext uri="{FF2B5EF4-FFF2-40B4-BE49-F238E27FC236}">
                    <a16:creationId xmlns:a16="http://schemas.microsoft.com/office/drawing/2014/main" id="{79ED8AAD-C572-C687-0B5B-8FB313CD319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2" name="Group 371">
              <a:extLst>
                <a:ext uri="{FF2B5EF4-FFF2-40B4-BE49-F238E27FC236}">
                  <a16:creationId xmlns:a16="http://schemas.microsoft.com/office/drawing/2014/main" id="{B2E88518-47E7-45F0-2160-FA932798B712}"/>
                </a:ext>
              </a:extLst>
            </p:cNvPr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629" name="Freeform 372">
                <a:extLst>
                  <a:ext uri="{FF2B5EF4-FFF2-40B4-BE49-F238E27FC236}">
                    <a16:creationId xmlns:a16="http://schemas.microsoft.com/office/drawing/2014/main" id="{3AEE183F-8124-C41E-038F-02F44CAC345C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" name="TextBox 373">
                <a:extLst>
                  <a:ext uri="{FF2B5EF4-FFF2-40B4-BE49-F238E27FC236}">
                    <a16:creationId xmlns:a16="http://schemas.microsoft.com/office/drawing/2014/main" id="{12E7D534-87C0-DE1B-6F2F-6CF8A2E87A7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33" name="Freeform 374">
              <a:extLst>
                <a:ext uri="{FF2B5EF4-FFF2-40B4-BE49-F238E27FC236}">
                  <a16:creationId xmlns:a16="http://schemas.microsoft.com/office/drawing/2014/main" id="{70BB30AC-B4EE-7C08-3092-EED998A2BA60}"/>
                </a:ext>
              </a:extLst>
            </p:cNvPr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Freeform 375">
              <a:extLst>
                <a:ext uri="{FF2B5EF4-FFF2-40B4-BE49-F238E27FC236}">
                  <a16:creationId xmlns:a16="http://schemas.microsoft.com/office/drawing/2014/main" id="{B0A82563-822F-03E9-6B81-DFFD71855895}"/>
                </a:ext>
              </a:extLst>
            </p:cNvPr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TextBox 376">
              <a:extLst>
                <a:ext uri="{FF2B5EF4-FFF2-40B4-BE49-F238E27FC236}">
                  <a16:creationId xmlns:a16="http://schemas.microsoft.com/office/drawing/2014/main" id="{AC7D30A9-8FA6-E062-2F17-1486221D43A1}"/>
                </a:ext>
              </a:extLst>
            </p:cNvPr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536" name="Freeform 377">
              <a:extLst>
                <a:ext uri="{FF2B5EF4-FFF2-40B4-BE49-F238E27FC236}">
                  <a16:creationId xmlns:a16="http://schemas.microsoft.com/office/drawing/2014/main" id="{C0AD11D4-0A58-11E4-6937-1049145FD049}"/>
                </a:ext>
              </a:extLst>
            </p:cNvPr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Freeform 378">
              <a:extLst>
                <a:ext uri="{FF2B5EF4-FFF2-40B4-BE49-F238E27FC236}">
                  <a16:creationId xmlns:a16="http://schemas.microsoft.com/office/drawing/2014/main" id="{B8670C7F-14B0-CCE3-C05B-BD5519C66028}"/>
                </a:ext>
              </a:extLst>
            </p:cNvPr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Freeform 379">
              <a:extLst>
                <a:ext uri="{FF2B5EF4-FFF2-40B4-BE49-F238E27FC236}">
                  <a16:creationId xmlns:a16="http://schemas.microsoft.com/office/drawing/2014/main" id="{60F4CAE6-9E52-8141-963F-82E65C0EFCAC}"/>
                </a:ext>
              </a:extLst>
            </p:cNvPr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TextBox 380">
              <a:extLst>
                <a:ext uri="{FF2B5EF4-FFF2-40B4-BE49-F238E27FC236}">
                  <a16:creationId xmlns:a16="http://schemas.microsoft.com/office/drawing/2014/main" id="{644F9E47-609B-7FF6-93D7-01CA641D6B15}"/>
                </a:ext>
              </a:extLst>
            </p:cNvPr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40" name="Freeform 381">
              <a:extLst>
                <a:ext uri="{FF2B5EF4-FFF2-40B4-BE49-F238E27FC236}">
                  <a16:creationId xmlns:a16="http://schemas.microsoft.com/office/drawing/2014/main" id="{5E59604C-BC9A-1B4E-EA6A-41E0AC3B1352}"/>
                </a:ext>
              </a:extLst>
            </p:cNvPr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TextBox 382">
              <a:extLst>
                <a:ext uri="{FF2B5EF4-FFF2-40B4-BE49-F238E27FC236}">
                  <a16:creationId xmlns:a16="http://schemas.microsoft.com/office/drawing/2014/main" id="{0AF0F642-D17E-0435-7521-F5DB6F601F7E}"/>
                </a:ext>
              </a:extLst>
            </p:cNvPr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42" name="TextBox 383">
              <a:extLst>
                <a:ext uri="{FF2B5EF4-FFF2-40B4-BE49-F238E27FC236}">
                  <a16:creationId xmlns:a16="http://schemas.microsoft.com/office/drawing/2014/main" id="{FDF6B4C2-0477-DE50-A9B7-22C9BD3BE633}"/>
                </a:ext>
              </a:extLst>
            </p:cNvPr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43" name="TextBox 384">
              <a:extLst>
                <a:ext uri="{FF2B5EF4-FFF2-40B4-BE49-F238E27FC236}">
                  <a16:creationId xmlns:a16="http://schemas.microsoft.com/office/drawing/2014/main" id="{1801017C-597A-745A-B4BC-C20FEE84DE29}"/>
                </a:ext>
              </a:extLst>
            </p:cNvPr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44" name="Freeform 385">
              <a:extLst>
                <a:ext uri="{FF2B5EF4-FFF2-40B4-BE49-F238E27FC236}">
                  <a16:creationId xmlns:a16="http://schemas.microsoft.com/office/drawing/2014/main" id="{7446460D-DC3D-92BC-5678-961F6AAAD5FA}"/>
                </a:ext>
              </a:extLst>
            </p:cNvPr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Freeform 386">
              <a:extLst>
                <a:ext uri="{FF2B5EF4-FFF2-40B4-BE49-F238E27FC236}">
                  <a16:creationId xmlns:a16="http://schemas.microsoft.com/office/drawing/2014/main" id="{7E2F4774-A366-1F5A-B176-CDB2922830DC}"/>
                </a:ext>
              </a:extLst>
            </p:cNvPr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Freeform 387">
              <a:extLst>
                <a:ext uri="{FF2B5EF4-FFF2-40B4-BE49-F238E27FC236}">
                  <a16:creationId xmlns:a16="http://schemas.microsoft.com/office/drawing/2014/main" id="{D3CF1EAC-89EE-8B32-07DD-2B4128ECEF6A}"/>
                </a:ext>
              </a:extLst>
            </p:cNvPr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Freeform 388">
              <a:extLst>
                <a:ext uri="{FF2B5EF4-FFF2-40B4-BE49-F238E27FC236}">
                  <a16:creationId xmlns:a16="http://schemas.microsoft.com/office/drawing/2014/main" id="{D14ED19A-313C-24D5-32E0-B770BDFB71BE}"/>
                </a:ext>
              </a:extLst>
            </p:cNvPr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TextBox 389">
              <a:extLst>
                <a:ext uri="{FF2B5EF4-FFF2-40B4-BE49-F238E27FC236}">
                  <a16:creationId xmlns:a16="http://schemas.microsoft.com/office/drawing/2014/main" id="{EB6CCE7B-E983-C9AB-C204-6771B6C2121F}"/>
                </a:ext>
              </a:extLst>
            </p:cNvPr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549" name="Freeform 390">
              <a:extLst>
                <a:ext uri="{FF2B5EF4-FFF2-40B4-BE49-F238E27FC236}">
                  <a16:creationId xmlns:a16="http://schemas.microsoft.com/office/drawing/2014/main" id="{312DF88C-8AEA-A6C7-73DF-3D717C25017D}"/>
                </a:ext>
              </a:extLst>
            </p:cNvPr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Freeform 391">
              <a:extLst>
                <a:ext uri="{FF2B5EF4-FFF2-40B4-BE49-F238E27FC236}">
                  <a16:creationId xmlns:a16="http://schemas.microsoft.com/office/drawing/2014/main" id="{AC921B3E-88DB-B010-8EF1-D173454EF61B}"/>
                </a:ext>
              </a:extLst>
            </p:cNvPr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Freeform 392">
              <a:extLst>
                <a:ext uri="{FF2B5EF4-FFF2-40B4-BE49-F238E27FC236}">
                  <a16:creationId xmlns:a16="http://schemas.microsoft.com/office/drawing/2014/main" id="{1AE31253-7C72-1082-E6C4-E07BF890ECE5}"/>
                </a:ext>
              </a:extLst>
            </p:cNvPr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TextBox 393">
              <a:extLst>
                <a:ext uri="{FF2B5EF4-FFF2-40B4-BE49-F238E27FC236}">
                  <a16:creationId xmlns:a16="http://schemas.microsoft.com/office/drawing/2014/main" id="{EA77528D-5D4B-600B-018E-2CF60E9964F6}"/>
                </a:ext>
              </a:extLst>
            </p:cNvPr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53" name="Freeform 394">
              <a:extLst>
                <a:ext uri="{FF2B5EF4-FFF2-40B4-BE49-F238E27FC236}">
                  <a16:creationId xmlns:a16="http://schemas.microsoft.com/office/drawing/2014/main" id="{DBB948D1-F656-1DFC-757A-A6FEA0FDC0F3}"/>
                </a:ext>
              </a:extLst>
            </p:cNvPr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TextBox 395">
              <a:extLst>
                <a:ext uri="{FF2B5EF4-FFF2-40B4-BE49-F238E27FC236}">
                  <a16:creationId xmlns:a16="http://schemas.microsoft.com/office/drawing/2014/main" id="{A0B8EC83-9DA2-F477-D977-85C3E00E5221}"/>
                </a:ext>
              </a:extLst>
            </p:cNvPr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55" name="TextBox 396">
              <a:extLst>
                <a:ext uri="{FF2B5EF4-FFF2-40B4-BE49-F238E27FC236}">
                  <a16:creationId xmlns:a16="http://schemas.microsoft.com/office/drawing/2014/main" id="{646F21C8-42D3-ECA6-53F1-D8C6EA01022E}"/>
                </a:ext>
              </a:extLst>
            </p:cNvPr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56" name="TextBox 397">
              <a:extLst>
                <a:ext uri="{FF2B5EF4-FFF2-40B4-BE49-F238E27FC236}">
                  <a16:creationId xmlns:a16="http://schemas.microsoft.com/office/drawing/2014/main" id="{2BD19547-CDE7-C0CE-06A1-C2FC49A9038E}"/>
                </a:ext>
              </a:extLst>
            </p:cNvPr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57" name="Freeform 398">
              <a:extLst>
                <a:ext uri="{FF2B5EF4-FFF2-40B4-BE49-F238E27FC236}">
                  <a16:creationId xmlns:a16="http://schemas.microsoft.com/office/drawing/2014/main" id="{DF986491-C09D-0645-717E-C3CF56DA9706}"/>
                </a:ext>
              </a:extLst>
            </p:cNvPr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Freeform 399">
              <a:extLst>
                <a:ext uri="{FF2B5EF4-FFF2-40B4-BE49-F238E27FC236}">
                  <a16:creationId xmlns:a16="http://schemas.microsoft.com/office/drawing/2014/main" id="{B7B66372-97C8-2BC7-0679-07651E24ACAD}"/>
                </a:ext>
              </a:extLst>
            </p:cNvPr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Freeform 400">
              <a:extLst>
                <a:ext uri="{FF2B5EF4-FFF2-40B4-BE49-F238E27FC236}">
                  <a16:creationId xmlns:a16="http://schemas.microsoft.com/office/drawing/2014/main" id="{1FA6A2AF-1D39-85BA-464E-C28F684F6842}"/>
                </a:ext>
              </a:extLst>
            </p:cNvPr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Freeform 401">
              <a:extLst>
                <a:ext uri="{FF2B5EF4-FFF2-40B4-BE49-F238E27FC236}">
                  <a16:creationId xmlns:a16="http://schemas.microsoft.com/office/drawing/2014/main" id="{B8C383D2-2983-9C45-E049-20A296C5F983}"/>
                </a:ext>
              </a:extLst>
            </p:cNvPr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Freeform 402">
              <a:extLst>
                <a:ext uri="{FF2B5EF4-FFF2-40B4-BE49-F238E27FC236}">
                  <a16:creationId xmlns:a16="http://schemas.microsoft.com/office/drawing/2014/main" id="{74CBEA3E-DC23-0EF2-9ED4-9BAC2A303840}"/>
                </a:ext>
              </a:extLst>
            </p:cNvPr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Freeform 403">
              <a:extLst>
                <a:ext uri="{FF2B5EF4-FFF2-40B4-BE49-F238E27FC236}">
                  <a16:creationId xmlns:a16="http://schemas.microsoft.com/office/drawing/2014/main" id="{E84A1AB9-5928-1DBB-BA70-C2B013CE7A8D}"/>
                </a:ext>
              </a:extLst>
            </p:cNvPr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3" name="Group 404">
              <a:extLst>
                <a:ext uri="{FF2B5EF4-FFF2-40B4-BE49-F238E27FC236}">
                  <a16:creationId xmlns:a16="http://schemas.microsoft.com/office/drawing/2014/main" id="{98025333-29E7-FBDD-A147-5BE1829C3E39}"/>
                </a:ext>
              </a:extLst>
            </p:cNvPr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628" name="Freeform 405">
                <a:extLst>
                  <a:ext uri="{FF2B5EF4-FFF2-40B4-BE49-F238E27FC236}">
                    <a16:creationId xmlns:a16="http://schemas.microsoft.com/office/drawing/2014/main" id="{16AA3EFF-104A-AB6D-9855-BD4970DC79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4" name="Group 406">
              <a:extLst>
                <a:ext uri="{FF2B5EF4-FFF2-40B4-BE49-F238E27FC236}">
                  <a16:creationId xmlns:a16="http://schemas.microsoft.com/office/drawing/2014/main" id="{1E78875C-A3AE-0B8B-38A3-898EA2BBF8A0}"/>
                </a:ext>
              </a:extLst>
            </p:cNvPr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627" name="Freeform 407">
                <a:extLst>
                  <a:ext uri="{FF2B5EF4-FFF2-40B4-BE49-F238E27FC236}">
                    <a16:creationId xmlns:a16="http://schemas.microsoft.com/office/drawing/2014/main" id="{DC39D6ED-4040-0F96-E534-184EF86D890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5" name="Group 408">
              <a:extLst>
                <a:ext uri="{FF2B5EF4-FFF2-40B4-BE49-F238E27FC236}">
                  <a16:creationId xmlns:a16="http://schemas.microsoft.com/office/drawing/2014/main" id="{8FA88F9E-41D3-A373-A3D7-98E4ADA3E5EF}"/>
                </a:ext>
              </a:extLst>
            </p:cNvPr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625" name="Freeform 409">
                <a:extLst>
                  <a:ext uri="{FF2B5EF4-FFF2-40B4-BE49-F238E27FC236}">
                    <a16:creationId xmlns:a16="http://schemas.microsoft.com/office/drawing/2014/main" id="{4A17E29B-3E37-BEA8-B6C7-72D074788B0B}"/>
                  </a:ext>
                </a:extLst>
              </p:cNvPr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" name="TextBox 410">
                <a:extLst>
                  <a:ext uri="{FF2B5EF4-FFF2-40B4-BE49-F238E27FC236}">
                    <a16:creationId xmlns:a16="http://schemas.microsoft.com/office/drawing/2014/main" id="{B19EF202-F258-B80D-105A-F28D7A4F57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66" name="Group 411">
              <a:extLst>
                <a:ext uri="{FF2B5EF4-FFF2-40B4-BE49-F238E27FC236}">
                  <a16:creationId xmlns:a16="http://schemas.microsoft.com/office/drawing/2014/main" id="{0FE900A0-69F1-B62E-FE49-8731C9EDE384}"/>
                </a:ext>
              </a:extLst>
            </p:cNvPr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624" name="Freeform 412">
                <a:extLst>
                  <a:ext uri="{FF2B5EF4-FFF2-40B4-BE49-F238E27FC236}">
                    <a16:creationId xmlns:a16="http://schemas.microsoft.com/office/drawing/2014/main" id="{C31EA55F-B4AF-AD53-9EF2-203F70BA203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7" name="Group 413">
              <a:extLst>
                <a:ext uri="{FF2B5EF4-FFF2-40B4-BE49-F238E27FC236}">
                  <a16:creationId xmlns:a16="http://schemas.microsoft.com/office/drawing/2014/main" id="{8CCC62CE-8F9C-CA6D-B01B-564F0A5CF60E}"/>
                </a:ext>
              </a:extLst>
            </p:cNvPr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623" name="Freeform 414">
                <a:extLst>
                  <a:ext uri="{FF2B5EF4-FFF2-40B4-BE49-F238E27FC236}">
                    <a16:creationId xmlns:a16="http://schemas.microsoft.com/office/drawing/2014/main" id="{105D19EA-3C77-3029-E0E8-2B95FCB7638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8" name="Group 415">
              <a:extLst>
                <a:ext uri="{FF2B5EF4-FFF2-40B4-BE49-F238E27FC236}">
                  <a16:creationId xmlns:a16="http://schemas.microsoft.com/office/drawing/2014/main" id="{24227B1A-DD62-EFF2-621C-561D77E73ECD}"/>
                </a:ext>
              </a:extLst>
            </p:cNvPr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622" name="Freeform 416">
                <a:extLst>
                  <a:ext uri="{FF2B5EF4-FFF2-40B4-BE49-F238E27FC236}">
                    <a16:creationId xmlns:a16="http://schemas.microsoft.com/office/drawing/2014/main" id="{7271FD2B-C6F9-CCDD-F627-40C57CEFD8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9" name="Group 417">
              <a:extLst>
                <a:ext uri="{FF2B5EF4-FFF2-40B4-BE49-F238E27FC236}">
                  <a16:creationId xmlns:a16="http://schemas.microsoft.com/office/drawing/2014/main" id="{C5222254-C824-4C14-5671-25F958C5DC06}"/>
                </a:ext>
              </a:extLst>
            </p:cNvPr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621" name="Freeform 418">
                <a:extLst>
                  <a:ext uri="{FF2B5EF4-FFF2-40B4-BE49-F238E27FC236}">
                    <a16:creationId xmlns:a16="http://schemas.microsoft.com/office/drawing/2014/main" id="{331DC878-86EF-2B0A-D6BD-F4BB408405B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0" name="Group 419">
              <a:extLst>
                <a:ext uri="{FF2B5EF4-FFF2-40B4-BE49-F238E27FC236}">
                  <a16:creationId xmlns:a16="http://schemas.microsoft.com/office/drawing/2014/main" id="{0FD100CC-B8A7-2FE8-C0A9-795BD67EE1AD}"/>
                </a:ext>
              </a:extLst>
            </p:cNvPr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619" name="Freeform 420">
                <a:extLst>
                  <a:ext uri="{FF2B5EF4-FFF2-40B4-BE49-F238E27FC236}">
                    <a16:creationId xmlns:a16="http://schemas.microsoft.com/office/drawing/2014/main" id="{E4FF9FBC-4D23-C7A6-CC84-BAD48C63E9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" name="TextBox 421">
                <a:extLst>
                  <a:ext uri="{FF2B5EF4-FFF2-40B4-BE49-F238E27FC236}">
                    <a16:creationId xmlns:a16="http://schemas.microsoft.com/office/drawing/2014/main" id="{6BE92696-6FE6-602B-82B9-A0D01E3B2D60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1" name="Group 422">
              <a:extLst>
                <a:ext uri="{FF2B5EF4-FFF2-40B4-BE49-F238E27FC236}">
                  <a16:creationId xmlns:a16="http://schemas.microsoft.com/office/drawing/2014/main" id="{C8AFFEB7-A534-B95C-4C3C-DF3C9FF22D8B}"/>
                </a:ext>
              </a:extLst>
            </p:cNvPr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617" name="Freeform 423">
                <a:extLst>
                  <a:ext uri="{FF2B5EF4-FFF2-40B4-BE49-F238E27FC236}">
                    <a16:creationId xmlns:a16="http://schemas.microsoft.com/office/drawing/2014/main" id="{C3164707-AEC2-DD5B-CC6B-48BB3FBFD154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" name="TextBox 424">
                <a:extLst>
                  <a:ext uri="{FF2B5EF4-FFF2-40B4-BE49-F238E27FC236}">
                    <a16:creationId xmlns:a16="http://schemas.microsoft.com/office/drawing/2014/main" id="{CC0E265D-B3E9-8300-E8BC-3ED882DFCB3C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2" name="Group 425">
              <a:extLst>
                <a:ext uri="{FF2B5EF4-FFF2-40B4-BE49-F238E27FC236}">
                  <a16:creationId xmlns:a16="http://schemas.microsoft.com/office/drawing/2014/main" id="{BDD9F22F-CE4A-3749-AEB8-1DDDC47A0A91}"/>
                </a:ext>
              </a:extLst>
            </p:cNvPr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616" name="Freeform 426">
                <a:extLst>
                  <a:ext uri="{FF2B5EF4-FFF2-40B4-BE49-F238E27FC236}">
                    <a16:creationId xmlns:a16="http://schemas.microsoft.com/office/drawing/2014/main" id="{3748663C-4731-AE7C-4AC9-519A979B161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3" name="Group 427">
              <a:extLst>
                <a:ext uri="{FF2B5EF4-FFF2-40B4-BE49-F238E27FC236}">
                  <a16:creationId xmlns:a16="http://schemas.microsoft.com/office/drawing/2014/main" id="{EE13C7AD-7134-6DDD-D345-C07971225EF7}"/>
                </a:ext>
              </a:extLst>
            </p:cNvPr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614" name="Freeform 428">
                <a:extLst>
                  <a:ext uri="{FF2B5EF4-FFF2-40B4-BE49-F238E27FC236}">
                    <a16:creationId xmlns:a16="http://schemas.microsoft.com/office/drawing/2014/main" id="{8B170B3F-3FB9-E457-7982-0F89ED2DFD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" name="TextBox 429">
                <a:extLst>
                  <a:ext uri="{FF2B5EF4-FFF2-40B4-BE49-F238E27FC236}">
                    <a16:creationId xmlns:a16="http://schemas.microsoft.com/office/drawing/2014/main" id="{977A044E-B91D-555A-FE0B-20AF9DA69DC2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74" name="Group 430">
              <a:extLst>
                <a:ext uri="{FF2B5EF4-FFF2-40B4-BE49-F238E27FC236}">
                  <a16:creationId xmlns:a16="http://schemas.microsoft.com/office/drawing/2014/main" id="{9497B39D-2862-97C4-281F-7A58A9712C5C}"/>
                </a:ext>
              </a:extLst>
            </p:cNvPr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613" name="Freeform 431">
                <a:extLst>
                  <a:ext uri="{FF2B5EF4-FFF2-40B4-BE49-F238E27FC236}">
                    <a16:creationId xmlns:a16="http://schemas.microsoft.com/office/drawing/2014/main" id="{ECCCB671-98E0-9DC3-3A37-FE947BB2DF1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75" name="Freeform 432">
              <a:extLst>
                <a:ext uri="{FF2B5EF4-FFF2-40B4-BE49-F238E27FC236}">
                  <a16:creationId xmlns:a16="http://schemas.microsoft.com/office/drawing/2014/main" id="{9A637882-726F-FA81-65D1-70F894B20BE7}"/>
                </a:ext>
              </a:extLst>
            </p:cNvPr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Freeform 433">
              <a:extLst>
                <a:ext uri="{FF2B5EF4-FFF2-40B4-BE49-F238E27FC236}">
                  <a16:creationId xmlns:a16="http://schemas.microsoft.com/office/drawing/2014/main" id="{295C9BBB-7C73-86AB-9CE9-3703A285037A}"/>
                </a:ext>
              </a:extLst>
            </p:cNvPr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TextBox 434">
              <a:extLst>
                <a:ext uri="{FF2B5EF4-FFF2-40B4-BE49-F238E27FC236}">
                  <a16:creationId xmlns:a16="http://schemas.microsoft.com/office/drawing/2014/main" id="{1BEC4CA7-87D2-92C5-B60C-039633188F0E}"/>
                </a:ext>
              </a:extLst>
            </p:cNvPr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578" name="Freeform 435">
              <a:extLst>
                <a:ext uri="{FF2B5EF4-FFF2-40B4-BE49-F238E27FC236}">
                  <a16:creationId xmlns:a16="http://schemas.microsoft.com/office/drawing/2014/main" id="{B713C05F-1A9A-661C-C9AD-1530E4F3F627}"/>
                </a:ext>
              </a:extLst>
            </p:cNvPr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TextBox 436">
              <a:extLst>
                <a:ext uri="{FF2B5EF4-FFF2-40B4-BE49-F238E27FC236}">
                  <a16:creationId xmlns:a16="http://schemas.microsoft.com/office/drawing/2014/main" id="{9B0B4735-1B2A-FCC7-2D9F-3C04B0779510}"/>
                </a:ext>
              </a:extLst>
            </p:cNvPr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80" name="Freeform 437">
              <a:extLst>
                <a:ext uri="{FF2B5EF4-FFF2-40B4-BE49-F238E27FC236}">
                  <a16:creationId xmlns:a16="http://schemas.microsoft.com/office/drawing/2014/main" id="{212A2FCC-907E-FF42-1D98-580E59E31577}"/>
                </a:ext>
              </a:extLst>
            </p:cNvPr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TextBox 438">
              <a:extLst>
                <a:ext uri="{FF2B5EF4-FFF2-40B4-BE49-F238E27FC236}">
                  <a16:creationId xmlns:a16="http://schemas.microsoft.com/office/drawing/2014/main" id="{EFEBAA4E-8D1E-78BD-E619-7EB0DDC1A72B}"/>
                </a:ext>
              </a:extLst>
            </p:cNvPr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82" name="TextBox 439">
              <a:extLst>
                <a:ext uri="{FF2B5EF4-FFF2-40B4-BE49-F238E27FC236}">
                  <a16:creationId xmlns:a16="http://schemas.microsoft.com/office/drawing/2014/main" id="{A36DDB0B-6E98-CF93-8A97-B40503C765FB}"/>
                </a:ext>
              </a:extLst>
            </p:cNvPr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83" name="TextBox 440">
              <a:extLst>
                <a:ext uri="{FF2B5EF4-FFF2-40B4-BE49-F238E27FC236}">
                  <a16:creationId xmlns:a16="http://schemas.microsoft.com/office/drawing/2014/main" id="{71E88319-7D2D-027A-1592-001D205C2CDE}"/>
                </a:ext>
              </a:extLst>
            </p:cNvPr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84" name="Freeform 441">
              <a:extLst>
                <a:ext uri="{FF2B5EF4-FFF2-40B4-BE49-F238E27FC236}">
                  <a16:creationId xmlns:a16="http://schemas.microsoft.com/office/drawing/2014/main" id="{AC9C272E-B0AD-93B9-F5B2-05FE1B440150}"/>
                </a:ext>
              </a:extLst>
            </p:cNvPr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Freeform 442">
              <a:extLst>
                <a:ext uri="{FF2B5EF4-FFF2-40B4-BE49-F238E27FC236}">
                  <a16:creationId xmlns:a16="http://schemas.microsoft.com/office/drawing/2014/main" id="{9A1D7E14-DF3D-F5CD-803B-D1C8F2A025D4}"/>
                </a:ext>
              </a:extLst>
            </p:cNvPr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Freeform 443">
              <a:extLst>
                <a:ext uri="{FF2B5EF4-FFF2-40B4-BE49-F238E27FC236}">
                  <a16:creationId xmlns:a16="http://schemas.microsoft.com/office/drawing/2014/main" id="{53D6E266-BFA1-6AC9-3C2F-D157968D2B29}"/>
                </a:ext>
              </a:extLst>
            </p:cNvPr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Freeform 444">
              <a:extLst>
                <a:ext uri="{FF2B5EF4-FFF2-40B4-BE49-F238E27FC236}">
                  <a16:creationId xmlns:a16="http://schemas.microsoft.com/office/drawing/2014/main" id="{90775A67-DDF3-576F-3591-455F8CE64000}"/>
                </a:ext>
              </a:extLst>
            </p:cNvPr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Freeform 445">
              <a:extLst>
                <a:ext uri="{FF2B5EF4-FFF2-40B4-BE49-F238E27FC236}">
                  <a16:creationId xmlns:a16="http://schemas.microsoft.com/office/drawing/2014/main" id="{55547ADF-26D2-9859-C408-F2121964527F}"/>
                </a:ext>
              </a:extLst>
            </p:cNvPr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TextBox 446">
              <a:extLst>
                <a:ext uri="{FF2B5EF4-FFF2-40B4-BE49-F238E27FC236}">
                  <a16:creationId xmlns:a16="http://schemas.microsoft.com/office/drawing/2014/main" id="{EF738812-645D-9839-4C86-0AB08A82E96D}"/>
                </a:ext>
              </a:extLst>
            </p:cNvPr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590" name="Freeform 447">
              <a:extLst>
                <a:ext uri="{FF2B5EF4-FFF2-40B4-BE49-F238E27FC236}">
                  <a16:creationId xmlns:a16="http://schemas.microsoft.com/office/drawing/2014/main" id="{65141AE8-F780-BE04-232A-E6078E326327}"/>
                </a:ext>
              </a:extLst>
            </p:cNvPr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TextBox 448">
              <a:extLst>
                <a:ext uri="{FF2B5EF4-FFF2-40B4-BE49-F238E27FC236}">
                  <a16:creationId xmlns:a16="http://schemas.microsoft.com/office/drawing/2014/main" id="{0C79C962-CCC7-7318-0280-D183B0F10A2D}"/>
                </a:ext>
              </a:extLst>
            </p:cNvPr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92" name="Freeform 449">
              <a:extLst>
                <a:ext uri="{FF2B5EF4-FFF2-40B4-BE49-F238E27FC236}">
                  <a16:creationId xmlns:a16="http://schemas.microsoft.com/office/drawing/2014/main" id="{6A4D31C2-E5BF-CE64-C355-0D6A44BC125A}"/>
                </a:ext>
              </a:extLst>
            </p:cNvPr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TextBox 450">
              <a:extLst>
                <a:ext uri="{FF2B5EF4-FFF2-40B4-BE49-F238E27FC236}">
                  <a16:creationId xmlns:a16="http://schemas.microsoft.com/office/drawing/2014/main" id="{BAB9C644-0071-8CB2-007B-85C91C1CBFBA}"/>
                </a:ext>
              </a:extLst>
            </p:cNvPr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94" name="TextBox 451">
              <a:extLst>
                <a:ext uri="{FF2B5EF4-FFF2-40B4-BE49-F238E27FC236}">
                  <a16:creationId xmlns:a16="http://schemas.microsoft.com/office/drawing/2014/main" id="{33622DAB-B625-A495-8C8E-D0FEDCEF00C6}"/>
                </a:ext>
              </a:extLst>
            </p:cNvPr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95" name="TextBox 452">
              <a:extLst>
                <a:ext uri="{FF2B5EF4-FFF2-40B4-BE49-F238E27FC236}">
                  <a16:creationId xmlns:a16="http://schemas.microsoft.com/office/drawing/2014/main" id="{5F5D00D3-79EC-5A06-204B-AB0662B6CE4D}"/>
                </a:ext>
              </a:extLst>
            </p:cNvPr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96" name="Freeform 453">
              <a:extLst>
                <a:ext uri="{FF2B5EF4-FFF2-40B4-BE49-F238E27FC236}">
                  <a16:creationId xmlns:a16="http://schemas.microsoft.com/office/drawing/2014/main" id="{AFACB140-3585-1B63-7BE7-1CFFA48E9040}"/>
                </a:ext>
              </a:extLst>
            </p:cNvPr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Freeform 454">
              <a:extLst>
                <a:ext uri="{FF2B5EF4-FFF2-40B4-BE49-F238E27FC236}">
                  <a16:creationId xmlns:a16="http://schemas.microsoft.com/office/drawing/2014/main" id="{5106E770-9F2D-AAC9-5E4C-1A5BF6D61669}"/>
                </a:ext>
              </a:extLst>
            </p:cNvPr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Freeform 455">
              <a:extLst>
                <a:ext uri="{FF2B5EF4-FFF2-40B4-BE49-F238E27FC236}">
                  <a16:creationId xmlns:a16="http://schemas.microsoft.com/office/drawing/2014/main" id="{B243CF3F-F56D-9836-C0C7-363B69E65B5E}"/>
                </a:ext>
              </a:extLst>
            </p:cNvPr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Freeform 456">
              <a:extLst>
                <a:ext uri="{FF2B5EF4-FFF2-40B4-BE49-F238E27FC236}">
                  <a16:creationId xmlns:a16="http://schemas.microsoft.com/office/drawing/2014/main" id="{27A057FE-9A7C-E258-BDEF-0AE0EFC83904}"/>
                </a:ext>
              </a:extLst>
            </p:cNvPr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Freeform 457">
              <a:extLst>
                <a:ext uri="{FF2B5EF4-FFF2-40B4-BE49-F238E27FC236}">
                  <a16:creationId xmlns:a16="http://schemas.microsoft.com/office/drawing/2014/main" id="{E739A092-A800-A6DD-5EEA-7743ED1CE0E5}"/>
                </a:ext>
              </a:extLst>
            </p:cNvPr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Freeform 458">
              <a:extLst>
                <a:ext uri="{FF2B5EF4-FFF2-40B4-BE49-F238E27FC236}">
                  <a16:creationId xmlns:a16="http://schemas.microsoft.com/office/drawing/2014/main" id="{670B6680-B10E-508B-3BD0-89C27DAB243F}"/>
                </a:ext>
              </a:extLst>
            </p:cNvPr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02" name="Group 459">
              <a:extLst>
                <a:ext uri="{FF2B5EF4-FFF2-40B4-BE49-F238E27FC236}">
                  <a16:creationId xmlns:a16="http://schemas.microsoft.com/office/drawing/2014/main" id="{1B70985C-9948-C0EA-FEAE-A6C1B319370B}"/>
                </a:ext>
              </a:extLst>
            </p:cNvPr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611" name="Freeform 460">
                <a:extLst>
                  <a:ext uri="{FF2B5EF4-FFF2-40B4-BE49-F238E27FC236}">
                    <a16:creationId xmlns:a16="http://schemas.microsoft.com/office/drawing/2014/main" id="{01078A18-1BD9-751A-71B9-69DAAABC3319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" name="TextBox 461">
                <a:extLst>
                  <a:ext uri="{FF2B5EF4-FFF2-40B4-BE49-F238E27FC236}">
                    <a16:creationId xmlns:a16="http://schemas.microsoft.com/office/drawing/2014/main" id="{65F1AD23-8CF8-2024-B7B6-677B6962519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603" name="Group 462">
              <a:extLst>
                <a:ext uri="{FF2B5EF4-FFF2-40B4-BE49-F238E27FC236}">
                  <a16:creationId xmlns:a16="http://schemas.microsoft.com/office/drawing/2014/main" id="{FB8C3378-C513-E817-5AE4-F92447EB7BC6}"/>
                </a:ext>
              </a:extLst>
            </p:cNvPr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609" name="Freeform 463">
                <a:extLst>
                  <a:ext uri="{FF2B5EF4-FFF2-40B4-BE49-F238E27FC236}">
                    <a16:creationId xmlns:a16="http://schemas.microsoft.com/office/drawing/2014/main" id="{581A592C-C4F8-FF1E-869C-A0E09311352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" name="TextBox 464">
                <a:extLst>
                  <a:ext uri="{FF2B5EF4-FFF2-40B4-BE49-F238E27FC236}">
                    <a16:creationId xmlns:a16="http://schemas.microsoft.com/office/drawing/2014/main" id="{5957E210-E932-2530-F89D-D65CA98EFCF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604" name="Group 465">
              <a:extLst>
                <a:ext uri="{FF2B5EF4-FFF2-40B4-BE49-F238E27FC236}">
                  <a16:creationId xmlns:a16="http://schemas.microsoft.com/office/drawing/2014/main" id="{F1C4BFCB-F026-129C-387D-FF0070D0F0A7}"/>
                </a:ext>
              </a:extLst>
            </p:cNvPr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608" name="Freeform 466">
                <a:extLst>
                  <a:ext uri="{FF2B5EF4-FFF2-40B4-BE49-F238E27FC236}">
                    <a16:creationId xmlns:a16="http://schemas.microsoft.com/office/drawing/2014/main" id="{AC4B0818-D677-AE78-AD22-9DE7EA3306AA}"/>
                  </a:ext>
                </a:extLst>
              </p:cNvPr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7"/>
                <a:stretch>
                  <a:fillRect l="-27567" t="-46764" r="-29846" b="-585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05" name="Group 467">
              <a:extLst>
                <a:ext uri="{FF2B5EF4-FFF2-40B4-BE49-F238E27FC236}">
                  <a16:creationId xmlns:a16="http://schemas.microsoft.com/office/drawing/2014/main" id="{5C4DF138-0034-7D0A-03FD-649948165FF1}"/>
                </a:ext>
              </a:extLst>
            </p:cNvPr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606" name="Freeform 468">
                <a:extLst>
                  <a:ext uri="{FF2B5EF4-FFF2-40B4-BE49-F238E27FC236}">
                    <a16:creationId xmlns:a16="http://schemas.microsoft.com/office/drawing/2014/main" id="{A5F1833D-02D4-E6DE-33A5-B104CFF4F181}"/>
                  </a:ext>
                </a:extLst>
              </p:cNvPr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" name="TextBox 469">
                <a:extLst>
                  <a:ext uri="{FF2B5EF4-FFF2-40B4-BE49-F238E27FC236}">
                    <a16:creationId xmlns:a16="http://schemas.microsoft.com/office/drawing/2014/main" id="{12FE93A7-92B2-3920-F6FF-87886954DA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⏰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Come back tomorrow for a new BeReal Passport</a:t>
                </a:r>
              </a:p>
            </p:txBody>
          </p:sp>
        </p:grpSp>
      </p:grpSp>
      <p:grpSp>
        <p:nvGrpSpPr>
          <p:cNvPr id="679" name="Group 2">
            <a:extLst>
              <a:ext uri="{FF2B5EF4-FFF2-40B4-BE49-F238E27FC236}">
                <a16:creationId xmlns:a16="http://schemas.microsoft.com/office/drawing/2014/main" id="{824F040F-1E58-1CB3-6013-A896B78AA39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680" name="Freeform 3">
              <a:extLst>
                <a:ext uri="{FF2B5EF4-FFF2-40B4-BE49-F238E27FC236}">
                  <a16:creationId xmlns:a16="http://schemas.microsoft.com/office/drawing/2014/main" id="{23354704-DFA0-3527-0702-11C55EAD237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TextBox 4">
              <a:extLst>
                <a:ext uri="{FF2B5EF4-FFF2-40B4-BE49-F238E27FC236}">
                  <a16:creationId xmlns:a16="http://schemas.microsoft.com/office/drawing/2014/main" id="{6B0F6365-5A58-01F7-9DCD-3BDA9B5FD06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682" name="Group 5">
            <a:extLst>
              <a:ext uri="{FF2B5EF4-FFF2-40B4-BE49-F238E27FC236}">
                <a16:creationId xmlns:a16="http://schemas.microsoft.com/office/drawing/2014/main" id="{9B7942C0-201D-6FB8-49C3-9BE0B4F1ECE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83" name="Freeform 6">
              <a:extLst>
                <a:ext uri="{FF2B5EF4-FFF2-40B4-BE49-F238E27FC236}">
                  <a16:creationId xmlns:a16="http://schemas.microsoft.com/office/drawing/2014/main" id="{2F09E1FD-129B-7FBB-FFA2-3F4F969290C5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TextBox 7">
              <a:extLst>
                <a:ext uri="{FF2B5EF4-FFF2-40B4-BE49-F238E27FC236}">
                  <a16:creationId xmlns:a16="http://schemas.microsoft.com/office/drawing/2014/main" id="{DAFABC00-54BD-DC65-CE9B-B7E0E88FCF7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685" name="Group 8">
            <a:extLst>
              <a:ext uri="{FF2B5EF4-FFF2-40B4-BE49-F238E27FC236}">
                <a16:creationId xmlns:a16="http://schemas.microsoft.com/office/drawing/2014/main" id="{D3629080-0A94-BF38-025D-211EDB3E5427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686" name="Freeform 9">
              <a:extLst>
                <a:ext uri="{FF2B5EF4-FFF2-40B4-BE49-F238E27FC236}">
                  <a16:creationId xmlns:a16="http://schemas.microsoft.com/office/drawing/2014/main" id="{F25A9533-88F5-7EC8-9ED6-018FFD84BA7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TextBox 10">
              <a:extLst>
                <a:ext uri="{FF2B5EF4-FFF2-40B4-BE49-F238E27FC236}">
                  <a16:creationId xmlns:a16="http://schemas.microsoft.com/office/drawing/2014/main" id="{72AF5740-83AA-6799-C2CD-8742A028EEE3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833922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Capsule / Board Details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136942"/>
            <a:ext cx="4023360" cy="4790279"/>
            <a:chOff x="0" y="0"/>
            <a:chExt cx="5364480" cy="6387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6387038"/>
            </a:xfrm>
            <a:custGeom>
              <a:avLst/>
              <a:gdLst/>
              <a:ahLst/>
              <a:cxnLst/>
              <a:rect l="l" t="t" r="r" b="b"/>
              <a:pathLst>
                <a:path w="5364480" h="6387038">
                  <a:moveTo>
                    <a:pt x="0" y="0"/>
                  </a:moveTo>
                  <a:lnTo>
                    <a:pt x="5364480" y="0"/>
                  </a:lnTo>
                  <a:lnTo>
                    <a:pt x="5364480" y="6387038"/>
                  </a:lnTo>
                  <a:lnTo>
                    <a:pt x="0" y="6387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622" r="-172727" b="5035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6444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 Boards are stored in ‘Memories’  as a Capsule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View all Community Boards Posting in a carousel view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Carousel View 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Expand out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click on image to view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Future Enhancement</a:t>
              </a:r>
            </a:p>
            <a:p>
              <a:pPr marL="1554480" lvl="4" indent="-310896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2-Column Grid scroll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 details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participated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Likes or Dislikes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076973" y="64300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7" name="Freeform 47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sp>
          <p:nvSpPr>
            <p:cNvPr id="74" name="Freeform 74"/>
            <p:cNvSpPr/>
            <p:nvPr/>
          </p:nvSpPr>
          <p:spPr>
            <a:xfrm>
              <a:off x="3508459" y="9745860"/>
              <a:ext cx="492360" cy="492360"/>
            </a:xfrm>
            <a:custGeom>
              <a:avLst/>
              <a:gdLst/>
              <a:ahLst/>
              <a:cxnLst/>
              <a:rect l="l" t="t" r="r" b="b"/>
              <a:pathLst>
                <a:path w="492360" h="492360">
                  <a:moveTo>
                    <a:pt x="0" y="0"/>
                  </a:moveTo>
                  <a:lnTo>
                    <a:pt x="492360" y="0"/>
                  </a:lnTo>
                  <a:lnTo>
                    <a:pt x="492360" y="492360"/>
                  </a:lnTo>
                  <a:lnTo>
                    <a:pt x="0" y="492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5"/>
            <p:cNvSpPr/>
            <p:nvPr/>
          </p:nvSpPr>
          <p:spPr>
            <a:xfrm>
              <a:off x="3597130" y="9833739"/>
              <a:ext cx="315018" cy="316601"/>
            </a:xfrm>
            <a:custGeom>
              <a:avLst/>
              <a:gdLst/>
              <a:ahLst/>
              <a:cxnLst/>
              <a:rect l="l" t="t" r="r" b="b"/>
              <a:pathLst>
                <a:path w="315018" h="316601">
                  <a:moveTo>
                    <a:pt x="0" y="0"/>
                  </a:moveTo>
                  <a:lnTo>
                    <a:pt x="315018" y="0"/>
                  </a:lnTo>
                  <a:lnTo>
                    <a:pt x="315018" y="316601"/>
                  </a:lnTo>
                  <a:lnTo>
                    <a:pt x="0" y="316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6"/>
            <p:cNvSpPr/>
            <p:nvPr/>
          </p:nvSpPr>
          <p:spPr>
            <a:xfrm>
              <a:off x="489389" y="3702221"/>
              <a:ext cx="470051" cy="326685"/>
            </a:xfrm>
            <a:custGeom>
              <a:avLst/>
              <a:gdLst/>
              <a:ahLst/>
              <a:cxnLst/>
              <a:rect l="l" t="t" r="r" b="b"/>
              <a:pathLst>
                <a:path w="470051" h="326685">
                  <a:moveTo>
                    <a:pt x="0" y="0"/>
                  </a:moveTo>
                  <a:lnTo>
                    <a:pt x="470051" y="0"/>
                  </a:lnTo>
                  <a:lnTo>
                    <a:pt x="470051" y="326685"/>
                  </a:lnTo>
                  <a:lnTo>
                    <a:pt x="0" y="326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83494" y="3789517"/>
              <a:ext cx="380233" cy="76047"/>
            </a:xfrm>
            <a:custGeom>
              <a:avLst/>
              <a:gdLst/>
              <a:ahLst/>
              <a:cxnLst/>
              <a:rect l="l" t="t" r="r" b="b"/>
              <a:pathLst>
                <a:path w="380233" h="76047">
                  <a:moveTo>
                    <a:pt x="0" y="0"/>
                  </a:moveTo>
                  <a:lnTo>
                    <a:pt x="380233" y="0"/>
                  </a:lnTo>
                  <a:lnTo>
                    <a:pt x="380233" y="76046"/>
                  </a:lnTo>
                  <a:lnTo>
                    <a:pt x="0" y="76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241906" y="8393436"/>
              <a:ext cx="184062" cy="194774"/>
            </a:xfrm>
            <a:custGeom>
              <a:avLst/>
              <a:gdLst/>
              <a:ahLst/>
              <a:cxnLst/>
              <a:rect l="l" t="t" r="r" b="b"/>
              <a:pathLst>
                <a:path w="184062" h="194774">
                  <a:moveTo>
                    <a:pt x="0" y="0"/>
                  </a:moveTo>
                  <a:lnTo>
                    <a:pt x="184062" y="0"/>
                  </a:lnTo>
                  <a:lnTo>
                    <a:pt x="184062" y="194775"/>
                  </a:lnTo>
                  <a:lnTo>
                    <a:pt x="0" y="194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2425195" y="8340515"/>
              <a:ext cx="312168" cy="312168"/>
              <a:chOff x="0" y="0"/>
              <a:chExt cx="812800" cy="8128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2581279" y="8345948"/>
              <a:ext cx="292671" cy="306735"/>
              <a:chOff x="0" y="0"/>
              <a:chExt cx="775533" cy="812800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0" y="0"/>
                <a:ext cx="77553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5533" h="812800">
                    <a:moveTo>
                      <a:pt x="387766" y="0"/>
                    </a:moveTo>
                    <a:cubicBezTo>
                      <a:pt x="173609" y="0"/>
                      <a:pt x="0" y="181951"/>
                      <a:pt x="0" y="406400"/>
                    </a:cubicBezTo>
                    <a:cubicBezTo>
                      <a:pt x="0" y="630849"/>
                      <a:pt x="173609" y="812800"/>
                      <a:pt x="387766" y="812800"/>
                    </a:cubicBezTo>
                    <a:cubicBezTo>
                      <a:pt x="601924" y="812800"/>
                      <a:pt x="775533" y="630849"/>
                      <a:pt x="775533" y="406400"/>
                    </a:cubicBezTo>
                    <a:cubicBezTo>
                      <a:pt x="775533" y="181951"/>
                      <a:pt x="601924" y="0"/>
                      <a:pt x="387766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4438" b="-34438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2727615" y="8345948"/>
              <a:ext cx="312168" cy="312168"/>
              <a:chOff x="0" y="0"/>
              <a:chExt cx="812800" cy="81280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" name="Group 85"/>
            <p:cNvGrpSpPr/>
            <p:nvPr/>
          </p:nvGrpSpPr>
          <p:grpSpPr>
            <a:xfrm>
              <a:off x="2123861" y="8865954"/>
              <a:ext cx="1328714" cy="172231"/>
              <a:chOff x="0" y="0"/>
              <a:chExt cx="7987703" cy="1035384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0" y="0"/>
                <a:ext cx="7987703" cy="1035384"/>
              </a:xfrm>
              <a:custGeom>
                <a:avLst/>
                <a:gdLst/>
                <a:ahLst/>
                <a:cxnLst/>
                <a:rect l="l" t="t" r="r" b="b"/>
                <a:pathLst>
                  <a:path w="7987703" h="1035384">
                    <a:moveTo>
                      <a:pt x="0" y="0"/>
                    </a:moveTo>
                    <a:lnTo>
                      <a:pt x="7987703" y="0"/>
                    </a:lnTo>
                    <a:lnTo>
                      <a:pt x="7987703" y="1035384"/>
                    </a:lnTo>
                    <a:lnTo>
                      <a:pt x="0" y="103538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44421" r="-83161" b="-2062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Box 87"/>
              <p:cNvSpPr txBox="1"/>
              <p:nvPr/>
            </p:nvSpPr>
            <p:spPr>
              <a:xfrm>
                <a:off x="0" y="0"/>
                <a:ext cx="7987703" cy="103538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80"/>
                  </a:lnSpc>
                </a:pPr>
                <a:r>
                  <a:rPr lang="en-US" sz="400" b="1" spc="10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Board Locks 10/31/2026</a:t>
                </a:r>
              </a:p>
            </p:txBody>
          </p:sp>
        </p:grpSp>
        <p:grpSp>
          <p:nvGrpSpPr>
            <p:cNvPr id="88" name="Group 88"/>
            <p:cNvGrpSpPr/>
            <p:nvPr/>
          </p:nvGrpSpPr>
          <p:grpSpPr>
            <a:xfrm>
              <a:off x="1944523" y="7943557"/>
              <a:ext cx="1687390" cy="396958"/>
              <a:chOff x="0" y="0"/>
              <a:chExt cx="5683685" cy="1337085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5683685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5683685" h="1337086">
                    <a:moveTo>
                      <a:pt x="0" y="0"/>
                    </a:moveTo>
                    <a:lnTo>
                      <a:pt x="5683685" y="0"/>
                    </a:lnTo>
                    <a:lnTo>
                      <a:pt x="5683685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57410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-19050"/>
                <a:ext cx="5683685" cy="13561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6 Friends stamped Today</a:t>
                </a:r>
              </a:p>
            </p:txBody>
          </p:sp>
        </p:grpSp>
        <p:sp>
          <p:nvSpPr>
            <p:cNvPr id="91" name="Freeform 91"/>
            <p:cNvSpPr/>
            <p:nvPr/>
          </p:nvSpPr>
          <p:spPr>
            <a:xfrm>
              <a:off x="3131730" y="8435278"/>
              <a:ext cx="202799" cy="166296"/>
            </a:xfrm>
            <a:custGeom>
              <a:avLst/>
              <a:gdLst/>
              <a:ahLst/>
              <a:cxnLst/>
              <a:rect l="l" t="t" r="r" b="b"/>
              <a:pathLst>
                <a:path w="202799" h="166296">
                  <a:moveTo>
                    <a:pt x="0" y="0"/>
                  </a:moveTo>
                  <a:lnTo>
                    <a:pt x="202799" y="0"/>
                  </a:lnTo>
                  <a:lnTo>
                    <a:pt x="202799" y="166295"/>
                  </a:lnTo>
                  <a:lnTo>
                    <a:pt x="0" y="166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92" name="Group 92"/>
            <p:cNvGrpSpPr/>
            <p:nvPr/>
          </p:nvGrpSpPr>
          <p:grpSpPr>
            <a:xfrm>
              <a:off x="142536" y="4230272"/>
              <a:ext cx="5280560" cy="3334630"/>
              <a:chOff x="0" y="0"/>
              <a:chExt cx="973534" cy="614779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0" y="0"/>
                <a:ext cx="973534" cy="614779"/>
              </a:xfrm>
              <a:custGeom>
                <a:avLst/>
                <a:gdLst/>
                <a:ahLst/>
                <a:cxnLst/>
                <a:rect l="l" t="t" r="r" b="b"/>
                <a:pathLst>
                  <a:path w="973534" h="614779">
                    <a:moveTo>
                      <a:pt x="39096" y="0"/>
                    </a:moveTo>
                    <a:lnTo>
                      <a:pt x="934438" y="0"/>
                    </a:lnTo>
                    <a:cubicBezTo>
                      <a:pt x="944807" y="0"/>
                      <a:pt x="954751" y="4119"/>
                      <a:pt x="962083" y="11451"/>
                    </a:cubicBezTo>
                    <a:cubicBezTo>
                      <a:pt x="969415" y="18783"/>
                      <a:pt x="973534" y="28727"/>
                      <a:pt x="973534" y="39096"/>
                    </a:cubicBezTo>
                    <a:lnTo>
                      <a:pt x="973534" y="575683"/>
                    </a:lnTo>
                    <a:cubicBezTo>
                      <a:pt x="973534" y="586052"/>
                      <a:pt x="969415" y="595996"/>
                      <a:pt x="962083" y="603328"/>
                    </a:cubicBezTo>
                    <a:cubicBezTo>
                      <a:pt x="954751" y="610660"/>
                      <a:pt x="944807" y="614779"/>
                      <a:pt x="934438" y="614779"/>
                    </a:cubicBezTo>
                    <a:lnTo>
                      <a:pt x="39096" y="614779"/>
                    </a:lnTo>
                    <a:cubicBezTo>
                      <a:pt x="17504" y="614779"/>
                      <a:pt x="0" y="597275"/>
                      <a:pt x="0" y="575683"/>
                    </a:cubicBezTo>
                    <a:lnTo>
                      <a:pt x="0" y="39096"/>
                    </a:lnTo>
                    <a:cubicBezTo>
                      <a:pt x="0" y="28727"/>
                      <a:pt x="4119" y="18783"/>
                      <a:pt x="11451" y="11451"/>
                    </a:cubicBezTo>
                    <a:cubicBezTo>
                      <a:pt x="18783" y="4119"/>
                      <a:pt x="28727" y="0"/>
                      <a:pt x="390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TextBox 94"/>
              <p:cNvSpPr txBox="1"/>
              <p:nvPr/>
            </p:nvSpPr>
            <p:spPr>
              <a:xfrm>
                <a:off x="0" y="-47625"/>
                <a:ext cx="973534" cy="662404"/>
              </a:xfrm>
              <a:prstGeom prst="rect">
                <a:avLst/>
              </a:prstGeom>
            </p:spPr>
            <p:txBody>
              <a:bodyPr lIns="54429" tIns="54429" rIns="54429" bIns="54429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95" name="Group 95"/>
            <p:cNvGrpSpPr/>
            <p:nvPr/>
          </p:nvGrpSpPr>
          <p:grpSpPr>
            <a:xfrm>
              <a:off x="142536" y="4803584"/>
              <a:ext cx="5291363" cy="2598729"/>
              <a:chOff x="0" y="0"/>
              <a:chExt cx="1941196" cy="953373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1941196" cy="953373"/>
              </a:xfrm>
              <a:custGeom>
                <a:avLst/>
                <a:gdLst/>
                <a:ahLst/>
                <a:cxnLst/>
                <a:rect l="l" t="t" r="r" b="b"/>
                <a:pathLst>
                  <a:path w="1941196" h="953373">
                    <a:moveTo>
                      <a:pt x="99492" y="0"/>
                    </a:moveTo>
                    <a:lnTo>
                      <a:pt x="1841704" y="0"/>
                    </a:lnTo>
                    <a:cubicBezTo>
                      <a:pt x="1868091" y="0"/>
                      <a:pt x="1893397" y="10482"/>
                      <a:pt x="1912055" y="29141"/>
                    </a:cubicBezTo>
                    <a:cubicBezTo>
                      <a:pt x="1930714" y="47799"/>
                      <a:pt x="1941196" y="73105"/>
                      <a:pt x="1941196" y="99492"/>
                    </a:cubicBezTo>
                    <a:lnTo>
                      <a:pt x="1941196" y="853881"/>
                    </a:lnTo>
                    <a:cubicBezTo>
                      <a:pt x="1941196" y="908829"/>
                      <a:pt x="1896652" y="953373"/>
                      <a:pt x="1841704" y="953373"/>
                    </a:cubicBezTo>
                    <a:lnTo>
                      <a:pt x="99492" y="953373"/>
                    </a:lnTo>
                    <a:cubicBezTo>
                      <a:pt x="73105" y="953373"/>
                      <a:pt x="47799" y="942891"/>
                      <a:pt x="29141" y="924232"/>
                    </a:cubicBezTo>
                    <a:cubicBezTo>
                      <a:pt x="10482" y="905574"/>
                      <a:pt x="0" y="880268"/>
                      <a:pt x="0" y="853881"/>
                    </a:cubicBezTo>
                    <a:lnTo>
                      <a:pt x="0" y="99492"/>
                    </a:lnTo>
                    <a:cubicBezTo>
                      <a:pt x="0" y="44544"/>
                      <a:pt x="44544" y="0"/>
                      <a:pt x="99492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1941196" cy="1000998"/>
              </a:xfrm>
              <a:prstGeom prst="rect">
                <a:avLst/>
              </a:prstGeom>
            </p:spPr>
            <p:txBody>
              <a:bodyPr lIns="27352" tIns="27352" rIns="27352" bIns="2735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1468735" y="4974694"/>
              <a:ext cx="846492" cy="1059300"/>
              <a:chOff x="0" y="0"/>
              <a:chExt cx="10591800" cy="13254572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0"/>
                <a:stretch>
                  <a:fillRect l="-60743" r="-6074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0" name="Group 100"/>
            <p:cNvGrpSpPr/>
            <p:nvPr/>
          </p:nvGrpSpPr>
          <p:grpSpPr>
            <a:xfrm>
              <a:off x="1514398" y="5011178"/>
              <a:ext cx="227795" cy="227795"/>
              <a:chOff x="0" y="0"/>
              <a:chExt cx="812800" cy="81280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2" name="Freeform 102"/>
            <p:cNvSpPr/>
            <p:nvPr/>
          </p:nvSpPr>
          <p:spPr>
            <a:xfrm>
              <a:off x="1891981" y="5021122"/>
              <a:ext cx="386772" cy="386772"/>
            </a:xfrm>
            <a:custGeom>
              <a:avLst/>
              <a:gdLst/>
              <a:ahLst/>
              <a:cxnLst/>
              <a:rect l="l" t="t" r="r" b="b"/>
              <a:pathLst>
                <a:path w="386772" h="386772">
                  <a:moveTo>
                    <a:pt x="0" y="0"/>
                  </a:moveTo>
                  <a:lnTo>
                    <a:pt x="386772" y="0"/>
                  </a:lnTo>
                  <a:lnTo>
                    <a:pt x="386772" y="386772"/>
                  </a:lnTo>
                  <a:lnTo>
                    <a:pt x="0" y="3867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3"/>
            <p:cNvSpPr/>
            <p:nvPr/>
          </p:nvSpPr>
          <p:spPr>
            <a:xfrm>
              <a:off x="1969826" y="5100454"/>
              <a:ext cx="241053" cy="128963"/>
            </a:xfrm>
            <a:custGeom>
              <a:avLst/>
              <a:gdLst/>
              <a:ahLst/>
              <a:cxnLst/>
              <a:rect l="l" t="t" r="r" b="b"/>
              <a:pathLst>
                <a:path w="241053" h="128963">
                  <a:moveTo>
                    <a:pt x="0" y="0"/>
                  </a:moveTo>
                  <a:lnTo>
                    <a:pt x="241052" y="0"/>
                  </a:lnTo>
                  <a:lnTo>
                    <a:pt x="24105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2020812" y="5032499"/>
              <a:ext cx="139079" cy="830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9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05" name="Freeform 105"/>
            <p:cNvSpPr/>
            <p:nvPr/>
          </p:nvSpPr>
          <p:spPr>
            <a:xfrm rot="-3394830" flipV="1">
              <a:off x="1915772" y="5180677"/>
              <a:ext cx="59624" cy="18742"/>
            </a:xfrm>
            <a:custGeom>
              <a:avLst/>
              <a:gdLst/>
              <a:ahLst/>
              <a:cxnLst/>
              <a:rect l="l" t="t" r="r" b="b"/>
              <a:pathLst>
                <a:path w="59624" h="18742">
                  <a:moveTo>
                    <a:pt x="0" y="18742"/>
                  </a:moveTo>
                  <a:lnTo>
                    <a:pt x="59625" y="18742"/>
                  </a:lnTo>
                  <a:lnTo>
                    <a:pt x="59625" y="0"/>
                  </a:lnTo>
                  <a:lnTo>
                    <a:pt x="0" y="0"/>
                  </a:lnTo>
                  <a:lnTo>
                    <a:pt x="0" y="1874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6"/>
            <p:cNvSpPr/>
            <p:nvPr/>
          </p:nvSpPr>
          <p:spPr>
            <a:xfrm rot="-6716943">
              <a:off x="2205629" y="5181440"/>
              <a:ext cx="54772" cy="17216"/>
            </a:xfrm>
            <a:custGeom>
              <a:avLst/>
              <a:gdLst/>
              <a:ahLst/>
              <a:cxnLst/>
              <a:rect l="l" t="t" r="r" b="b"/>
              <a:pathLst>
                <a:path w="54772" h="17216">
                  <a:moveTo>
                    <a:pt x="0" y="0"/>
                  </a:moveTo>
                  <a:lnTo>
                    <a:pt x="54772" y="0"/>
                  </a:lnTo>
                  <a:lnTo>
                    <a:pt x="54772" y="17216"/>
                  </a:lnTo>
                  <a:lnTo>
                    <a:pt x="0" y="17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7"/>
            <p:cNvSpPr/>
            <p:nvPr/>
          </p:nvSpPr>
          <p:spPr>
            <a:xfrm rot="2699999">
              <a:off x="1961720" y="5138734"/>
              <a:ext cx="250217" cy="250217"/>
            </a:xfrm>
            <a:custGeom>
              <a:avLst/>
              <a:gdLst/>
              <a:ahLst/>
              <a:cxnLst/>
              <a:rect l="l" t="t" r="r" b="b"/>
              <a:pathLst>
                <a:path w="250217" h="250217">
                  <a:moveTo>
                    <a:pt x="0" y="0"/>
                  </a:moveTo>
                  <a:lnTo>
                    <a:pt x="250217" y="0"/>
                  </a:lnTo>
                  <a:lnTo>
                    <a:pt x="250217" y="250217"/>
                  </a:lnTo>
                  <a:lnTo>
                    <a:pt x="0" y="250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2030423" y="5339976"/>
              <a:ext cx="10988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09" name="Freeform 109"/>
            <p:cNvSpPr/>
            <p:nvPr/>
          </p:nvSpPr>
          <p:spPr>
            <a:xfrm rot="2699999">
              <a:off x="1991513" y="5230240"/>
              <a:ext cx="187708" cy="187708"/>
            </a:xfrm>
            <a:custGeom>
              <a:avLst/>
              <a:gdLst/>
              <a:ahLst/>
              <a:cxnLst/>
              <a:rect l="l" t="t" r="r" b="b"/>
              <a:pathLst>
                <a:path w="187708" h="187708">
                  <a:moveTo>
                    <a:pt x="0" y="0"/>
                  </a:moveTo>
                  <a:lnTo>
                    <a:pt x="187708" y="0"/>
                  </a:lnTo>
                  <a:lnTo>
                    <a:pt x="187708" y="187709"/>
                  </a:lnTo>
                  <a:lnTo>
                    <a:pt x="0" y="187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997388" y="5284022"/>
              <a:ext cx="178880" cy="31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917548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166387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3" name="Freeform 113"/>
            <p:cNvSpPr/>
            <p:nvPr/>
          </p:nvSpPr>
          <p:spPr>
            <a:xfrm>
              <a:off x="2024547" y="5150452"/>
              <a:ext cx="121640" cy="74809"/>
            </a:xfrm>
            <a:custGeom>
              <a:avLst/>
              <a:gdLst/>
              <a:ahLst/>
              <a:cxnLst/>
              <a:rect l="l" t="t" r="r" b="b"/>
              <a:pathLst>
                <a:path w="121640" h="74809">
                  <a:moveTo>
                    <a:pt x="0" y="0"/>
                  </a:moveTo>
                  <a:lnTo>
                    <a:pt x="121640" y="0"/>
                  </a:lnTo>
                  <a:lnTo>
                    <a:pt x="121640" y="74809"/>
                  </a:lnTo>
                  <a:lnTo>
                    <a:pt x="0" y="748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4" name="Group 114"/>
            <p:cNvGrpSpPr/>
            <p:nvPr/>
          </p:nvGrpSpPr>
          <p:grpSpPr>
            <a:xfrm>
              <a:off x="2381701" y="4974944"/>
              <a:ext cx="846492" cy="1059300"/>
              <a:chOff x="0" y="0"/>
              <a:chExt cx="10591800" cy="13254572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6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413643" y="5011428"/>
              <a:ext cx="227795" cy="227795"/>
              <a:chOff x="0" y="0"/>
              <a:chExt cx="812800" cy="81280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7"/>
                <a:stretch>
                  <a:fillRect t="-12500" b="-12500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18" name="Freeform 118"/>
            <p:cNvSpPr/>
            <p:nvPr/>
          </p:nvSpPr>
          <p:spPr>
            <a:xfrm>
              <a:off x="2804947" y="5021691"/>
              <a:ext cx="386204" cy="386204"/>
            </a:xfrm>
            <a:custGeom>
              <a:avLst/>
              <a:gdLst/>
              <a:ahLst/>
              <a:cxnLst/>
              <a:rect l="l" t="t" r="r" b="b"/>
              <a:pathLst>
                <a:path w="386204" h="386204">
                  <a:moveTo>
                    <a:pt x="0" y="0"/>
                  </a:moveTo>
                  <a:lnTo>
                    <a:pt x="386204" y="0"/>
                  </a:lnTo>
                  <a:lnTo>
                    <a:pt x="386204" y="386204"/>
                  </a:lnTo>
                  <a:lnTo>
                    <a:pt x="0" y="386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9"/>
            <p:cNvSpPr/>
            <p:nvPr/>
          </p:nvSpPr>
          <p:spPr>
            <a:xfrm>
              <a:off x="2882677" y="5100907"/>
              <a:ext cx="240699" cy="128774"/>
            </a:xfrm>
            <a:custGeom>
              <a:avLst/>
              <a:gdLst/>
              <a:ahLst/>
              <a:cxnLst/>
              <a:rect l="l" t="t" r="r" b="b"/>
              <a:pathLst>
                <a:path w="240699" h="128774">
                  <a:moveTo>
                    <a:pt x="0" y="0"/>
                  </a:moveTo>
                  <a:lnTo>
                    <a:pt x="240699" y="0"/>
                  </a:lnTo>
                  <a:lnTo>
                    <a:pt x="240699" y="128773"/>
                  </a:lnTo>
                  <a:lnTo>
                    <a:pt x="0" y="128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2952366" y="5133493"/>
              <a:ext cx="107070" cy="116381"/>
            </a:xfrm>
            <a:custGeom>
              <a:avLst/>
              <a:gdLst/>
              <a:ahLst/>
              <a:cxnLst/>
              <a:rect l="l" t="t" r="r" b="b"/>
              <a:pathLst>
                <a:path w="107070" h="116381">
                  <a:moveTo>
                    <a:pt x="0" y="0"/>
                  </a:moveTo>
                  <a:lnTo>
                    <a:pt x="107070" y="0"/>
                  </a:lnTo>
                  <a:lnTo>
                    <a:pt x="107070" y="116381"/>
                  </a:lnTo>
                  <a:lnTo>
                    <a:pt x="0" y="116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2868261" y="5033037"/>
              <a:ext cx="269532" cy="118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22" name="Freeform 122"/>
            <p:cNvSpPr/>
            <p:nvPr/>
          </p:nvSpPr>
          <p:spPr>
            <a:xfrm rot="-3394830" flipV="1">
              <a:off x="2829362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24454"/>
                  </a:moveTo>
                  <a:lnTo>
                    <a:pt x="77798" y="24454"/>
                  </a:lnTo>
                  <a:lnTo>
                    <a:pt x="77798" y="0"/>
                  </a:lnTo>
                  <a:lnTo>
                    <a:pt x="0" y="0"/>
                  </a:lnTo>
                  <a:lnTo>
                    <a:pt x="0" y="2445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3"/>
            <p:cNvSpPr/>
            <p:nvPr/>
          </p:nvSpPr>
          <p:spPr>
            <a:xfrm rot="-6716943">
              <a:off x="3098893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0"/>
                  </a:moveTo>
                  <a:lnTo>
                    <a:pt x="77799" y="0"/>
                  </a:lnTo>
                  <a:lnTo>
                    <a:pt x="77799" y="24454"/>
                  </a:lnTo>
                  <a:lnTo>
                    <a:pt x="0" y="24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 rot="2699999">
              <a:off x="2874583" y="5143997"/>
              <a:ext cx="249850" cy="249850"/>
            </a:xfrm>
            <a:custGeom>
              <a:avLst/>
              <a:gdLst/>
              <a:ahLst/>
              <a:cxnLst/>
              <a:rect l="l" t="t" r="r" b="b"/>
              <a:pathLst>
                <a:path w="249850" h="249850">
                  <a:moveTo>
                    <a:pt x="0" y="0"/>
                  </a:moveTo>
                  <a:lnTo>
                    <a:pt x="249850" y="0"/>
                  </a:lnTo>
                  <a:lnTo>
                    <a:pt x="249850" y="249850"/>
                  </a:lnTo>
                  <a:lnTo>
                    <a:pt x="0" y="2498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2943186" y="5340063"/>
              <a:ext cx="109727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2699999">
              <a:off x="2904333" y="5230502"/>
              <a:ext cx="187433" cy="187433"/>
            </a:xfrm>
            <a:custGeom>
              <a:avLst/>
              <a:gdLst/>
              <a:ahLst/>
              <a:cxnLst/>
              <a:rect l="l" t="t" r="r" b="b"/>
              <a:pathLst>
                <a:path w="187433" h="187433">
                  <a:moveTo>
                    <a:pt x="0" y="0"/>
                  </a:moveTo>
                  <a:lnTo>
                    <a:pt x="187433" y="0"/>
                  </a:lnTo>
                  <a:lnTo>
                    <a:pt x="187433" y="187433"/>
                  </a:lnTo>
                  <a:lnTo>
                    <a:pt x="0" y="187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2910200" y="5284205"/>
              <a:ext cx="178617" cy="310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2830476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3078950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0" name="Group 130"/>
            <p:cNvGrpSpPr/>
            <p:nvPr/>
          </p:nvGrpSpPr>
          <p:grpSpPr>
            <a:xfrm>
              <a:off x="3353135" y="4974944"/>
              <a:ext cx="846492" cy="1059300"/>
              <a:chOff x="0" y="0"/>
              <a:chExt cx="10591800" cy="13254572"/>
            </a:xfrm>
          </p:grpSpPr>
          <p:sp>
            <p:nvSpPr>
              <p:cNvPr id="131" name="Freeform 131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2" name="Group 132"/>
            <p:cNvGrpSpPr/>
            <p:nvPr/>
          </p:nvGrpSpPr>
          <p:grpSpPr>
            <a:xfrm>
              <a:off x="3383938" y="5011428"/>
              <a:ext cx="227795" cy="227795"/>
              <a:chOff x="0" y="0"/>
              <a:chExt cx="812800" cy="812800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4" name="Freeform 134"/>
            <p:cNvSpPr/>
            <p:nvPr/>
          </p:nvSpPr>
          <p:spPr>
            <a:xfrm>
              <a:off x="3776381" y="5034043"/>
              <a:ext cx="364274" cy="364274"/>
            </a:xfrm>
            <a:custGeom>
              <a:avLst/>
              <a:gdLst/>
              <a:ahLst/>
              <a:cxnLst/>
              <a:rect l="l" t="t" r="r" b="b"/>
              <a:pathLst>
                <a:path w="364274" h="364274">
                  <a:moveTo>
                    <a:pt x="0" y="0"/>
                  </a:moveTo>
                  <a:lnTo>
                    <a:pt x="364274" y="0"/>
                  </a:lnTo>
                  <a:lnTo>
                    <a:pt x="364274" y="364274"/>
                  </a:lnTo>
                  <a:lnTo>
                    <a:pt x="0" y="3642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3849697" y="5108761"/>
              <a:ext cx="227031" cy="121462"/>
            </a:xfrm>
            <a:custGeom>
              <a:avLst/>
              <a:gdLst/>
              <a:ahLst/>
              <a:cxnLst/>
              <a:rect l="l" t="t" r="r" b="b"/>
              <a:pathLst>
                <a:path w="227031" h="121462">
                  <a:moveTo>
                    <a:pt x="0" y="0"/>
                  </a:moveTo>
                  <a:lnTo>
                    <a:pt x="227031" y="0"/>
                  </a:lnTo>
                  <a:lnTo>
                    <a:pt x="227031" y="121461"/>
                  </a:lnTo>
                  <a:lnTo>
                    <a:pt x="0" y="121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3820273" y="5044204"/>
              <a:ext cx="285880" cy="129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"/>
                </a:lnSpc>
                <a:spcBef>
                  <a:spcPct val="0"/>
                </a:spcBef>
              </a:pPr>
              <a:r>
                <a:rPr lang="en-US" sz="289" b="1" spc="3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37" name="Freeform 137"/>
            <p:cNvSpPr/>
            <p:nvPr/>
          </p:nvSpPr>
          <p:spPr>
            <a:xfrm rot="-3394830" flipV="1">
              <a:off x="3798788" y="5184317"/>
              <a:ext cx="56156" cy="17651"/>
            </a:xfrm>
            <a:custGeom>
              <a:avLst/>
              <a:gdLst/>
              <a:ahLst/>
              <a:cxnLst/>
              <a:rect l="l" t="t" r="r" b="b"/>
              <a:pathLst>
                <a:path w="56156" h="17651">
                  <a:moveTo>
                    <a:pt x="0" y="17652"/>
                  </a:moveTo>
                  <a:lnTo>
                    <a:pt x="56157" y="17652"/>
                  </a:lnTo>
                  <a:lnTo>
                    <a:pt x="56157" y="0"/>
                  </a:lnTo>
                  <a:lnTo>
                    <a:pt x="0" y="0"/>
                  </a:lnTo>
                  <a:lnTo>
                    <a:pt x="0" y="176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8"/>
            <p:cNvSpPr/>
            <p:nvPr/>
          </p:nvSpPr>
          <p:spPr>
            <a:xfrm rot="-6716943">
              <a:off x="4071785" y="5185036"/>
              <a:ext cx="51586" cy="16215"/>
            </a:xfrm>
            <a:custGeom>
              <a:avLst/>
              <a:gdLst/>
              <a:ahLst/>
              <a:cxnLst/>
              <a:rect l="l" t="t" r="r" b="b"/>
              <a:pathLst>
                <a:path w="51586" h="16215">
                  <a:moveTo>
                    <a:pt x="0" y="0"/>
                  </a:moveTo>
                  <a:lnTo>
                    <a:pt x="51586" y="0"/>
                  </a:lnTo>
                  <a:lnTo>
                    <a:pt x="51586" y="16215"/>
                  </a:lnTo>
                  <a:lnTo>
                    <a:pt x="0" y="162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 rot="2699999">
              <a:off x="3842063" y="5144814"/>
              <a:ext cx="235662" cy="235662"/>
            </a:xfrm>
            <a:custGeom>
              <a:avLst/>
              <a:gdLst/>
              <a:ahLst/>
              <a:cxnLst/>
              <a:rect l="l" t="t" r="r" b="b"/>
              <a:pathLst>
                <a:path w="235662" h="235662">
                  <a:moveTo>
                    <a:pt x="0" y="0"/>
                  </a:moveTo>
                  <a:lnTo>
                    <a:pt x="235663" y="0"/>
                  </a:lnTo>
                  <a:lnTo>
                    <a:pt x="235663" y="235662"/>
                  </a:lnTo>
                  <a:lnTo>
                    <a:pt x="0" y="2356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3906770" y="5333796"/>
              <a:ext cx="103497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 spc="1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1" name="Freeform 141"/>
            <p:cNvSpPr/>
            <p:nvPr/>
          </p:nvSpPr>
          <p:spPr>
            <a:xfrm rot="2699999">
              <a:off x="3870123" y="5230998"/>
              <a:ext cx="176790" cy="176790"/>
            </a:xfrm>
            <a:custGeom>
              <a:avLst/>
              <a:gdLst/>
              <a:ahLst/>
              <a:cxnLst/>
              <a:rect l="l" t="t" r="r" b="b"/>
              <a:pathLst>
                <a:path w="176790" h="176790">
                  <a:moveTo>
                    <a:pt x="0" y="0"/>
                  </a:moveTo>
                  <a:lnTo>
                    <a:pt x="176790" y="0"/>
                  </a:lnTo>
                  <a:lnTo>
                    <a:pt x="176790" y="176789"/>
                  </a:lnTo>
                  <a:lnTo>
                    <a:pt x="0" y="176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3922911" y="5148114"/>
              <a:ext cx="80603" cy="78991"/>
            </a:xfrm>
            <a:custGeom>
              <a:avLst/>
              <a:gdLst/>
              <a:ahLst/>
              <a:cxnLst/>
              <a:rect l="l" t="t" r="r" b="b"/>
              <a:pathLst>
                <a:path w="80603" h="78991">
                  <a:moveTo>
                    <a:pt x="0" y="0"/>
                  </a:moveTo>
                  <a:lnTo>
                    <a:pt x="80603" y="0"/>
                  </a:lnTo>
                  <a:lnTo>
                    <a:pt x="80603" y="78991"/>
                  </a:lnTo>
                  <a:lnTo>
                    <a:pt x="0" y="78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3875657" y="5281651"/>
              <a:ext cx="168475" cy="292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3800460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4034825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1483469" y="6122277"/>
              <a:ext cx="831758" cy="1040861"/>
              <a:chOff x="0" y="0"/>
              <a:chExt cx="10591800" cy="13254572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8" name="Group 148"/>
            <p:cNvGrpSpPr/>
            <p:nvPr/>
          </p:nvGrpSpPr>
          <p:grpSpPr>
            <a:xfrm>
              <a:off x="1512367" y="6167992"/>
              <a:ext cx="223830" cy="223830"/>
              <a:chOff x="0" y="0"/>
              <a:chExt cx="812800" cy="812800"/>
            </a:xfrm>
          </p:grpSpPr>
          <p:sp>
            <p:nvSpPr>
              <p:cNvPr id="149" name="Freeform 14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0" name="Freeform 150"/>
            <p:cNvSpPr/>
            <p:nvPr/>
          </p:nvSpPr>
          <p:spPr>
            <a:xfrm>
              <a:off x="1971297" y="6167992"/>
              <a:ext cx="301767" cy="301767"/>
            </a:xfrm>
            <a:custGeom>
              <a:avLst/>
              <a:gdLst/>
              <a:ahLst/>
              <a:cxnLst/>
              <a:rect l="l" t="t" r="r" b="b"/>
              <a:pathLst>
                <a:path w="301767" h="301767">
                  <a:moveTo>
                    <a:pt x="0" y="0"/>
                  </a:moveTo>
                  <a:lnTo>
                    <a:pt x="301767" y="0"/>
                  </a:lnTo>
                  <a:lnTo>
                    <a:pt x="301767" y="301767"/>
                  </a:lnTo>
                  <a:lnTo>
                    <a:pt x="0" y="301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1"/>
            <p:cNvSpPr/>
            <p:nvPr/>
          </p:nvSpPr>
          <p:spPr>
            <a:xfrm>
              <a:off x="2032033" y="6229888"/>
              <a:ext cx="188074" cy="100620"/>
            </a:xfrm>
            <a:custGeom>
              <a:avLst/>
              <a:gdLst/>
              <a:ahLst/>
              <a:cxnLst/>
              <a:rect l="l" t="t" r="r" b="b"/>
              <a:pathLst>
                <a:path w="188074" h="100620">
                  <a:moveTo>
                    <a:pt x="0" y="0"/>
                  </a:moveTo>
                  <a:lnTo>
                    <a:pt x="188074" y="0"/>
                  </a:lnTo>
                  <a:lnTo>
                    <a:pt x="188074" y="100620"/>
                  </a:lnTo>
                  <a:lnTo>
                    <a:pt x="0" y="1006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2007657" y="6174775"/>
              <a:ext cx="236825" cy="108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"/>
                </a:lnSpc>
                <a:spcBef>
                  <a:spcPct val="0"/>
                </a:spcBef>
              </a:pPr>
              <a:r>
                <a:rPr lang="en-US" sz="240" b="1" spc="3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53" name="Freeform 153"/>
            <p:cNvSpPr/>
            <p:nvPr/>
          </p:nvSpPr>
          <p:spPr>
            <a:xfrm rot="-3394830" flipV="1">
              <a:off x="1989859" y="6292480"/>
              <a:ext cx="46520" cy="14623"/>
            </a:xfrm>
            <a:custGeom>
              <a:avLst/>
              <a:gdLst/>
              <a:ahLst/>
              <a:cxnLst/>
              <a:rect l="l" t="t" r="r" b="b"/>
              <a:pathLst>
                <a:path w="46520" h="14623">
                  <a:moveTo>
                    <a:pt x="0" y="14622"/>
                  </a:moveTo>
                  <a:lnTo>
                    <a:pt x="46520" y="14622"/>
                  </a:lnTo>
                  <a:lnTo>
                    <a:pt x="46520" y="0"/>
                  </a:lnTo>
                  <a:lnTo>
                    <a:pt x="0" y="0"/>
                  </a:lnTo>
                  <a:lnTo>
                    <a:pt x="0" y="1462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 rot="-6716943">
              <a:off x="2216012" y="6293075"/>
              <a:ext cx="42734" cy="13433"/>
            </a:xfrm>
            <a:custGeom>
              <a:avLst/>
              <a:gdLst/>
              <a:ahLst/>
              <a:cxnLst/>
              <a:rect l="l" t="t" r="r" b="b"/>
              <a:pathLst>
                <a:path w="42734" h="13433">
                  <a:moveTo>
                    <a:pt x="0" y="0"/>
                  </a:moveTo>
                  <a:lnTo>
                    <a:pt x="42734" y="0"/>
                  </a:lnTo>
                  <a:lnTo>
                    <a:pt x="42734" y="13432"/>
                  </a:lnTo>
                  <a:lnTo>
                    <a:pt x="0" y="13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 rot="2699999">
              <a:off x="2025708" y="6259754"/>
              <a:ext cx="195224" cy="195224"/>
            </a:xfrm>
            <a:custGeom>
              <a:avLst/>
              <a:gdLst/>
              <a:ahLst/>
              <a:cxnLst/>
              <a:rect l="l" t="t" r="r" b="b"/>
              <a:pathLst>
                <a:path w="195224" h="195224">
                  <a:moveTo>
                    <a:pt x="0" y="0"/>
                  </a:moveTo>
                  <a:lnTo>
                    <a:pt x="195225" y="0"/>
                  </a:lnTo>
                  <a:lnTo>
                    <a:pt x="195225" y="195225"/>
                  </a:lnTo>
                  <a:lnTo>
                    <a:pt x="0" y="195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2079312" y="6424200"/>
              <a:ext cx="85737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57" name="Freeform 157"/>
            <p:cNvSpPr/>
            <p:nvPr/>
          </p:nvSpPr>
          <p:spPr>
            <a:xfrm rot="2699999">
              <a:off x="2048954" y="6331150"/>
              <a:ext cx="146454" cy="146454"/>
            </a:xfrm>
            <a:custGeom>
              <a:avLst/>
              <a:gdLst/>
              <a:ahLst/>
              <a:cxnLst/>
              <a:rect l="l" t="t" r="r" b="b"/>
              <a:pathLst>
                <a:path w="146454" h="146454">
                  <a:moveTo>
                    <a:pt x="0" y="0"/>
                  </a:moveTo>
                  <a:lnTo>
                    <a:pt x="146453" y="0"/>
                  </a:lnTo>
                  <a:lnTo>
                    <a:pt x="146453" y="146454"/>
                  </a:lnTo>
                  <a:lnTo>
                    <a:pt x="0" y="146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092684" y="6262488"/>
              <a:ext cx="66772" cy="65437"/>
            </a:xfrm>
            <a:custGeom>
              <a:avLst/>
              <a:gdLst/>
              <a:ahLst/>
              <a:cxnLst/>
              <a:rect l="l" t="t" r="r" b="b"/>
              <a:pathLst>
                <a:path w="66772" h="65437">
                  <a:moveTo>
                    <a:pt x="0" y="0"/>
                  </a:moveTo>
                  <a:lnTo>
                    <a:pt x="66772" y="0"/>
                  </a:lnTo>
                  <a:lnTo>
                    <a:pt x="66772" y="65437"/>
                  </a:lnTo>
                  <a:lnTo>
                    <a:pt x="0" y="65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053538" y="6363586"/>
              <a:ext cx="139566" cy="337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"/>
                </a:lnSpc>
                <a:spcBef>
                  <a:spcPct val="0"/>
                </a:spcBef>
              </a:pPr>
              <a:r>
                <a:rPr lang="en-US" sz="1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99124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18539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62" name="Group 162"/>
            <p:cNvGrpSpPr/>
            <p:nvPr/>
          </p:nvGrpSpPr>
          <p:grpSpPr>
            <a:xfrm>
              <a:off x="2381701" y="6122526"/>
              <a:ext cx="831758" cy="1040861"/>
              <a:chOff x="0" y="0"/>
              <a:chExt cx="10591800" cy="13254572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7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4" name="Group 164"/>
            <p:cNvGrpSpPr/>
            <p:nvPr/>
          </p:nvGrpSpPr>
          <p:grpSpPr>
            <a:xfrm>
              <a:off x="2431152" y="6176997"/>
              <a:ext cx="223830" cy="223830"/>
              <a:chOff x="0" y="0"/>
              <a:chExt cx="812800" cy="812800"/>
            </a:xfrm>
          </p:grpSpPr>
          <p:sp>
            <p:nvSpPr>
              <p:cNvPr id="165" name="Freeform 1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8495" b="-38495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6" name="Freeform 166"/>
            <p:cNvSpPr/>
            <p:nvPr/>
          </p:nvSpPr>
          <p:spPr>
            <a:xfrm>
              <a:off x="2818229" y="6176997"/>
              <a:ext cx="318709" cy="318709"/>
            </a:xfrm>
            <a:custGeom>
              <a:avLst/>
              <a:gdLst/>
              <a:ahLst/>
              <a:cxnLst/>
              <a:rect l="l" t="t" r="r" b="b"/>
              <a:pathLst>
                <a:path w="318709" h="318709">
                  <a:moveTo>
                    <a:pt x="0" y="0"/>
                  </a:moveTo>
                  <a:lnTo>
                    <a:pt x="318709" y="0"/>
                  </a:lnTo>
                  <a:lnTo>
                    <a:pt x="318709" y="318709"/>
                  </a:lnTo>
                  <a:lnTo>
                    <a:pt x="0" y="31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>
              <a:off x="2882375" y="6242369"/>
              <a:ext cx="198633" cy="106269"/>
            </a:xfrm>
            <a:custGeom>
              <a:avLst/>
              <a:gdLst/>
              <a:ahLst/>
              <a:cxnLst/>
              <a:rect l="l" t="t" r="r" b="b"/>
              <a:pathLst>
                <a:path w="198633" h="106269">
                  <a:moveTo>
                    <a:pt x="0" y="0"/>
                  </a:moveTo>
                  <a:lnTo>
                    <a:pt x="198633" y="0"/>
                  </a:lnTo>
                  <a:lnTo>
                    <a:pt x="198633" y="106268"/>
                  </a:lnTo>
                  <a:lnTo>
                    <a:pt x="0" y="106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2892107" y="6175171"/>
              <a:ext cx="179168" cy="932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"/>
                </a:lnSpc>
                <a:spcBef>
                  <a:spcPct val="0"/>
                </a:spcBef>
              </a:pPr>
              <a:r>
                <a:rPr lang="en-US" sz="253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-3394830" flipV="1">
              <a:off x="2837834" y="6308475"/>
              <a:ext cx="49132" cy="15444"/>
            </a:xfrm>
            <a:custGeom>
              <a:avLst/>
              <a:gdLst/>
              <a:ahLst/>
              <a:cxnLst/>
              <a:rect l="l" t="t" r="r" b="b"/>
              <a:pathLst>
                <a:path w="49132" h="15444">
                  <a:moveTo>
                    <a:pt x="0" y="15443"/>
                  </a:moveTo>
                  <a:lnTo>
                    <a:pt x="49132" y="15443"/>
                  </a:lnTo>
                  <a:lnTo>
                    <a:pt x="49132" y="0"/>
                  </a:lnTo>
                  <a:lnTo>
                    <a:pt x="0" y="0"/>
                  </a:lnTo>
                  <a:lnTo>
                    <a:pt x="0" y="15443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 rot="-6716943">
              <a:off x="3076683" y="6309103"/>
              <a:ext cx="45133" cy="14187"/>
            </a:xfrm>
            <a:custGeom>
              <a:avLst/>
              <a:gdLst/>
              <a:ahLst/>
              <a:cxnLst/>
              <a:rect l="l" t="t" r="r" b="b"/>
              <a:pathLst>
                <a:path w="45133" h="14187">
                  <a:moveTo>
                    <a:pt x="0" y="0"/>
                  </a:moveTo>
                  <a:lnTo>
                    <a:pt x="45133" y="0"/>
                  </a:lnTo>
                  <a:lnTo>
                    <a:pt x="45133" y="14187"/>
                  </a:lnTo>
                  <a:lnTo>
                    <a:pt x="0" y="14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1"/>
            <p:cNvSpPr/>
            <p:nvPr/>
          </p:nvSpPr>
          <p:spPr>
            <a:xfrm rot="2699999">
              <a:off x="2875695" y="6273912"/>
              <a:ext cx="206185" cy="206185"/>
            </a:xfrm>
            <a:custGeom>
              <a:avLst/>
              <a:gdLst/>
              <a:ahLst/>
              <a:cxnLst/>
              <a:rect l="l" t="t" r="r" b="b"/>
              <a:pathLst>
                <a:path w="206185" h="206185">
                  <a:moveTo>
                    <a:pt x="0" y="0"/>
                  </a:moveTo>
                  <a:lnTo>
                    <a:pt x="206185" y="0"/>
                  </a:lnTo>
                  <a:lnTo>
                    <a:pt x="206185" y="206185"/>
                  </a:lnTo>
                  <a:lnTo>
                    <a:pt x="0" y="2061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2932308" y="6447590"/>
              <a:ext cx="90551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 rot="2699999">
              <a:off x="2900246" y="6349316"/>
              <a:ext cx="154676" cy="154676"/>
            </a:xfrm>
            <a:custGeom>
              <a:avLst/>
              <a:gdLst/>
              <a:ahLst/>
              <a:cxnLst/>
              <a:rect l="l" t="t" r="r" b="b"/>
              <a:pathLst>
                <a:path w="154676" h="154676">
                  <a:moveTo>
                    <a:pt x="0" y="0"/>
                  </a:moveTo>
                  <a:lnTo>
                    <a:pt x="154676" y="0"/>
                  </a:lnTo>
                  <a:lnTo>
                    <a:pt x="154676" y="154676"/>
                  </a:lnTo>
                  <a:lnTo>
                    <a:pt x="0" y="1546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2905087" y="6384108"/>
              <a:ext cx="147401" cy="35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"/>
                </a:lnSpc>
                <a:spcBef>
                  <a:spcPct val="0"/>
                </a:spcBef>
              </a:pPr>
              <a:r>
                <a:rPr lang="en-US" sz="12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283929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304434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7" name="Freeform 177"/>
            <p:cNvSpPr/>
            <p:nvPr/>
          </p:nvSpPr>
          <p:spPr>
            <a:xfrm>
              <a:off x="2948028" y="6289340"/>
              <a:ext cx="59111" cy="67171"/>
            </a:xfrm>
            <a:custGeom>
              <a:avLst/>
              <a:gdLst/>
              <a:ahLst/>
              <a:cxnLst/>
              <a:rect l="l" t="t" r="r" b="b"/>
              <a:pathLst>
                <a:path w="59111" h="67171">
                  <a:moveTo>
                    <a:pt x="0" y="0"/>
                  </a:moveTo>
                  <a:lnTo>
                    <a:pt x="59111" y="0"/>
                  </a:lnTo>
                  <a:lnTo>
                    <a:pt x="59111" y="67172"/>
                  </a:lnTo>
                  <a:lnTo>
                    <a:pt x="0" y="6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8" name="Group 178"/>
            <p:cNvGrpSpPr/>
            <p:nvPr/>
          </p:nvGrpSpPr>
          <p:grpSpPr>
            <a:xfrm>
              <a:off x="3345351" y="6122526"/>
              <a:ext cx="862061" cy="1078782"/>
              <a:chOff x="0" y="0"/>
              <a:chExt cx="10591800" cy="13254572"/>
            </a:xfrm>
          </p:grpSpPr>
          <p:sp>
            <p:nvSpPr>
              <p:cNvPr id="179" name="Freeform 17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0" name="Group 180"/>
            <p:cNvGrpSpPr/>
            <p:nvPr/>
          </p:nvGrpSpPr>
          <p:grpSpPr>
            <a:xfrm>
              <a:off x="3391428" y="6163057"/>
              <a:ext cx="231984" cy="231984"/>
              <a:chOff x="0" y="0"/>
              <a:chExt cx="812800" cy="81280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l="-74702" t="-17386" r="-22279" b="-1360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2" name="Freeform 182"/>
            <p:cNvSpPr/>
            <p:nvPr/>
          </p:nvSpPr>
          <p:spPr>
            <a:xfrm>
              <a:off x="3831789" y="6169946"/>
              <a:ext cx="294210" cy="294210"/>
            </a:xfrm>
            <a:custGeom>
              <a:avLst/>
              <a:gdLst/>
              <a:ahLst/>
              <a:cxnLst/>
              <a:rect l="l" t="t" r="r" b="b"/>
              <a:pathLst>
                <a:path w="294210" h="294210">
                  <a:moveTo>
                    <a:pt x="0" y="0"/>
                  </a:moveTo>
                  <a:lnTo>
                    <a:pt x="294210" y="0"/>
                  </a:lnTo>
                  <a:lnTo>
                    <a:pt x="294210" y="294210"/>
                  </a:lnTo>
                  <a:lnTo>
                    <a:pt x="0" y="294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3891004" y="6230292"/>
              <a:ext cx="183364" cy="98100"/>
            </a:xfrm>
            <a:custGeom>
              <a:avLst/>
              <a:gdLst/>
              <a:ahLst/>
              <a:cxnLst/>
              <a:rect l="l" t="t" r="r" b="b"/>
              <a:pathLst>
                <a:path w="183364" h="98100">
                  <a:moveTo>
                    <a:pt x="0" y="0"/>
                  </a:moveTo>
                  <a:lnTo>
                    <a:pt x="183364" y="0"/>
                  </a:lnTo>
                  <a:lnTo>
                    <a:pt x="183364" y="98100"/>
                  </a:lnTo>
                  <a:lnTo>
                    <a:pt x="0" y="9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3867239" y="6176321"/>
              <a:ext cx="230894" cy="10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"/>
                </a:lnSpc>
                <a:spcBef>
                  <a:spcPct val="0"/>
                </a:spcBef>
              </a:pPr>
              <a:r>
                <a:rPr lang="en-US" sz="234" b="1" spc="3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85" name="Freeform 185"/>
            <p:cNvSpPr/>
            <p:nvPr/>
          </p:nvSpPr>
          <p:spPr>
            <a:xfrm rot="-3394830" flipV="1">
              <a:off x="3849887" y="6291317"/>
              <a:ext cx="45355" cy="14256"/>
            </a:xfrm>
            <a:custGeom>
              <a:avLst/>
              <a:gdLst/>
              <a:ahLst/>
              <a:cxnLst/>
              <a:rect l="l" t="t" r="r" b="b"/>
              <a:pathLst>
                <a:path w="45355" h="14256">
                  <a:moveTo>
                    <a:pt x="0" y="14256"/>
                  </a:moveTo>
                  <a:lnTo>
                    <a:pt x="45355" y="14256"/>
                  </a:lnTo>
                  <a:lnTo>
                    <a:pt x="45355" y="0"/>
                  </a:lnTo>
                  <a:lnTo>
                    <a:pt x="0" y="0"/>
                  </a:lnTo>
                  <a:lnTo>
                    <a:pt x="0" y="1425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6"/>
            <p:cNvSpPr/>
            <p:nvPr/>
          </p:nvSpPr>
          <p:spPr>
            <a:xfrm rot="-6716943">
              <a:off x="4070376" y="6291897"/>
              <a:ext cx="41664" cy="13096"/>
            </a:xfrm>
            <a:custGeom>
              <a:avLst/>
              <a:gdLst/>
              <a:ahLst/>
              <a:cxnLst/>
              <a:rect l="l" t="t" r="r" b="b"/>
              <a:pathLst>
                <a:path w="41664" h="13096">
                  <a:moveTo>
                    <a:pt x="0" y="0"/>
                  </a:moveTo>
                  <a:lnTo>
                    <a:pt x="41664" y="0"/>
                  </a:lnTo>
                  <a:lnTo>
                    <a:pt x="41664" y="13096"/>
                  </a:lnTo>
                  <a:lnTo>
                    <a:pt x="0" y="13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 rot="2699999">
              <a:off x="3884838" y="6259411"/>
              <a:ext cx="190335" cy="190335"/>
            </a:xfrm>
            <a:custGeom>
              <a:avLst/>
              <a:gdLst/>
              <a:ahLst/>
              <a:cxnLst/>
              <a:rect l="l" t="t" r="r" b="b"/>
              <a:pathLst>
                <a:path w="190335" h="190335">
                  <a:moveTo>
                    <a:pt x="0" y="0"/>
                  </a:moveTo>
                  <a:lnTo>
                    <a:pt x="190336" y="0"/>
                  </a:lnTo>
                  <a:lnTo>
                    <a:pt x="190336" y="190335"/>
                  </a:lnTo>
                  <a:lnTo>
                    <a:pt x="0" y="1903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TextBox 188"/>
            <p:cNvSpPr txBox="1"/>
            <p:nvPr/>
          </p:nvSpPr>
          <p:spPr>
            <a:xfrm>
              <a:off x="3937099" y="6419738"/>
              <a:ext cx="83590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9" name="Freeform 189"/>
            <p:cNvSpPr/>
            <p:nvPr/>
          </p:nvSpPr>
          <p:spPr>
            <a:xfrm rot="2699999">
              <a:off x="3907501" y="6329018"/>
              <a:ext cx="142786" cy="142786"/>
            </a:xfrm>
            <a:custGeom>
              <a:avLst/>
              <a:gdLst/>
              <a:ahLst/>
              <a:cxnLst/>
              <a:rect l="l" t="t" r="r" b="b"/>
              <a:pathLst>
                <a:path w="142786" h="142786">
                  <a:moveTo>
                    <a:pt x="0" y="0"/>
                  </a:moveTo>
                  <a:lnTo>
                    <a:pt x="142787" y="0"/>
                  </a:lnTo>
                  <a:lnTo>
                    <a:pt x="142787" y="142786"/>
                  </a:lnTo>
                  <a:lnTo>
                    <a:pt x="0" y="142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3950136" y="6262076"/>
              <a:ext cx="65100" cy="63798"/>
            </a:xfrm>
            <a:custGeom>
              <a:avLst/>
              <a:gdLst/>
              <a:ahLst/>
              <a:cxnLst/>
              <a:rect l="l" t="t" r="r" b="b"/>
              <a:pathLst>
                <a:path w="65100" h="63798">
                  <a:moveTo>
                    <a:pt x="0" y="0"/>
                  </a:moveTo>
                  <a:lnTo>
                    <a:pt x="65100" y="0"/>
                  </a:lnTo>
                  <a:lnTo>
                    <a:pt x="65100" y="63798"/>
                  </a:lnTo>
                  <a:lnTo>
                    <a:pt x="0" y="63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3911971" y="6360404"/>
              <a:ext cx="136071" cy="331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"/>
                </a:lnSpc>
                <a:spcBef>
                  <a:spcPct val="0"/>
                </a:spcBef>
              </a:pPr>
              <a:r>
                <a:rPr lang="en-US" sz="11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3851237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4040525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94" name="Freeform 194"/>
            <p:cNvSpPr/>
            <p:nvPr/>
          </p:nvSpPr>
          <p:spPr>
            <a:xfrm>
              <a:off x="499757" y="4974694"/>
              <a:ext cx="845382" cy="1059300"/>
            </a:xfrm>
            <a:custGeom>
              <a:avLst/>
              <a:gdLst/>
              <a:ahLst/>
              <a:cxnLst/>
              <a:rect l="l" t="t" r="r" b="b"/>
              <a:pathLst>
                <a:path w="845382" h="1059300">
                  <a:moveTo>
                    <a:pt x="0" y="0"/>
                  </a:moveTo>
                  <a:lnTo>
                    <a:pt x="845382" y="0"/>
                  </a:lnTo>
                  <a:lnTo>
                    <a:pt x="845382" y="1059300"/>
                  </a:lnTo>
                  <a:lnTo>
                    <a:pt x="0" y="1059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>
                <a:fillRect t="-11181" r="-1961" b="-1118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5" name="Group 195"/>
            <p:cNvGrpSpPr/>
            <p:nvPr/>
          </p:nvGrpSpPr>
          <p:grpSpPr>
            <a:xfrm>
              <a:off x="563307" y="5026224"/>
              <a:ext cx="227795" cy="227795"/>
              <a:chOff x="0" y="0"/>
              <a:chExt cx="812800" cy="812800"/>
            </a:xfrm>
          </p:grpSpPr>
          <p:sp>
            <p:nvSpPr>
              <p:cNvPr id="196" name="Freeform 1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97" name="Freeform 197"/>
            <p:cNvSpPr/>
            <p:nvPr/>
          </p:nvSpPr>
          <p:spPr>
            <a:xfrm>
              <a:off x="1039167" y="5039543"/>
              <a:ext cx="248727" cy="248727"/>
            </a:xfrm>
            <a:custGeom>
              <a:avLst/>
              <a:gdLst/>
              <a:ahLst/>
              <a:cxnLst/>
              <a:rect l="l" t="t" r="r" b="b"/>
              <a:pathLst>
                <a:path w="248727" h="248727">
                  <a:moveTo>
                    <a:pt x="0" y="0"/>
                  </a:moveTo>
                  <a:lnTo>
                    <a:pt x="248727" y="0"/>
                  </a:lnTo>
                  <a:lnTo>
                    <a:pt x="248727" y="248728"/>
                  </a:lnTo>
                  <a:lnTo>
                    <a:pt x="0" y="2487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8"/>
            <p:cNvSpPr/>
            <p:nvPr/>
          </p:nvSpPr>
          <p:spPr>
            <a:xfrm>
              <a:off x="1089227" y="5090560"/>
              <a:ext cx="155017" cy="82934"/>
            </a:xfrm>
            <a:custGeom>
              <a:avLst/>
              <a:gdLst/>
              <a:ahLst/>
              <a:cxnLst/>
              <a:rect l="l" t="t" r="r" b="b"/>
              <a:pathLst>
                <a:path w="155017" h="82934">
                  <a:moveTo>
                    <a:pt x="0" y="0"/>
                  </a:moveTo>
                  <a:lnTo>
                    <a:pt x="155018" y="0"/>
                  </a:lnTo>
                  <a:lnTo>
                    <a:pt x="155018" y="82935"/>
                  </a:lnTo>
                  <a:lnTo>
                    <a:pt x="0" y="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1069136" y="5043460"/>
              <a:ext cx="195200" cy="91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"/>
                </a:lnSpc>
                <a:spcBef>
                  <a:spcPct val="0"/>
                </a:spcBef>
              </a:pPr>
              <a:r>
                <a:rPr lang="en-US" sz="197" b="1" spc="2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00" name="Freeform 200"/>
            <p:cNvSpPr/>
            <p:nvPr/>
          </p:nvSpPr>
          <p:spPr>
            <a:xfrm rot="-3394830" flipV="1">
              <a:off x="1054466" y="5142151"/>
              <a:ext cx="38344" cy="12052"/>
            </a:xfrm>
            <a:custGeom>
              <a:avLst/>
              <a:gdLst/>
              <a:ahLst/>
              <a:cxnLst/>
              <a:rect l="l" t="t" r="r" b="b"/>
              <a:pathLst>
                <a:path w="38344" h="12052">
                  <a:moveTo>
                    <a:pt x="0" y="12052"/>
                  </a:moveTo>
                  <a:lnTo>
                    <a:pt x="38344" y="12052"/>
                  </a:lnTo>
                  <a:lnTo>
                    <a:pt x="38344" y="0"/>
                  </a:lnTo>
                  <a:lnTo>
                    <a:pt x="0" y="0"/>
                  </a:lnTo>
                  <a:lnTo>
                    <a:pt x="0" y="120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1"/>
            <p:cNvSpPr/>
            <p:nvPr/>
          </p:nvSpPr>
          <p:spPr>
            <a:xfrm rot="-6716943">
              <a:off x="1240869" y="5142641"/>
              <a:ext cx="35223" cy="11072"/>
            </a:xfrm>
            <a:custGeom>
              <a:avLst/>
              <a:gdLst/>
              <a:ahLst/>
              <a:cxnLst/>
              <a:rect l="l" t="t" r="r" b="b"/>
              <a:pathLst>
                <a:path w="35223" h="11072">
                  <a:moveTo>
                    <a:pt x="0" y="0"/>
                  </a:moveTo>
                  <a:lnTo>
                    <a:pt x="35223" y="0"/>
                  </a:lnTo>
                  <a:lnTo>
                    <a:pt x="35223" y="11072"/>
                  </a:lnTo>
                  <a:lnTo>
                    <a:pt x="0" y="11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2"/>
            <p:cNvSpPr/>
            <p:nvPr/>
          </p:nvSpPr>
          <p:spPr>
            <a:xfrm rot="2699999">
              <a:off x="1084015" y="5115177"/>
              <a:ext cx="160911" cy="160911"/>
            </a:xfrm>
            <a:custGeom>
              <a:avLst/>
              <a:gdLst/>
              <a:ahLst/>
              <a:cxnLst/>
              <a:rect l="l" t="t" r="r" b="b"/>
              <a:pathLst>
                <a:path w="160911" h="160911">
                  <a:moveTo>
                    <a:pt x="0" y="0"/>
                  </a:moveTo>
                  <a:lnTo>
                    <a:pt x="160911" y="0"/>
                  </a:lnTo>
                  <a:lnTo>
                    <a:pt x="160911" y="160911"/>
                  </a:lnTo>
                  <a:lnTo>
                    <a:pt x="0" y="160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1128197" y="5250719"/>
              <a:ext cx="70668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04" name="Freeform 204"/>
            <p:cNvSpPr/>
            <p:nvPr/>
          </p:nvSpPr>
          <p:spPr>
            <a:xfrm rot="2699999">
              <a:off x="1103174" y="5174024"/>
              <a:ext cx="120712" cy="120712"/>
            </a:xfrm>
            <a:custGeom>
              <a:avLst/>
              <a:gdLst/>
              <a:ahLst/>
              <a:cxnLst/>
              <a:rect l="l" t="t" r="r" b="b"/>
              <a:pathLst>
                <a:path w="120712" h="120712">
                  <a:moveTo>
                    <a:pt x="0" y="0"/>
                  </a:moveTo>
                  <a:lnTo>
                    <a:pt x="120713" y="0"/>
                  </a:lnTo>
                  <a:lnTo>
                    <a:pt x="120713" y="120713"/>
                  </a:lnTo>
                  <a:lnTo>
                    <a:pt x="0" y="120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5"/>
            <p:cNvSpPr/>
            <p:nvPr/>
          </p:nvSpPr>
          <p:spPr>
            <a:xfrm>
              <a:off x="1139218" y="5117431"/>
              <a:ext cx="55036" cy="53935"/>
            </a:xfrm>
            <a:custGeom>
              <a:avLst/>
              <a:gdLst/>
              <a:ahLst/>
              <a:cxnLst/>
              <a:rect l="l" t="t" r="r" b="b"/>
              <a:pathLst>
                <a:path w="55036" h="53935">
                  <a:moveTo>
                    <a:pt x="0" y="0"/>
                  </a:moveTo>
                  <a:lnTo>
                    <a:pt x="55036" y="0"/>
                  </a:lnTo>
                  <a:lnTo>
                    <a:pt x="55036" y="53935"/>
                  </a:lnTo>
                  <a:lnTo>
                    <a:pt x="0" y="53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TextBox 206"/>
            <p:cNvSpPr txBox="1"/>
            <p:nvPr/>
          </p:nvSpPr>
          <p:spPr>
            <a:xfrm>
              <a:off x="1106952" y="5199085"/>
              <a:ext cx="115035" cy="29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1055608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1215633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09" name="Freeform 209"/>
            <p:cNvSpPr/>
            <p:nvPr/>
          </p:nvSpPr>
          <p:spPr>
            <a:xfrm>
              <a:off x="499757" y="6122277"/>
              <a:ext cx="845382" cy="1040861"/>
            </a:xfrm>
            <a:custGeom>
              <a:avLst/>
              <a:gdLst/>
              <a:ahLst/>
              <a:cxnLst/>
              <a:rect l="l" t="t" r="r" b="b"/>
              <a:pathLst>
                <a:path w="845382" h="1040861">
                  <a:moveTo>
                    <a:pt x="0" y="0"/>
                  </a:moveTo>
                  <a:lnTo>
                    <a:pt x="845382" y="0"/>
                  </a:lnTo>
                  <a:lnTo>
                    <a:pt x="845382" y="1040861"/>
                  </a:lnTo>
                  <a:lnTo>
                    <a:pt x="0" y="1040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>
                <a:fillRect l="-16492" t="-45442" b="-22016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0" name="Group 210"/>
            <p:cNvGrpSpPr/>
            <p:nvPr/>
          </p:nvGrpSpPr>
          <p:grpSpPr>
            <a:xfrm>
              <a:off x="563307" y="6175247"/>
              <a:ext cx="227795" cy="227795"/>
              <a:chOff x="0" y="0"/>
              <a:chExt cx="812800" cy="812800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7"/>
                <a:stretch>
                  <a:fillRect l="-25187" r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2" name="Freeform 212"/>
            <p:cNvSpPr/>
            <p:nvPr/>
          </p:nvSpPr>
          <p:spPr>
            <a:xfrm>
              <a:off x="1022168" y="6176536"/>
              <a:ext cx="265726" cy="265726"/>
            </a:xfrm>
            <a:custGeom>
              <a:avLst/>
              <a:gdLst/>
              <a:ahLst/>
              <a:cxnLst/>
              <a:rect l="l" t="t" r="r" b="b"/>
              <a:pathLst>
                <a:path w="265726" h="265726">
                  <a:moveTo>
                    <a:pt x="0" y="0"/>
                  </a:moveTo>
                  <a:lnTo>
                    <a:pt x="265726" y="0"/>
                  </a:lnTo>
                  <a:lnTo>
                    <a:pt x="265726" y="265726"/>
                  </a:lnTo>
                  <a:lnTo>
                    <a:pt x="0" y="2657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075650" y="6231039"/>
              <a:ext cx="165612" cy="88602"/>
            </a:xfrm>
            <a:custGeom>
              <a:avLst/>
              <a:gdLst/>
              <a:ahLst/>
              <a:cxnLst/>
              <a:rect l="l" t="t" r="r" b="b"/>
              <a:pathLst>
                <a:path w="165612" h="88602">
                  <a:moveTo>
                    <a:pt x="0" y="0"/>
                  </a:moveTo>
                  <a:lnTo>
                    <a:pt x="165612" y="0"/>
                  </a:lnTo>
                  <a:lnTo>
                    <a:pt x="165612" y="88603"/>
                  </a:lnTo>
                  <a:lnTo>
                    <a:pt x="0" y="88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1054185" y="6181371"/>
              <a:ext cx="208540" cy="96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"/>
                </a:lnSpc>
                <a:spcBef>
                  <a:spcPct val="0"/>
                </a:spcBef>
              </a:pPr>
              <a:r>
                <a:rPr lang="en-US" sz="211" b="1" spc="2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15" name="Freeform 215"/>
            <p:cNvSpPr/>
            <p:nvPr/>
          </p:nvSpPr>
          <p:spPr>
            <a:xfrm rot="-3394830" flipV="1">
              <a:off x="1038513" y="6286156"/>
              <a:ext cx="40964" cy="12876"/>
            </a:xfrm>
            <a:custGeom>
              <a:avLst/>
              <a:gdLst/>
              <a:ahLst/>
              <a:cxnLst/>
              <a:rect l="l" t="t" r="r" b="b"/>
              <a:pathLst>
                <a:path w="40964" h="12876">
                  <a:moveTo>
                    <a:pt x="0" y="12876"/>
                  </a:moveTo>
                  <a:lnTo>
                    <a:pt x="40964" y="12876"/>
                  </a:lnTo>
                  <a:lnTo>
                    <a:pt x="40964" y="0"/>
                  </a:lnTo>
                  <a:lnTo>
                    <a:pt x="0" y="0"/>
                  </a:lnTo>
                  <a:lnTo>
                    <a:pt x="0" y="1287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 rot="-6716943">
              <a:off x="1237655" y="6286680"/>
              <a:ext cx="37630" cy="11828"/>
            </a:xfrm>
            <a:custGeom>
              <a:avLst/>
              <a:gdLst/>
              <a:ahLst/>
              <a:cxnLst/>
              <a:rect l="l" t="t" r="r" b="b"/>
              <a:pathLst>
                <a:path w="37630" h="11828">
                  <a:moveTo>
                    <a:pt x="0" y="0"/>
                  </a:moveTo>
                  <a:lnTo>
                    <a:pt x="37631" y="0"/>
                  </a:lnTo>
                  <a:lnTo>
                    <a:pt x="37631" y="11828"/>
                  </a:lnTo>
                  <a:lnTo>
                    <a:pt x="0" y="118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 rot="2699999">
              <a:off x="1070081" y="6257339"/>
              <a:ext cx="171908" cy="171908"/>
            </a:xfrm>
            <a:custGeom>
              <a:avLst/>
              <a:gdLst/>
              <a:ahLst/>
              <a:cxnLst/>
              <a:rect l="l" t="t" r="r" b="b"/>
              <a:pathLst>
                <a:path w="171908" h="171908">
                  <a:moveTo>
                    <a:pt x="0" y="0"/>
                  </a:moveTo>
                  <a:lnTo>
                    <a:pt x="171908" y="0"/>
                  </a:lnTo>
                  <a:lnTo>
                    <a:pt x="171908" y="171908"/>
                  </a:lnTo>
                  <a:lnTo>
                    <a:pt x="0" y="171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TextBox 218"/>
            <p:cNvSpPr txBox="1"/>
            <p:nvPr/>
          </p:nvSpPr>
          <p:spPr>
            <a:xfrm>
              <a:off x="1117282" y="6402144"/>
              <a:ext cx="75497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19" name="Freeform 219"/>
            <p:cNvSpPr/>
            <p:nvPr/>
          </p:nvSpPr>
          <p:spPr>
            <a:xfrm rot="2699999">
              <a:off x="1090550" y="6320207"/>
              <a:ext cx="128962" cy="128962"/>
            </a:xfrm>
            <a:custGeom>
              <a:avLst/>
              <a:gdLst/>
              <a:ahLst/>
              <a:cxnLst/>
              <a:rect l="l" t="t" r="r" b="b"/>
              <a:pathLst>
                <a:path w="128962" h="128962">
                  <a:moveTo>
                    <a:pt x="0" y="0"/>
                  </a:moveTo>
                  <a:lnTo>
                    <a:pt x="128962" y="0"/>
                  </a:lnTo>
                  <a:lnTo>
                    <a:pt x="12896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20"/>
            <p:cNvSpPr/>
            <p:nvPr/>
          </p:nvSpPr>
          <p:spPr>
            <a:xfrm>
              <a:off x="1129057" y="6259746"/>
              <a:ext cx="58797" cy="57621"/>
            </a:xfrm>
            <a:custGeom>
              <a:avLst/>
              <a:gdLst/>
              <a:ahLst/>
              <a:cxnLst/>
              <a:rect l="l" t="t" r="r" b="b"/>
              <a:pathLst>
                <a:path w="58797" h="57621">
                  <a:moveTo>
                    <a:pt x="0" y="0"/>
                  </a:moveTo>
                  <a:lnTo>
                    <a:pt x="58797" y="0"/>
                  </a:lnTo>
                  <a:lnTo>
                    <a:pt x="58797" y="57622"/>
                  </a:lnTo>
                  <a:lnTo>
                    <a:pt x="0" y="57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1094586" y="6347632"/>
              <a:ext cx="122897" cy="30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"/>
                </a:lnSpc>
                <a:spcBef>
                  <a:spcPct val="0"/>
                </a:spcBef>
              </a:pPr>
              <a:r>
                <a:rPr lang="en-US" sz="1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1039733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3" name="TextBox 223"/>
            <p:cNvSpPr txBox="1"/>
            <p:nvPr/>
          </p:nvSpPr>
          <p:spPr>
            <a:xfrm>
              <a:off x="1210695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4" name="Freeform 224"/>
            <p:cNvSpPr/>
            <p:nvPr/>
          </p:nvSpPr>
          <p:spPr>
            <a:xfrm>
              <a:off x="4323223" y="4974694"/>
              <a:ext cx="828191" cy="1059051"/>
            </a:xfrm>
            <a:custGeom>
              <a:avLst/>
              <a:gdLst/>
              <a:ahLst/>
              <a:cxnLst/>
              <a:rect l="l" t="t" r="r" b="b"/>
              <a:pathLst>
                <a:path w="828191" h="1059051">
                  <a:moveTo>
                    <a:pt x="0" y="0"/>
                  </a:moveTo>
                  <a:lnTo>
                    <a:pt x="828191" y="0"/>
                  </a:lnTo>
                  <a:lnTo>
                    <a:pt x="828191" y="1059051"/>
                  </a:lnTo>
                  <a:lnTo>
                    <a:pt x="0" y="10590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>
                <a:fillRect t="-28447" b="-996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5" name="Group 225"/>
            <p:cNvGrpSpPr/>
            <p:nvPr/>
          </p:nvGrpSpPr>
          <p:grpSpPr>
            <a:xfrm>
              <a:off x="4374790" y="5080592"/>
              <a:ext cx="227795" cy="227795"/>
              <a:chOff x="0" y="0"/>
              <a:chExt cx="812800" cy="812800"/>
            </a:xfrm>
          </p:grpSpPr>
          <p:sp>
            <p:nvSpPr>
              <p:cNvPr id="226" name="Freeform 2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9"/>
                <a:stretch>
                  <a:fillRect t="-12111" b="-12111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7" name="Freeform 227"/>
            <p:cNvSpPr/>
            <p:nvPr/>
          </p:nvSpPr>
          <p:spPr>
            <a:xfrm>
              <a:off x="4742851" y="5060598"/>
              <a:ext cx="315826" cy="315826"/>
            </a:xfrm>
            <a:custGeom>
              <a:avLst/>
              <a:gdLst/>
              <a:ahLst/>
              <a:cxnLst/>
              <a:rect l="l" t="t" r="r" b="b"/>
              <a:pathLst>
                <a:path w="315826" h="315826">
                  <a:moveTo>
                    <a:pt x="0" y="0"/>
                  </a:moveTo>
                  <a:lnTo>
                    <a:pt x="315826" y="0"/>
                  </a:lnTo>
                  <a:lnTo>
                    <a:pt x="315826" y="315826"/>
                  </a:lnTo>
                  <a:lnTo>
                    <a:pt x="0" y="315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8"/>
            <p:cNvSpPr/>
            <p:nvPr/>
          </p:nvSpPr>
          <p:spPr>
            <a:xfrm>
              <a:off x="4806416" y="5125378"/>
              <a:ext cx="196836" cy="105307"/>
            </a:xfrm>
            <a:custGeom>
              <a:avLst/>
              <a:gdLst/>
              <a:ahLst/>
              <a:cxnLst/>
              <a:rect l="l" t="t" r="r" b="b"/>
              <a:pathLst>
                <a:path w="196836" h="105307">
                  <a:moveTo>
                    <a:pt x="0" y="0"/>
                  </a:moveTo>
                  <a:lnTo>
                    <a:pt x="196836" y="0"/>
                  </a:lnTo>
                  <a:lnTo>
                    <a:pt x="196836" y="105307"/>
                  </a:lnTo>
                  <a:lnTo>
                    <a:pt x="0" y="105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TextBox 229"/>
            <p:cNvSpPr txBox="1"/>
            <p:nvPr/>
          </p:nvSpPr>
          <p:spPr>
            <a:xfrm>
              <a:off x="4780905" y="5058616"/>
              <a:ext cx="247858" cy="122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1"/>
                </a:lnSpc>
                <a:spcBef>
                  <a:spcPct val="0"/>
                </a:spcBef>
              </a:pPr>
              <a:r>
                <a:rPr lang="en-US" sz="251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30" name="Freeform 230"/>
            <p:cNvSpPr/>
            <p:nvPr/>
          </p:nvSpPr>
          <p:spPr>
            <a:xfrm rot="-3394830" flipV="1">
              <a:off x="4762278" y="5190886"/>
              <a:ext cx="48687" cy="15304"/>
            </a:xfrm>
            <a:custGeom>
              <a:avLst/>
              <a:gdLst/>
              <a:ahLst/>
              <a:cxnLst/>
              <a:rect l="l" t="t" r="r" b="b"/>
              <a:pathLst>
                <a:path w="48687" h="15304">
                  <a:moveTo>
                    <a:pt x="0" y="15304"/>
                  </a:moveTo>
                  <a:lnTo>
                    <a:pt x="48687" y="15304"/>
                  </a:lnTo>
                  <a:lnTo>
                    <a:pt x="48687" y="0"/>
                  </a:lnTo>
                  <a:lnTo>
                    <a:pt x="0" y="0"/>
                  </a:lnTo>
                  <a:lnTo>
                    <a:pt x="0" y="1530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-6716943">
              <a:off x="4998966" y="5191508"/>
              <a:ext cx="44725" cy="14058"/>
            </a:xfrm>
            <a:custGeom>
              <a:avLst/>
              <a:gdLst/>
              <a:ahLst/>
              <a:cxnLst/>
              <a:rect l="l" t="t" r="r" b="b"/>
              <a:pathLst>
                <a:path w="44725" h="14058">
                  <a:moveTo>
                    <a:pt x="0" y="0"/>
                  </a:moveTo>
                  <a:lnTo>
                    <a:pt x="44725" y="0"/>
                  </a:lnTo>
                  <a:lnTo>
                    <a:pt x="44725" y="14059"/>
                  </a:lnTo>
                  <a:lnTo>
                    <a:pt x="0" y="140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 rot="2699999">
              <a:off x="4799797" y="5156636"/>
              <a:ext cx="204319" cy="204319"/>
            </a:xfrm>
            <a:custGeom>
              <a:avLst/>
              <a:gdLst/>
              <a:ahLst/>
              <a:cxnLst/>
              <a:rect l="l" t="t" r="r" b="b"/>
              <a:pathLst>
                <a:path w="204319" h="204319">
                  <a:moveTo>
                    <a:pt x="0" y="0"/>
                  </a:moveTo>
                  <a:lnTo>
                    <a:pt x="204320" y="0"/>
                  </a:lnTo>
                  <a:lnTo>
                    <a:pt x="204320" y="204319"/>
                  </a:lnTo>
                  <a:lnTo>
                    <a:pt x="0" y="204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TextBox 233"/>
            <p:cNvSpPr txBox="1"/>
            <p:nvPr/>
          </p:nvSpPr>
          <p:spPr>
            <a:xfrm>
              <a:off x="4855898" y="5328742"/>
              <a:ext cx="89732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4" name="Freeform 234"/>
            <p:cNvSpPr/>
            <p:nvPr/>
          </p:nvSpPr>
          <p:spPr>
            <a:xfrm rot="2699999">
              <a:off x="4824125" y="5231357"/>
              <a:ext cx="153277" cy="153277"/>
            </a:xfrm>
            <a:custGeom>
              <a:avLst/>
              <a:gdLst/>
              <a:ahLst/>
              <a:cxnLst/>
              <a:rect l="l" t="t" r="r" b="b"/>
              <a:pathLst>
                <a:path w="153277" h="153277">
                  <a:moveTo>
                    <a:pt x="0" y="0"/>
                  </a:moveTo>
                  <a:lnTo>
                    <a:pt x="153277" y="0"/>
                  </a:lnTo>
                  <a:lnTo>
                    <a:pt x="153277" y="153277"/>
                  </a:lnTo>
                  <a:lnTo>
                    <a:pt x="0" y="1532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5"/>
            <p:cNvSpPr/>
            <p:nvPr/>
          </p:nvSpPr>
          <p:spPr>
            <a:xfrm>
              <a:off x="4869893" y="5159497"/>
              <a:ext cx="69883" cy="68485"/>
            </a:xfrm>
            <a:custGeom>
              <a:avLst/>
              <a:gdLst/>
              <a:ahLst/>
              <a:cxnLst/>
              <a:rect l="l" t="t" r="r" b="b"/>
              <a:pathLst>
                <a:path w="69883" h="68485">
                  <a:moveTo>
                    <a:pt x="0" y="0"/>
                  </a:moveTo>
                  <a:lnTo>
                    <a:pt x="69883" y="0"/>
                  </a:lnTo>
                  <a:lnTo>
                    <a:pt x="69883" y="68485"/>
                  </a:lnTo>
                  <a:lnTo>
                    <a:pt x="0" y="6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828923" y="5265749"/>
              <a:ext cx="146068" cy="349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"/>
                </a:lnSpc>
                <a:spcBef>
                  <a:spcPct val="0"/>
                </a:spcBef>
              </a:pPr>
              <a:r>
                <a:rPr lang="en-US" sz="12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7" name="TextBox 237"/>
            <p:cNvSpPr txBox="1"/>
            <p:nvPr/>
          </p:nvSpPr>
          <p:spPr>
            <a:xfrm>
              <a:off x="4763728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966922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39" name="Freeform 239"/>
            <p:cNvSpPr/>
            <p:nvPr/>
          </p:nvSpPr>
          <p:spPr>
            <a:xfrm>
              <a:off x="4334288" y="6122526"/>
              <a:ext cx="817126" cy="1078782"/>
            </a:xfrm>
            <a:custGeom>
              <a:avLst/>
              <a:gdLst/>
              <a:ahLst/>
              <a:cxnLst/>
              <a:rect l="l" t="t" r="r" b="b"/>
              <a:pathLst>
                <a:path w="817126" h="1078782">
                  <a:moveTo>
                    <a:pt x="0" y="0"/>
                  </a:moveTo>
                  <a:lnTo>
                    <a:pt x="817126" y="0"/>
                  </a:lnTo>
                  <a:lnTo>
                    <a:pt x="817126" y="1078782"/>
                  </a:lnTo>
                  <a:lnTo>
                    <a:pt x="0" y="1078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>
                <a:fillRect t="-46" r="-10162" b="-11210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0" name="Group 240"/>
            <p:cNvGrpSpPr/>
            <p:nvPr/>
          </p:nvGrpSpPr>
          <p:grpSpPr>
            <a:xfrm>
              <a:off x="4374790" y="6173473"/>
              <a:ext cx="227795" cy="227795"/>
              <a:chOff x="0" y="0"/>
              <a:chExt cx="812800" cy="812800"/>
            </a:xfrm>
          </p:grpSpPr>
          <p:sp>
            <p:nvSpPr>
              <p:cNvPr id="241" name="Freeform 2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1"/>
                <a:stretch>
                  <a:fillRect l="-15789" r="-1578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2" name="Freeform 242"/>
            <p:cNvSpPr/>
            <p:nvPr/>
          </p:nvSpPr>
          <p:spPr>
            <a:xfrm>
              <a:off x="4817470" y="6192510"/>
              <a:ext cx="270547" cy="270547"/>
            </a:xfrm>
            <a:custGeom>
              <a:avLst/>
              <a:gdLst/>
              <a:ahLst/>
              <a:cxnLst/>
              <a:rect l="l" t="t" r="r" b="b"/>
              <a:pathLst>
                <a:path w="270547" h="270547">
                  <a:moveTo>
                    <a:pt x="0" y="0"/>
                  </a:moveTo>
                  <a:lnTo>
                    <a:pt x="270547" y="0"/>
                  </a:lnTo>
                  <a:lnTo>
                    <a:pt x="270547" y="270547"/>
                  </a:lnTo>
                  <a:lnTo>
                    <a:pt x="0" y="270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>
              <a:off x="4871922" y="6248002"/>
              <a:ext cx="168616" cy="90210"/>
            </a:xfrm>
            <a:custGeom>
              <a:avLst/>
              <a:gdLst/>
              <a:ahLst/>
              <a:cxnLst/>
              <a:rect l="l" t="t" r="r" b="b"/>
              <a:pathLst>
                <a:path w="168616" h="90210">
                  <a:moveTo>
                    <a:pt x="0" y="0"/>
                  </a:moveTo>
                  <a:lnTo>
                    <a:pt x="168617" y="0"/>
                  </a:lnTo>
                  <a:lnTo>
                    <a:pt x="168617" y="90210"/>
                  </a:lnTo>
                  <a:lnTo>
                    <a:pt x="0" y="9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TextBox 244"/>
            <p:cNvSpPr txBox="1"/>
            <p:nvPr/>
          </p:nvSpPr>
          <p:spPr>
            <a:xfrm>
              <a:off x="4880184" y="6197606"/>
              <a:ext cx="152092" cy="725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8"/>
                </a:lnSpc>
                <a:spcBef>
                  <a:spcPct val="0"/>
                </a:spcBef>
              </a:pPr>
              <a:r>
                <a:rPr lang="en-US" sz="215" b="1" spc="2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45" name="Freeform 245"/>
            <p:cNvSpPr/>
            <p:nvPr/>
          </p:nvSpPr>
          <p:spPr>
            <a:xfrm rot="-3394830" flipV="1">
              <a:off x="4834112" y="6304119"/>
              <a:ext cx="41707" cy="13110"/>
            </a:xfrm>
            <a:custGeom>
              <a:avLst/>
              <a:gdLst/>
              <a:ahLst/>
              <a:cxnLst/>
              <a:rect l="l" t="t" r="r" b="b"/>
              <a:pathLst>
                <a:path w="41707" h="13110">
                  <a:moveTo>
                    <a:pt x="0" y="13109"/>
                  </a:moveTo>
                  <a:lnTo>
                    <a:pt x="41707" y="13109"/>
                  </a:lnTo>
                  <a:lnTo>
                    <a:pt x="41707" y="0"/>
                  </a:lnTo>
                  <a:lnTo>
                    <a:pt x="0" y="0"/>
                  </a:lnTo>
                  <a:lnTo>
                    <a:pt x="0" y="131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 rot="-6716943">
              <a:off x="5036867" y="6304652"/>
              <a:ext cx="38313" cy="12043"/>
            </a:xfrm>
            <a:custGeom>
              <a:avLst/>
              <a:gdLst/>
              <a:ahLst/>
              <a:cxnLst/>
              <a:rect l="l" t="t" r="r" b="b"/>
              <a:pathLst>
                <a:path w="38313" h="12043">
                  <a:moveTo>
                    <a:pt x="0" y="0"/>
                  </a:moveTo>
                  <a:lnTo>
                    <a:pt x="38313" y="0"/>
                  </a:lnTo>
                  <a:lnTo>
                    <a:pt x="38313" y="12043"/>
                  </a:lnTo>
                  <a:lnTo>
                    <a:pt x="0" y="12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7"/>
            <p:cNvSpPr/>
            <p:nvPr/>
          </p:nvSpPr>
          <p:spPr>
            <a:xfrm rot="2699999">
              <a:off x="4866252" y="6274779"/>
              <a:ext cx="175027" cy="175027"/>
            </a:xfrm>
            <a:custGeom>
              <a:avLst/>
              <a:gdLst/>
              <a:ahLst/>
              <a:cxnLst/>
              <a:rect l="l" t="t" r="r" b="b"/>
              <a:pathLst>
                <a:path w="175027" h="175027">
                  <a:moveTo>
                    <a:pt x="0" y="0"/>
                  </a:moveTo>
                  <a:lnTo>
                    <a:pt x="175027" y="0"/>
                  </a:lnTo>
                  <a:lnTo>
                    <a:pt x="175027" y="175027"/>
                  </a:lnTo>
                  <a:lnTo>
                    <a:pt x="0" y="175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4914310" y="6422211"/>
              <a:ext cx="76867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49" name="Freeform 249"/>
            <p:cNvSpPr/>
            <p:nvPr/>
          </p:nvSpPr>
          <p:spPr>
            <a:xfrm rot="2699999">
              <a:off x="4887093" y="6338788"/>
              <a:ext cx="131302" cy="131302"/>
            </a:xfrm>
            <a:custGeom>
              <a:avLst/>
              <a:gdLst/>
              <a:ahLst/>
              <a:cxnLst/>
              <a:rect l="l" t="t" r="r" b="b"/>
              <a:pathLst>
                <a:path w="131302" h="131302">
                  <a:moveTo>
                    <a:pt x="0" y="0"/>
                  </a:moveTo>
                  <a:lnTo>
                    <a:pt x="131302" y="0"/>
                  </a:lnTo>
                  <a:lnTo>
                    <a:pt x="131302" y="131302"/>
                  </a:lnTo>
                  <a:lnTo>
                    <a:pt x="0" y="131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TextBox 250"/>
            <p:cNvSpPr txBox="1"/>
            <p:nvPr/>
          </p:nvSpPr>
          <p:spPr>
            <a:xfrm>
              <a:off x="4891202" y="6366883"/>
              <a:ext cx="125126" cy="312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"/>
                </a:lnSpc>
                <a:spcBef>
                  <a:spcPct val="0"/>
                </a:spcBef>
              </a:pPr>
              <a:r>
                <a:rPr lang="en-US" sz="10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4835354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52" name="TextBox 252"/>
            <p:cNvSpPr txBox="1"/>
            <p:nvPr/>
          </p:nvSpPr>
          <p:spPr>
            <a:xfrm>
              <a:off x="5009417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53" name="Freeform 253"/>
            <p:cNvSpPr/>
            <p:nvPr/>
          </p:nvSpPr>
          <p:spPr>
            <a:xfrm>
              <a:off x="4927655" y="6287876"/>
              <a:ext cx="50178" cy="57021"/>
            </a:xfrm>
            <a:custGeom>
              <a:avLst/>
              <a:gdLst/>
              <a:ahLst/>
              <a:cxnLst/>
              <a:rect l="l" t="t" r="r" b="b"/>
              <a:pathLst>
                <a:path w="50178" h="57021">
                  <a:moveTo>
                    <a:pt x="0" y="0"/>
                  </a:moveTo>
                  <a:lnTo>
                    <a:pt x="50178" y="0"/>
                  </a:lnTo>
                  <a:lnTo>
                    <a:pt x="50178" y="57021"/>
                  </a:lnTo>
                  <a:lnTo>
                    <a:pt x="0" y="570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4" name="Group 254"/>
            <p:cNvGrpSpPr/>
            <p:nvPr/>
          </p:nvGrpSpPr>
          <p:grpSpPr>
            <a:xfrm>
              <a:off x="394349" y="4297594"/>
              <a:ext cx="4865505" cy="380552"/>
              <a:chOff x="0" y="0"/>
              <a:chExt cx="12586773" cy="984466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12586773" cy="984466"/>
              </a:xfrm>
              <a:custGeom>
                <a:avLst/>
                <a:gdLst/>
                <a:ahLst/>
                <a:cxnLst/>
                <a:rect l="l" t="t" r="r" b="b"/>
                <a:pathLst>
                  <a:path w="12586773" h="984466">
                    <a:moveTo>
                      <a:pt x="0" y="0"/>
                    </a:moveTo>
                    <a:lnTo>
                      <a:pt x="12586773" y="0"/>
                    </a:lnTo>
                    <a:lnTo>
                      <a:pt x="12586773" y="984466"/>
                    </a:lnTo>
                    <a:lnTo>
                      <a:pt x="0" y="98446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57063" r="-16236" b="-222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-9525"/>
                <a:ext cx="12586773" cy="99399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Board: Powered by Iced Coffee &amp; Delusion ☕️</a:t>
                </a:r>
              </a:p>
            </p:txBody>
          </p:sp>
        </p:grpSp>
      </p:grpSp>
      <p:grpSp>
        <p:nvGrpSpPr>
          <p:cNvPr id="257" name="Group 2">
            <a:extLst>
              <a:ext uri="{FF2B5EF4-FFF2-40B4-BE49-F238E27FC236}">
                <a16:creationId xmlns:a16="http://schemas.microsoft.com/office/drawing/2014/main" id="{44992678-B10C-962B-9347-90BDB1F26BBC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258" name="Freeform 3">
              <a:extLst>
                <a:ext uri="{FF2B5EF4-FFF2-40B4-BE49-F238E27FC236}">
                  <a16:creationId xmlns:a16="http://schemas.microsoft.com/office/drawing/2014/main" id="{04411BC2-169F-0922-C0C2-59603B32B052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4">
              <a:extLst>
                <a:ext uri="{FF2B5EF4-FFF2-40B4-BE49-F238E27FC236}">
                  <a16:creationId xmlns:a16="http://schemas.microsoft.com/office/drawing/2014/main" id="{91DA7A28-5668-B49A-657B-F6D0C590C05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60" name="Group 5">
            <a:extLst>
              <a:ext uri="{FF2B5EF4-FFF2-40B4-BE49-F238E27FC236}">
                <a16:creationId xmlns:a16="http://schemas.microsoft.com/office/drawing/2014/main" id="{9989E9D1-7D70-C744-069E-BF78DBF56CC3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61" name="Freeform 6">
              <a:extLst>
                <a:ext uri="{FF2B5EF4-FFF2-40B4-BE49-F238E27FC236}">
                  <a16:creationId xmlns:a16="http://schemas.microsoft.com/office/drawing/2014/main" id="{61418B74-0B30-3BF7-881C-9BEA650821F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TextBox 7">
              <a:extLst>
                <a:ext uri="{FF2B5EF4-FFF2-40B4-BE49-F238E27FC236}">
                  <a16:creationId xmlns:a16="http://schemas.microsoft.com/office/drawing/2014/main" id="{0ACECF78-FACE-1F56-68A6-237D7E29776F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63" name="Group 8">
            <a:extLst>
              <a:ext uri="{FF2B5EF4-FFF2-40B4-BE49-F238E27FC236}">
                <a16:creationId xmlns:a16="http://schemas.microsoft.com/office/drawing/2014/main" id="{19E6293E-055C-C90A-9030-7CAAC6423BE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64" name="Freeform 9">
              <a:extLst>
                <a:ext uri="{FF2B5EF4-FFF2-40B4-BE49-F238E27FC236}">
                  <a16:creationId xmlns:a16="http://schemas.microsoft.com/office/drawing/2014/main" id="{3564AAB1-24C1-2204-08B3-83CE5E03920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TextBox 10">
              <a:extLst>
                <a:ext uri="{FF2B5EF4-FFF2-40B4-BE49-F238E27FC236}">
                  <a16:creationId xmlns:a16="http://schemas.microsoft.com/office/drawing/2014/main" id="{162260FD-4FB8-00A4-E7C2-4D91F7E8AA5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55424" y="2890868"/>
            <a:ext cx="7132320" cy="992403"/>
            <a:chOff x="0" y="0"/>
            <a:chExt cx="9509760" cy="13232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323204"/>
            </a:xfrm>
            <a:custGeom>
              <a:avLst/>
              <a:gdLst/>
              <a:ahLst/>
              <a:cxnLst/>
              <a:rect l="l" t="t" r="r" b="b"/>
              <a:pathLst>
                <a:path w="9509760" h="1323204">
                  <a:moveTo>
                    <a:pt x="0" y="0"/>
                  </a:moveTo>
                  <a:lnTo>
                    <a:pt x="9509760" y="0"/>
                  </a:lnTo>
                  <a:lnTo>
                    <a:pt x="9509760" y="1323204"/>
                  </a:lnTo>
                  <a:lnTo>
                    <a:pt x="0" y="132320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17118" r="-101923" b="-248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2851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955424" y="4103450"/>
            <a:ext cx="5150359" cy="2132804"/>
            <a:chOff x="0" y="0"/>
            <a:chExt cx="6867146" cy="2843738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6867146" cy="2843738"/>
            </a:xfrm>
            <a:custGeom>
              <a:avLst/>
              <a:gdLst/>
              <a:ahLst/>
              <a:cxnLst/>
              <a:rect l="l" t="t" r="r" b="b"/>
              <a:pathLst>
                <a:path w="6867146" h="2843738">
                  <a:moveTo>
                    <a:pt x="0" y="0"/>
                  </a:moveTo>
                  <a:lnTo>
                    <a:pt x="6867146" y="0"/>
                  </a:lnTo>
                  <a:lnTo>
                    <a:pt x="6867146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13049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-57150"/>
              <a:ext cx="6867146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Theme Designs released monthly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Sponsored Ad designs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Gamified engangement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view their BeReal Passport Collection on the ‘Passport’ tab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11038556" y="1028700"/>
            <a:ext cx="4317130" cy="1109517"/>
            <a:chOff x="0" y="0"/>
            <a:chExt cx="5756173" cy="1479356"/>
          </a:xfrm>
        </p:grpSpPr>
        <p:grpSp>
          <p:nvGrpSpPr>
            <p:cNvPr id="99" name="Group 99"/>
            <p:cNvGrpSpPr/>
            <p:nvPr/>
          </p:nvGrpSpPr>
          <p:grpSpPr>
            <a:xfrm>
              <a:off x="0" y="0"/>
              <a:ext cx="5756173" cy="1479356"/>
              <a:chOff x="0" y="0"/>
              <a:chExt cx="1137022" cy="292218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1137022" cy="292218"/>
              </a:xfrm>
              <a:custGeom>
                <a:avLst/>
                <a:gdLst/>
                <a:ahLst/>
                <a:cxnLst/>
                <a:rect l="l" t="t" r="r" b="b"/>
                <a:pathLst>
                  <a:path w="1137022" h="292218">
                    <a:moveTo>
                      <a:pt x="91458" y="0"/>
                    </a:moveTo>
                    <a:lnTo>
                      <a:pt x="1045563" y="0"/>
                    </a:lnTo>
                    <a:cubicBezTo>
                      <a:pt x="1096075" y="0"/>
                      <a:pt x="1137022" y="40947"/>
                      <a:pt x="1137022" y="91458"/>
                    </a:cubicBezTo>
                    <a:lnTo>
                      <a:pt x="1137022" y="200760"/>
                    </a:lnTo>
                    <a:cubicBezTo>
                      <a:pt x="1137022" y="251271"/>
                      <a:pt x="1096075" y="292218"/>
                      <a:pt x="1045563" y="292218"/>
                    </a:cubicBezTo>
                    <a:lnTo>
                      <a:pt x="91458" y="292218"/>
                    </a:lnTo>
                    <a:cubicBezTo>
                      <a:pt x="40947" y="292218"/>
                      <a:pt x="0" y="251271"/>
                      <a:pt x="0" y="200760"/>
                    </a:cubicBezTo>
                    <a:lnTo>
                      <a:pt x="0" y="91458"/>
                    </a:lnTo>
                    <a:cubicBezTo>
                      <a:pt x="0" y="40947"/>
                      <a:pt x="40947" y="0"/>
                      <a:pt x="91458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1137022" cy="3398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8167" y="212133"/>
              <a:ext cx="5060919" cy="1028293"/>
              <a:chOff x="0" y="0"/>
              <a:chExt cx="6580692" cy="1337085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6580692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6580692" h="1337086">
                    <a:moveTo>
                      <a:pt x="0" y="0"/>
                    </a:moveTo>
                    <a:lnTo>
                      <a:pt x="6580692" y="0"/>
                    </a:lnTo>
                    <a:lnTo>
                      <a:pt x="6580692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22323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-47625"/>
                <a:ext cx="6580692" cy="13847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99"/>
                  </a:lnSpc>
                </a:pPr>
                <a:r>
                  <a:rPr lang="en-US" sz="1999" b="1" spc="499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October 2026 Release</a:t>
                </a:r>
              </a:p>
            </p:txBody>
          </p:sp>
        </p:grpSp>
      </p:grpSp>
      <p:pic>
        <p:nvPicPr>
          <p:cNvPr id="106" name="Picture 105">
            <a:extLst>
              <a:ext uri="{FF2B5EF4-FFF2-40B4-BE49-F238E27FC236}">
                <a16:creationId xmlns:a16="http://schemas.microsoft.com/office/drawing/2014/main" id="{A058CF52-1ACA-2775-80D6-5159AEFEB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621" y="2503645"/>
            <a:ext cx="3619500" cy="363220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F488FFC-556E-0405-82E5-E07BDD5533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2343086"/>
            <a:ext cx="3632200" cy="3619500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DDC108C-F695-693C-5658-2D09CB4809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84" y="6461602"/>
            <a:ext cx="3632200" cy="3632200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6957BD23-6618-E8C6-5C3E-45B5513360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060" y="6436202"/>
            <a:ext cx="3632200" cy="3683000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D2447905-6105-4CBA-9791-C48B14CFD1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031" y="6442552"/>
            <a:ext cx="3657600" cy="3619500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DF5C1D0B-4292-1EEE-0BF5-612CEC72C7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6366416"/>
            <a:ext cx="3657600" cy="36195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6EC5BB67-6D38-B091-8418-74E864A965EE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773914E5-C230-8465-6E53-F36F6C11F3E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A4BFFFE7-5666-3864-69BE-2120AC51836C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B288D4AE-F386-5095-8B10-4A51B18FCC16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CFA6C78F-6C1B-BB12-A442-51B51EC85B8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D33C31A3-51A2-2FD4-6037-AE270B5CECD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8DD9A0AC-4412-3707-E2A3-9A3F04694EA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830AE7F-89B7-2F8E-1600-D0CD996EB237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FBDC5FE6-C223-2D92-149F-294EE3F6E8C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8000" y="974096"/>
            <a:ext cx="3591275" cy="2927807"/>
            <a:chOff x="0" y="0"/>
            <a:chExt cx="4788366" cy="3903743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788366" cy="3903743"/>
              <a:chOff x="0" y="0"/>
              <a:chExt cx="1298052" cy="1058244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298052" cy="1058244"/>
              </a:xfrm>
              <a:custGeom>
                <a:avLst/>
                <a:gdLst/>
                <a:ahLst/>
                <a:cxnLst/>
                <a:rect l="l" t="t" r="r" b="b"/>
                <a:pathLst>
                  <a:path w="1298052" h="1058244">
                    <a:moveTo>
                      <a:pt x="91227" y="0"/>
                    </a:moveTo>
                    <a:lnTo>
                      <a:pt x="1206825" y="0"/>
                    </a:lnTo>
                    <a:cubicBezTo>
                      <a:pt x="1231020" y="0"/>
                      <a:pt x="1254224" y="9611"/>
                      <a:pt x="1271332" y="26720"/>
                    </a:cubicBezTo>
                    <a:cubicBezTo>
                      <a:pt x="1288440" y="43828"/>
                      <a:pt x="1298052" y="67032"/>
                      <a:pt x="1298052" y="91227"/>
                    </a:cubicBezTo>
                    <a:lnTo>
                      <a:pt x="1298052" y="967017"/>
                    </a:lnTo>
                    <a:cubicBezTo>
                      <a:pt x="1298052" y="1017400"/>
                      <a:pt x="1257208" y="1058244"/>
                      <a:pt x="1206825" y="1058244"/>
                    </a:cubicBezTo>
                    <a:lnTo>
                      <a:pt x="91227" y="1058244"/>
                    </a:lnTo>
                    <a:cubicBezTo>
                      <a:pt x="67032" y="1058244"/>
                      <a:pt x="43828" y="1048633"/>
                      <a:pt x="26720" y="1031524"/>
                    </a:cubicBezTo>
                    <a:cubicBezTo>
                      <a:pt x="9611" y="1014416"/>
                      <a:pt x="0" y="991212"/>
                      <a:pt x="0" y="967017"/>
                    </a:cubicBezTo>
                    <a:lnTo>
                      <a:pt x="0" y="91227"/>
                    </a:lnTo>
                    <a:cubicBezTo>
                      <a:pt x="0" y="67032"/>
                      <a:pt x="9611" y="43828"/>
                      <a:pt x="26720" y="26720"/>
                    </a:cubicBezTo>
                    <a:cubicBezTo>
                      <a:pt x="43828" y="9611"/>
                      <a:pt x="67032" y="0"/>
                      <a:pt x="912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1298052" cy="1086819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407395" y="224571"/>
              <a:ext cx="4041239" cy="3454601"/>
              <a:chOff x="0" y="0"/>
              <a:chExt cx="1095517" cy="93648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95517" cy="936489"/>
              </a:xfrm>
              <a:custGeom>
                <a:avLst/>
                <a:gdLst/>
                <a:ahLst/>
                <a:cxnLst/>
                <a:rect l="l" t="t" r="r" b="b"/>
                <a:pathLst>
                  <a:path w="1095517" h="936489">
                    <a:moveTo>
                      <a:pt x="108093" y="0"/>
                    </a:moveTo>
                    <a:lnTo>
                      <a:pt x="987424" y="0"/>
                    </a:lnTo>
                    <a:cubicBezTo>
                      <a:pt x="1047122" y="0"/>
                      <a:pt x="1095517" y="48395"/>
                      <a:pt x="1095517" y="108093"/>
                    </a:cubicBezTo>
                    <a:lnTo>
                      <a:pt x="1095517" y="828396"/>
                    </a:lnTo>
                    <a:cubicBezTo>
                      <a:pt x="1095517" y="888094"/>
                      <a:pt x="1047122" y="936489"/>
                      <a:pt x="987424" y="936489"/>
                    </a:cubicBezTo>
                    <a:lnTo>
                      <a:pt x="108093" y="936489"/>
                    </a:lnTo>
                    <a:cubicBezTo>
                      <a:pt x="48395" y="936489"/>
                      <a:pt x="0" y="888094"/>
                      <a:pt x="0" y="828396"/>
                    </a:cubicBezTo>
                    <a:lnTo>
                      <a:pt x="0" y="108093"/>
                    </a:lnTo>
                    <a:cubicBezTo>
                      <a:pt x="0" y="48395"/>
                      <a:pt x="48395" y="0"/>
                      <a:pt x="10809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095517" cy="965064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455990" y="2833897"/>
              <a:ext cx="586564" cy="586564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1445599" y="1926267"/>
              <a:ext cx="596955" cy="596955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455990" y="1018638"/>
              <a:ext cx="596955" cy="596955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733305" y="101863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733305" y="196034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709347" y="2824990"/>
              <a:ext cx="437671" cy="595470"/>
            </a:xfrm>
            <a:custGeom>
              <a:avLst/>
              <a:gdLst/>
              <a:ahLst/>
              <a:cxnLst/>
              <a:rect l="l" t="t" r="r" b="b"/>
              <a:pathLst>
                <a:path w="437671" h="595470">
                  <a:moveTo>
                    <a:pt x="0" y="0"/>
                  </a:moveTo>
                  <a:lnTo>
                    <a:pt x="437671" y="0"/>
                  </a:lnTo>
                  <a:lnTo>
                    <a:pt x="437671" y="595471"/>
                  </a:lnTo>
                  <a:lnTo>
                    <a:pt x="0" y="5954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7395" y="427723"/>
              <a:ext cx="4041239" cy="3249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  <a:spcBef>
                  <a:spcPct val="0"/>
                </a:spcBef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STAMP TALLY (OCTOBER)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52945" y="980538"/>
              <a:ext cx="1645550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Alex M. 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 Stamps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91946" y="1888167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Maya K.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 Stamps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91946" y="2867154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Jordan T.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 Stamps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4467219"/>
            <a:ext cx="6942734" cy="1837529"/>
            <a:chOff x="0" y="0"/>
            <a:chExt cx="9256979" cy="24500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256978" cy="2450038"/>
            </a:xfrm>
            <a:custGeom>
              <a:avLst/>
              <a:gdLst/>
              <a:ahLst/>
              <a:cxnLst/>
              <a:rect l="l" t="t" r="r" b="b"/>
              <a:pathLst>
                <a:path w="9256978" h="2450038">
                  <a:moveTo>
                    <a:pt x="0" y="0"/>
                  </a:moveTo>
                  <a:lnTo>
                    <a:pt x="9256978" y="0"/>
                  </a:lnTo>
                  <a:lnTo>
                    <a:pt x="9256978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03292" r="-5804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9256979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Design for push notification landing pages and in-app feature announcements.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Collection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Quick Link to Capsule Carousel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60120" y="3164199"/>
            <a:ext cx="6796473" cy="1303020"/>
            <a:chOff x="0" y="0"/>
            <a:chExt cx="9061963" cy="17373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061963" cy="1737360"/>
            </a:xfrm>
            <a:custGeom>
              <a:avLst/>
              <a:gdLst/>
              <a:ahLst/>
              <a:cxnLst/>
              <a:rect l="l" t="t" r="r" b="b"/>
              <a:pathLst>
                <a:path w="9061963" h="1737360">
                  <a:moveTo>
                    <a:pt x="0" y="0"/>
                  </a:moveTo>
                  <a:lnTo>
                    <a:pt x="9061963" y="0"/>
                  </a:lnTo>
                  <a:lnTo>
                    <a:pt x="9061963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11901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38100"/>
              <a:ext cx="9061963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Leaderboard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14000635" y="9139411"/>
            <a:ext cx="3538640" cy="821933"/>
            <a:chOff x="0" y="0"/>
            <a:chExt cx="4718186" cy="1095911"/>
          </a:xfrm>
        </p:grpSpPr>
        <p:grpSp>
          <p:nvGrpSpPr>
            <p:cNvPr id="159" name="Group 159"/>
            <p:cNvGrpSpPr/>
            <p:nvPr/>
          </p:nvGrpSpPr>
          <p:grpSpPr>
            <a:xfrm>
              <a:off x="0" y="0"/>
              <a:ext cx="4718186" cy="1095911"/>
              <a:chOff x="0" y="0"/>
              <a:chExt cx="1213439" cy="281850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1213439" cy="281850"/>
              </a:xfrm>
              <a:custGeom>
                <a:avLst/>
                <a:gdLst/>
                <a:ahLst/>
                <a:cxnLst/>
                <a:rect l="l" t="t" r="r" b="b"/>
                <a:pathLst>
                  <a:path w="1213439" h="281850">
                    <a:moveTo>
                      <a:pt x="97588" y="0"/>
                    </a:moveTo>
                    <a:lnTo>
                      <a:pt x="1115851" y="0"/>
                    </a:lnTo>
                    <a:cubicBezTo>
                      <a:pt x="1141733" y="0"/>
                      <a:pt x="1166555" y="10282"/>
                      <a:pt x="1184856" y="28583"/>
                    </a:cubicBezTo>
                    <a:cubicBezTo>
                      <a:pt x="1203158" y="46884"/>
                      <a:pt x="1213439" y="71706"/>
                      <a:pt x="1213439" y="97588"/>
                    </a:cubicBezTo>
                    <a:lnTo>
                      <a:pt x="1213439" y="184262"/>
                    </a:lnTo>
                    <a:cubicBezTo>
                      <a:pt x="1213439" y="210144"/>
                      <a:pt x="1203158" y="234966"/>
                      <a:pt x="1184856" y="253267"/>
                    </a:cubicBezTo>
                    <a:cubicBezTo>
                      <a:pt x="1166555" y="271569"/>
                      <a:pt x="1141733" y="281850"/>
                      <a:pt x="1115851" y="281850"/>
                    </a:cubicBezTo>
                    <a:lnTo>
                      <a:pt x="97588" y="281850"/>
                    </a:lnTo>
                    <a:cubicBezTo>
                      <a:pt x="71706" y="281850"/>
                      <a:pt x="46884" y="271569"/>
                      <a:pt x="28583" y="253267"/>
                    </a:cubicBezTo>
                    <a:cubicBezTo>
                      <a:pt x="10282" y="234966"/>
                      <a:pt x="0" y="210144"/>
                      <a:pt x="0" y="184262"/>
                    </a:cubicBezTo>
                    <a:lnTo>
                      <a:pt x="0" y="97588"/>
                    </a:lnTo>
                    <a:cubicBezTo>
                      <a:pt x="0" y="71706"/>
                      <a:pt x="10282" y="46884"/>
                      <a:pt x="28583" y="28583"/>
                    </a:cubicBezTo>
                    <a:cubicBezTo>
                      <a:pt x="46884" y="10282"/>
                      <a:pt x="71706" y="0"/>
                      <a:pt x="9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28575"/>
                <a:ext cx="1213439" cy="31042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162" name="Group 162"/>
            <p:cNvGrpSpPr/>
            <p:nvPr/>
          </p:nvGrpSpPr>
          <p:grpSpPr>
            <a:xfrm>
              <a:off x="157545" y="233588"/>
              <a:ext cx="4403096" cy="628734"/>
              <a:chOff x="0" y="0"/>
              <a:chExt cx="1132404" cy="161700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132403" cy="161700"/>
              </a:xfrm>
              <a:custGeom>
                <a:avLst/>
                <a:gdLst/>
                <a:ahLst/>
                <a:cxnLst/>
                <a:rect l="l" t="t" r="r" b="b"/>
                <a:pathLst>
                  <a:path w="1132403" h="161700">
                    <a:moveTo>
                      <a:pt x="80850" y="0"/>
                    </a:moveTo>
                    <a:lnTo>
                      <a:pt x="1051553" y="0"/>
                    </a:lnTo>
                    <a:cubicBezTo>
                      <a:pt x="1072996" y="0"/>
                      <a:pt x="1093561" y="8518"/>
                      <a:pt x="1108723" y="23680"/>
                    </a:cubicBezTo>
                    <a:cubicBezTo>
                      <a:pt x="1123885" y="38843"/>
                      <a:pt x="1132403" y="59407"/>
                      <a:pt x="1132403" y="80850"/>
                    </a:cubicBezTo>
                    <a:lnTo>
                      <a:pt x="1132403" y="80850"/>
                    </a:lnTo>
                    <a:cubicBezTo>
                      <a:pt x="1132403" y="102293"/>
                      <a:pt x="1123885" y="122857"/>
                      <a:pt x="1108723" y="138020"/>
                    </a:cubicBezTo>
                    <a:cubicBezTo>
                      <a:pt x="1093561" y="153182"/>
                      <a:pt x="1072996" y="161700"/>
                      <a:pt x="1051553" y="161700"/>
                    </a:cubicBezTo>
                    <a:lnTo>
                      <a:pt x="80850" y="161700"/>
                    </a:lnTo>
                    <a:cubicBezTo>
                      <a:pt x="59407" y="161700"/>
                      <a:pt x="38843" y="153182"/>
                      <a:pt x="23680" y="138020"/>
                    </a:cubicBezTo>
                    <a:cubicBezTo>
                      <a:pt x="8518" y="122857"/>
                      <a:pt x="0" y="102293"/>
                      <a:pt x="0" y="80850"/>
                    </a:cubicBezTo>
                    <a:lnTo>
                      <a:pt x="0" y="80850"/>
                    </a:lnTo>
                    <a:cubicBezTo>
                      <a:pt x="0" y="59407"/>
                      <a:pt x="8518" y="38843"/>
                      <a:pt x="23680" y="23680"/>
                    </a:cubicBezTo>
                    <a:cubicBezTo>
                      <a:pt x="38843" y="8518"/>
                      <a:pt x="59407" y="0"/>
                      <a:pt x="8085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TextBox 164"/>
              <p:cNvSpPr txBox="1"/>
              <p:nvPr/>
            </p:nvSpPr>
            <p:spPr>
              <a:xfrm>
                <a:off x="0" y="-28575"/>
                <a:ext cx="1132404" cy="19027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r>
                  <a:rPr lang="en-US" sz="14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View October Capsule Carousel</a:t>
                </a:r>
              </a:p>
            </p:txBody>
          </p:sp>
        </p:grpSp>
      </p:grpSp>
      <p:grpSp>
        <p:nvGrpSpPr>
          <p:cNvPr id="165" name="Group 165"/>
          <p:cNvGrpSpPr/>
          <p:nvPr/>
        </p:nvGrpSpPr>
        <p:grpSpPr>
          <a:xfrm>
            <a:off x="13948000" y="4586159"/>
            <a:ext cx="3591275" cy="798093"/>
            <a:chOff x="0" y="0"/>
            <a:chExt cx="7817802" cy="1737360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7817802" cy="1737360"/>
            </a:xfrm>
            <a:custGeom>
              <a:avLst/>
              <a:gdLst/>
              <a:ahLst/>
              <a:cxnLst/>
              <a:rect l="l" t="t" r="r" b="b"/>
              <a:pathLst>
                <a:path w="7817802" h="1737360">
                  <a:moveTo>
                    <a:pt x="0" y="0"/>
                  </a:moveTo>
                  <a:lnTo>
                    <a:pt x="7817802" y="0"/>
                  </a:lnTo>
                  <a:lnTo>
                    <a:pt x="7817802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5624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7817802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18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BeReal Passport </a:t>
              </a:r>
            </a:p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Collection</a:t>
              </a:r>
            </a:p>
          </p:txBody>
        </p:sp>
      </p:grpSp>
      <p:grpSp>
        <p:nvGrpSpPr>
          <p:cNvPr id="168" name="Group 168"/>
          <p:cNvGrpSpPr/>
          <p:nvPr/>
        </p:nvGrpSpPr>
        <p:grpSpPr>
          <a:xfrm>
            <a:off x="14521784" y="230607"/>
            <a:ext cx="2443707" cy="798093"/>
            <a:chOff x="0" y="0"/>
            <a:chExt cx="5319677" cy="1737360"/>
          </a:xfrm>
        </p:grpSpPr>
        <p:sp>
          <p:nvSpPr>
            <p:cNvPr id="169" name="Freeform 169"/>
            <p:cNvSpPr/>
            <p:nvPr/>
          </p:nvSpPr>
          <p:spPr>
            <a:xfrm>
              <a:off x="0" y="0"/>
              <a:ext cx="5319677" cy="1737360"/>
            </a:xfrm>
            <a:custGeom>
              <a:avLst/>
              <a:gdLst/>
              <a:ahLst/>
              <a:cxnLst/>
              <a:rect l="l" t="t" r="r" b="b"/>
              <a:pathLst>
                <a:path w="5319677" h="1737360">
                  <a:moveTo>
                    <a:pt x="0" y="0"/>
                  </a:moveTo>
                  <a:lnTo>
                    <a:pt x="5319677" y="0"/>
                  </a:lnTo>
                  <a:lnTo>
                    <a:pt x="531967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260969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0" y="0"/>
              <a:ext cx="5319677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Leadership Board</a:t>
              </a:r>
            </a:p>
          </p:txBody>
        </p:sp>
      </p:grpSp>
      <p:grpSp>
        <p:nvGrpSpPr>
          <p:cNvPr id="171" name="Group 171"/>
          <p:cNvGrpSpPr/>
          <p:nvPr/>
        </p:nvGrpSpPr>
        <p:grpSpPr>
          <a:xfrm>
            <a:off x="14000635" y="8214495"/>
            <a:ext cx="3538640" cy="798093"/>
            <a:chOff x="0" y="0"/>
            <a:chExt cx="7703221" cy="1737360"/>
          </a:xfrm>
        </p:grpSpPr>
        <p:sp>
          <p:nvSpPr>
            <p:cNvPr id="172" name="Freeform 172"/>
            <p:cNvSpPr/>
            <p:nvPr/>
          </p:nvSpPr>
          <p:spPr>
            <a:xfrm>
              <a:off x="0" y="0"/>
              <a:ext cx="7703221" cy="1737360"/>
            </a:xfrm>
            <a:custGeom>
              <a:avLst/>
              <a:gdLst/>
              <a:ahLst/>
              <a:cxnLst/>
              <a:rect l="l" t="t" r="r" b="b"/>
              <a:pathLst>
                <a:path w="7703221" h="1737360">
                  <a:moveTo>
                    <a:pt x="0" y="0"/>
                  </a:moveTo>
                  <a:lnTo>
                    <a:pt x="7703221" y="0"/>
                  </a:lnTo>
                  <a:lnTo>
                    <a:pt x="770322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92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0" y="0"/>
              <a:ext cx="7703221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Button to Take User to Memories</a:t>
              </a:r>
            </a:p>
          </p:txBody>
        </p:sp>
      </p:grpSp>
      <p:pic>
        <p:nvPicPr>
          <p:cNvPr id="258" name="Picture 257">
            <a:extLst>
              <a:ext uri="{FF2B5EF4-FFF2-40B4-BE49-F238E27FC236}">
                <a16:creationId xmlns:a16="http://schemas.microsoft.com/office/drawing/2014/main" id="{5759DA2E-BF8C-296E-10AC-57630C73DA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988" y="1009650"/>
            <a:ext cx="4191000" cy="8267700"/>
          </a:xfrm>
          <a:prstGeom prst="rect">
            <a:avLst/>
          </a:prstGeom>
        </p:spPr>
      </p:pic>
      <p:sp>
        <p:nvSpPr>
          <p:cNvPr id="254" name="Freeform 254"/>
          <p:cNvSpPr/>
          <p:nvPr/>
        </p:nvSpPr>
        <p:spPr>
          <a:xfrm rot="-2176706">
            <a:off x="12128777" y="4238965"/>
            <a:ext cx="1928516" cy="636410"/>
          </a:xfrm>
          <a:custGeom>
            <a:avLst/>
            <a:gdLst/>
            <a:ahLst/>
            <a:cxnLst/>
            <a:rect l="l" t="t" r="r" b="b"/>
            <a:pathLst>
              <a:path w="1928516" h="636410">
                <a:moveTo>
                  <a:pt x="0" y="0"/>
                </a:moveTo>
                <a:lnTo>
                  <a:pt x="1928516" y="0"/>
                </a:lnTo>
                <a:lnTo>
                  <a:pt x="1928516" y="636410"/>
                </a:lnTo>
                <a:lnTo>
                  <a:pt x="0" y="636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5" name="Freeform 255"/>
          <p:cNvSpPr/>
          <p:nvPr/>
        </p:nvSpPr>
        <p:spPr>
          <a:xfrm rot="-986734">
            <a:off x="11855269" y="6348260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6" name="Freeform 256"/>
          <p:cNvSpPr/>
          <p:nvPr/>
        </p:nvSpPr>
        <p:spPr>
          <a:xfrm rot="1851698">
            <a:off x="11944790" y="7924936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260" name="Picture 259">
            <a:extLst>
              <a:ext uri="{FF2B5EF4-FFF2-40B4-BE49-F238E27FC236}">
                <a16:creationId xmlns:a16="http://schemas.microsoft.com/office/drawing/2014/main" id="{2E187B98-7478-7DCF-FF5D-BB39514453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0635" y="5520044"/>
            <a:ext cx="3594100" cy="2006600"/>
          </a:xfrm>
          <a:prstGeom prst="rect">
            <a:avLst/>
          </a:prstGeom>
        </p:spPr>
      </p:pic>
      <p:grpSp>
        <p:nvGrpSpPr>
          <p:cNvPr id="37" name="Group 2">
            <a:extLst>
              <a:ext uri="{FF2B5EF4-FFF2-40B4-BE49-F238E27FC236}">
                <a16:creationId xmlns:a16="http://schemas.microsoft.com/office/drawing/2014/main" id="{8A39B2C0-0DC0-E7BD-E48A-82FE691B14C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8" name="Freeform 3">
              <a:extLst>
                <a:ext uri="{FF2B5EF4-FFF2-40B4-BE49-F238E27FC236}">
                  <a16:creationId xmlns:a16="http://schemas.microsoft.com/office/drawing/2014/main" id="{EE1196F4-3EEE-31AB-3721-00AACA71C9B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4">
              <a:extLst>
                <a:ext uri="{FF2B5EF4-FFF2-40B4-BE49-F238E27FC236}">
                  <a16:creationId xmlns:a16="http://schemas.microsoft.com/office/drawing/2014/main" id="{67916C3D-6066-D9E9-F451-2BD2288F0EE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" name="Group 5">
            <a:extLst>
              <a:ext uri="{FF2B5EF4-FFF2-40B4-BE49-F238E27FC236}">
                <a16:creationId xmlns:a16="http://schemas.microsoft.com/office/drawing/2014/main" id="{A63548F9-DACE-64A7-1750-2207E268B42D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833F15C1-F125-9A4A-A251-AB0D76CAF240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7">
              <a:extLst>
                <a:ext uri="{FF2B5EF4-FFF2-40B4-BE49-F238E27FC236}">
                  <a16:creationId xmlns:a16="http://schemas.microsoft.com/office/drawing/2014/main" id="{B6363FF7-541D-ED27-2D39-4B20AEF3A245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3" name="Group 8">
            <a:extLst>
              <a:ext uri="{FF2B5EF4-FFF2-40B4-BE49-F238E27FC236}">
                <a16:creationId xmlns:a16="http://schemas.microsoft.com/office/drawing/2014/main" id="{C8418A0E-C2EF-E49E-0ADA-5E73B8363A22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31910FA7-6E51-78DD-75C4-C272D890D6A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10">
              <a:extLst>
                <a:ext uri="{FF2B5EF4-FFF2-40B4-BE49-F238E27FC236}">
                  <a16:creationId xmlns:a16="http://schemas.microsoft.com/office/drawing/2014/main" id="{845043B2-6368-92A3-9A19-E73F777D57D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6296816" cy="1303020"/>
            <a:chOff x="0" y="0"/>
            <a:chExt cx="8395755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1737360"/>
            </a:xfrm>
            <a:custGeom>
              <a:avLst/>
              <a:gdLst/>
              <a:ahLst/>
              <a:cxnLst/>
              <a:rect l="l" t="t" r="r" b="b"/>
              <a:pathLst>
                <a:path w="8395755" h="1737360">
                  <a:moveTo>
                    <a:pt x="0" y="0"/>
                  </a:moveTo>
                  <a:lnTo>
                    <a:pt x="8395755" y="0"/>
                  </a:lnTo>
                  <a:lnTo>
                    <a:pt x="839575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28715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39575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Settings / Opt-out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467219"/>
            <a:ext cx="4023360" cy="1837529"/>
            <a:chOff x="0" y="0"/>
            <a:chExt cx="5364480" cy="2450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450038"/>
            </a:xfrm>
            <a:custGeom>
              <a:avLst/>
              <a:gdLst/>
              <a:ahLst/>
              <a:cxnLst/>
              <a:rect l="l" t="t" r="r" b="b"/>
              <a:pathLst>
                <a:path w="5364480" h="2450038">
                  <a:moveTo>
                    <a:pt x="0" y="0"/>
                  </a:moveTo>
                  <a:lnTo>
                    <a:pt x="5364480" y="0"/>
                  </a:lnTo>
                  <a:lnTo>
                    <a:pt x="5364480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292" r="-17272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Board(s)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Participation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Easily Opt-in or Opt-out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Updated Setting Screen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screen to easily add or remove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183446" y="1309795"/>
            <a:ext cx="4123129" cy="8158320"/>
            <a:chOff x="0" y="0"/>
            <a:chExt cx="5497506" cy="10877759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94778" y="0"/>
                    </a:moveTo>
                    <a:lnTo>
                      <a:pt x="971490" y="0"/>
                    </a:lnTo>
                    <a:cubicBezTo>
                      <a:pt x="996626" y="0"/>
                      <a:pt x="1020734" y="9986"/>
                      <a:pt x="1038508" y="27760"/>
                    </a:cubicBezTo>
                    <a:cubicBezTo>
                      <a:pt x="1056282" y="45534"/>
                      <a:pt x="1066268" y="69641"/>
                      <a:pt x="1066268" y="94778"/>
                    </a:cubicBezTo>
                    <a:lnTo>
                      <a:pt x="1066268" y="2112600"/>
                    </a:lnTo>
                    <a:cubicBezTo>
                      <a:pt x="1066268" y="2164945"/>
                      <a:pt x="1023834" y="2207378"/>
                      <a:pt x="971490" y="2207378"/>
                    </a:cubicBezTo>
                    <a:lnTo>
                      <a:pt x="94778" y="2207378"/>
                    </a:lnTo>
                    <a:cubicBezTo>
                      <a:pt x="69641" y="2207378"/>
                      <a:pt x="45534" y="2197393"/>
                      <a:pt x="27760" y="2179619"/>
                    </a:cubicBezTo>
                    <a:cubicBezTo>
                      <a:pt x="9986" y="2161844"/>
                      <a:pt x="0" y="2137737"/>
                      <a:pt x="0" y="2112600"/>
                    </a:cubicBezTo>
                    <a:lnTo>
                      <a:pt x="0" y="94778"/>
                    </a:lnTo>
                    <a:cubicBezTo>
                      <a:pt x="0" y="42434"/>
                      <a:pt x="42434" y="0"/>
                      <a:pt x="94778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497442" y="9476849"/>
              <a:ext cx="4502621" cy="985315"/>
              <a:chOff x="0" y="0"/>
              <a:chExt cx="958815" cy="209819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38" name="Freeform 38"/>
            <p:cNvSpPr/>
            <p:nvPr/>
          </p:nvSpPr>
          <p:spPr>
            <a:xfrm>
              <a:off x="809456" y="9791263"/>
              <a:ext cx="237926" cy="221271"/>
            </a:xfrm>
            <a:custGeom>
              <a:avLst/>
              <a:gdLst/>
              <a:ahLst/>
              <a:cxnLst/>
              <a:rect l="l" t="t" r="r" b="b"/>
              <a:pathLst>
                <a:path w="237926" h="221271">
                  <a:moveTo>
                    <a:pt x="0" y="0"/>
                  </a:moveTo>
                  <a:lnTo>
                    <a:pt x="237926" y="0"/>
                  </a:lnTo>
                  <a:lnTo>
                    <a:pt x="237926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1756604" y="9791263"/>
              <a:ext cx="245857" cy="221271"/>
            </a:xfrm>
            <a:custGeom>
              <a:avLst/>
              <a:gdLst/>
              <a:ahLst/>
              <a:cxnLst/>
              <a:rect l="l" t="t" r="r" b="b"/>
              <a:pathLst>
                <a:path w="245857" h="221271">
                  <a:moveTo>
                    <a:pt x="0" y="0"/>
                  </a:moveTo>
                  <a:lnTo>
                    <a:pt x="245857" y="0"/>
                  </a:lnTo>
                  <a:lnTo>
                    <a:pt x="245857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466163" y="9677467"/>
              <a:ext cx="344383" cy="346113"/>
            </a:xfrm>
            <a:custGeom>
              <a:avLst/>
              <a:gdLst/>
              <a:ahLst/>
              <a:cxnLst/>
              <a:rect l="l" t="t" r="r" b="b"/>
              <a:pathLst>
                <a:path w="344383" h="346113">
                  <a:moveTo>
                    <a:pt x="0" y="0"/>
                  </a:moveTo>
                  <a:lnTo>
                    <a:pt x="344383" y="0"/>
                  </a:lnTo>
                  <a:lnTo>
                    <a:pt x="344383" y="346113"/>
                  </a:lnTo>
                  <a:lnTo>
                    <a:pt x="0" y="346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4354636" y="9649391"/>
              <a:ext cx="402265" cy="402265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3" name="Freeform 43"/>
            <p:cNvSpPr/>
            <p:nvPr/>
          </p:nvSpPr>
          <p:spPr>
            <a:xfrm>
              <a:off x="2433556" y="9660873"/>
              <a:ext cx="575273" cy="575273"/>
            </a:xfrm>
            <a:custGeom>
              <a:avLst/>
              <a:gdLst/>
              <a:ahLst/>
              <a:cxnLst/>
              <a:rect l="l" t="t" r="r" b="b"/>
              <a:pathLst>
                <a:path w="575273" h="575273">
                  <a:moveTo>
                    <a:pt x="0" y="0"/>
                  </a:moveTo>
                  <a:lnTo>
                    <a:pt x="575272" y="0"/>
                  </a:lnTo>
                  <a:lnTo>
                    <a:pt x="575272" y="575273"/>
                  </a:lnTo>
                  <a:lnTo>
                    <a:pt x="0" y="575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2529451" y="9792241"/>
              <a:ext cx="383482" cy="312537"/>
            </a:xfrm>
            <a:custGeom>
              <a:avLst/>
              <a:gdLst/>
              <a:ahLst/>
              <a:cxnLst/>
              <a:rect l="l" t="t" r="r" b="b"/>
              <a:pathLst>
                <a:path w="383482" h="312537">
                  <a:moveTo>
                    <a:pt x="0" y="0"/>
                  </a:moveTo>
                  <a:lnTo>
                    <a:pt x="383482" y="0"/>
                  </a:lnTo>
                  <a:lnTo>
                    <a:pt x="383482" y="312537"/>
                  </a:lnTo>
                  <a:lnTo>
                    <a:pt x="0" y="312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82601" y="0"/>
                    </a:moveTo>
                    <a:lnTo>
                      <a:pt x="715161" y="0"/>
                    </a:lnTo>
                    <a:cubicBezTo>
                      <a:pt x="760780" y="0"/>
                      <a:pt x="797762" y="36982"/>
                      <a:pt x="797762" y="82601"/>
                    </a:cubicBezTo>
                    <a:lnTo>
                      <a:pt x="797762" y="82601"/>
                    </a:lnTo>
                    <a:cubicBezTo>
                      <a:pt x="797762" y="128221"/>
                      <a:pt x="760780" y="165203"/>
                      <a:pt x="715161" y="165203"/>
                    </a:cubicBezTo>
                    <a:lnTo>
                      <a:pt x="82601" y="165203"/>
                    </a:lnTo>
                    <a:cubicBezTo>
                      <a:pt x="36982" y="165203"/>
                      <a:pt x="0" y="128221"/>
                      <a:pt x="0" y="82601"/>
                    </a:cubicBezTo>
                    <a:lnTo>
                      <a:pt x="0" y="82601"/>
                    </a:lnTo>
                    <a:cubicBezTo>
                      <a:pt x="0" y="36982"/>
                      <a:pt x="36982" y="0"/>
                      <a:pt x="82601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55" name="Freeform 55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893722" y="4243429"/>
              <a:ext cx="1071613" cy="434701"/>
              <a:chOff x="0" y="0"/>
              <a:chExt cx="2360231" cy="957431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SETTINGS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Notifications</a:t>
                </a:r>
              </a:p>
            </p:txBody>
          </p:sp>
        </p:grpSp>
        <p:sp>
          <p:nvSpPr>
            <p:cNvPr id="65" name="Freeform 65"/>
            <p:cNvSpPr/>
            <p:nvPr/>
          </p:nvSpPr>
          <p:spPr>
            <a:xfrm rot="5400000">
              <a:off x="4158185" y="478911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Privacy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 rot="5400000">
              <a:off x="4158185" y="5189314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Email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 rot="5400000">
              <a:off x="4158185" y="558852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0" name="Group 80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Time Zone: Americas</a:t>
                </a:r>
              </a:p>
            </p:txBody>
          </p:sp>
        </p:grpSp>
        <p:sp>
          <p:nvSpPr>
            <p:cNvPr id="86" name="Freeform 86"/>
            <p:cNvSpPr/>
            <p:nvPr/>
          </p:nvSpPr>
          <p:spPr>
            <a:xfrm rot="5400000">
              <a:off x="4158185" y="598773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Other</a:t>
                </a:r>
              </a:p>
            </p:txBody>
          </p:sp>
        </p:grpSp>
        <p:sp>
          <p:nvSpPr>
            <p:cNvPr id="93" name="Freeform 93"/>
            <p:cNvSpPr/>
            <p:nvPr/>
          </p:nvSpPr>
          <p:spPr>
            <a:xfrm rot="5400000">
              <a:off x="4158185" y="6386946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>
              <a:off x="1063641" y="4774471"/>
              <a:ext cx="159687" cy="159687"/>
            </a:xfrm>
            <a:custGeom>
              <a:avLst/>
              <a:gdLst/>
              <a:ahLst/>
              <a:cxnLst/>
              <a:rect l="l" t="t" r="r" b="b"/>
              <a:pathLst>
                <a:path w="159687" h="159687">
                  <a:moveTo>
                    <a:pt x="0" y="0"/>
                  </a:moveTo>
                  <a:lnTo>
                    <a:pt x="159686" y="0"/>
                  </a:lnTo>
                  <a:lnTo>
                    <a:pt x="159686" y="159687"/>
                  </a:lnTo>
                  <a:lnTo>
                    <a:pt x="0" y="159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  <a:ln w="95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1164830" y="4715973"/>
              <a:ext cx="116995" cy="116995"/>
              <a:chOff x="0" y="0"/>
              <a:chExt cx="812800" cy="8128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9850" tIns="59850" rIns="59850" bIns="5985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98" name="Freeform 98"/>
            <p:cNvSpPr/>
            <p:nvPr/>
          </p:nvSpPr>
          <p:spPr>
            <a:xfrm>
              <a:off x="1063641" y="5132381"/>
              <a:ext cx="169919" cy="219250"/>
            </a:xfrm>
            <a:custGeom>
              <a:avLst/>
              <a:gdLst/>
              <a:ahLst/>
              <a:cxnLst/>
              <a:rect l="l" t="t" r="r" b="b"/>
              <a:pathLst>
                <a:path w="169919" h="219250">
                  <a:moveTo>
                    <a:pt x="0" y="0"/>
                  </a:moveTo>
                  <a:lnTo>
                    <a:pt x="169919" y="0"/>
                  </a:lnTo>
                  <a:lnTo>
                    <a:pt x="169919" y="219250"/>
                  </a:lnTo>
                  <a:lnTo>
                    <a:pt x="0" y="2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9"/>
            <p:cNvSpPr/>
            <p:nvPr/>
          </p:nvSpPr>
          <p:spPr>
            <a:xfrm>
              <a:off x="1063641" y="5546257"/>
              <a:ext cx="218184" cy="163638"/>
            </a:xfrm>
            <a:custGeom>
              <a:avLst/>
              <a:gdLst/>
              <a:ahLst/>
              <a:cxnLst/>
              <a:rect l="l" t="t" r="r" b="b"/>
              <a:pathLst>
                <a:path w="218184" h="163638">
                  <a:moveTo>
                    <a:pt x="0" y="0"/>
                  </a:moveTo>
                  <a:lnTo>
                    <a:pt x="218184" y="0"/>
                  </a:lnTo>
                  <a:lnTo>
                    <a:pt x="218184" y="163638"/>
                  </a:lnTo>
                  <a:lnTo>
                    <a:pt x="0" y="163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063641" y="5926461"/>
              <a:ext cx="218184" cy="218184"/>
            </a:xfrm>
            <a:custGeom>
              <a:avLst/>
              <a:gdLst/>
              <a:ahLst/>
              <a:cxnLst/>
              <a:rect l="l" t="t" r="r" b="b"/>
              <a:pathLst>
                <a:path w="218184" h="218184">
                  <a:moveTo>
                    <a:pt x="0" y="0"/>
                  </a:moveTo>
                  <a:lnTo>
                    <a:pt x="218184" y="0"/>
                  </a:lnTo>
                  <a:lnTo>
                    <a:pt x="218184" y="218184"/>
                  </a:lnTo>
                  <a:lnTo>
                    <a:pt x="0" y="218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 rot="2048640">
              <a:off x="1112619" y="6349647"/>
              <a:ext cx="71962" cy="119936"/>
            </a:xfrm>
            <a:custGeom>
              <a:avLst/>
              <a:gdLst/>
              <a:ahLst/>
              <a:cxnLst/>
              <a:rect l="l" t="t" r="r" b="b"/>
              <a:pathLst>
                <a:path w="71962" h="119936">
                  <a:moveTo>
                    <a:pt x="0" y="0"/>
                  </a:moveTo>
                  <a:lnTo>
                    <a:pt x="71962" y="0"/>
                  </a:lnTo>
                  <a:lnTo>
                    <a:pt x="71962" y="119936"/>
                  </a:lnTo>
                  <a:lnTo>
                    <a:pt x="0" y="119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2"/>
            <p:cNvSpPr/>
            <p:nvPr/>
          </p:nvSpPr>
          <p:spPr>
            <a:xfrm rot="2048640">
              <a:off x="1044074" y="6305089"/>
              <a:ext cx="209052" cy="209052"/>
            </a:xfrm>
            <a:custGeom>
              <a:avLst/>
              <a:gdLst/>
              <a:ahLst/>
              <a:cxnLst/>
              <a:rect l="l" t="t" r="r" b="b"/>
              <a:pathLst>
                <a:path w="209052" h="209052">
                  <a:moveTo>
                    <a:pt x="0" y="0"/>
                  </a:moveTo>
                  <a:lnTo>
                    <a:pt x="209052" y="0"/>
                  </a:lnTo>
                  <a:lnTo>
                    <a:pt x="209052" y="209052"/>
                  </a:lnTo>
                  <a:lnTo>
                    <a:pt x="0" y="209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3" name="Group 103"/>
            <p:cNvGrpSpPr/>
            <p:nvPr/>
          </p:nvGrpSpPr>
          <p:grpSpPr>
            <a:xfrm>
              <a:off x="893722" y="6986029"/>
              <a:ext cx="3621976" cy="339911"/>
              <a:chOff x="0" y="0"/>
              <a:chExt cx="903586" cy="84799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6" name="Group 106"/>
            <p:cNvGrpSpPr/>
            <p:nvPr/>
          </p:nvGrpSpPr>
          <p:grpSpPr>
            <a:xfrm>
              <a:off x="1638525" y="6986029"/>
              <a:ext cx="1448645" cy="339911"/>
              <a:chOff x="0" y="0"/>
              <a:chExt cx="2786659" cy="65386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Share BeReal.</a:t>
                </a:r>
              </a:p>
            </p:txBody>
          </p:sp>
        </p:grpSp>
        <p:sp>
          <p:nvSpPr>
            <p:cNvPr id="109" name="Freeform 109"/>
            <p:cNvSpPr/>
            <p:nvPr/>
          </p:nvSpPr>
          <p:spPr>
            <a:xfrm rot="5400000">
              <a:off x="4158185" y="71159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893722" y="7386228"/>
              <a:ext cx="3621976" cy="339911"/>
              <a:chOff x="0" y="0"/>
              <a:chExt cx="903586" cy="84799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1638525" y="7386228"/>
              <a:ext cx="1448645" cy="339911"/>
              <a:chOff x="0" y="0"/>
              <a:chExt cx="2786659" cy="653864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Rate BeReal.</a:t>
                </a:r>
              </a:p>
            </p:txBody>
          </p:sp>
        </p:grpSp>
        <p:sp>
          <p:nvSpPr>
            <p:cNvPr id="116" name="Freeform 116"/>
            <p:cNvSpPr/>
            <p:nvPr/>
          </p:nvSpPr>
          <p:spPr>
            <a:xfrm rot="5400000">
              <a:off x="4158185" y="75161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893722" y="7785439"/>
              <a:ext cx="3621976" cy="339911"/>
              <a:chOff x="0" y="0"/>
              <a:chExt cx="903586" cy="84799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1638525" y="7785439"/>
              <a:ext cx="1448645" cy="339911"/>
              <a:chOff x="0" y="0"/>
              <a:chExt cx="2786659" cy="65386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Help</a:t>
                </a:r>
              </a:p>
            </p:txBody>
          </p:sp>
        </p:grpSp>
        <p:sp>
          <p:nvSpPr>
            <p:cNvPr id="123" name="Freeform 123"/>
            <p:cNvSpPr/>
            <p:nvPr/>
          </p:nvSpPr>
          <p:spPr>
            <a:xfrm rot="5400000">
              <a:off x="4158185" y="791534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4" name="Group 124"/>
            <p:cNvGrpSpPr/>
            <p:nvPr/>
          </p:nvGrpSpPr>
          <p:grpSpPr>
            <a:xfrm>
              <a:off x="893722" y="8184649"/>
              <a:ext cx="3621976" cy="339911"/>
              <a:chOff x="0" y="0"/>
              <a:chExt cx="903586" cy="84799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TextBox 126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7" name="Group 127"/>
            <p:cNvGrpSpPr/>
            <p:nvPr/>
          </p:nvGrpSpPr>
          <p:grpSpPr>
            <a:xfrm>
              <a:off x="1638525" y="8186706"/>
              <a:ext cx="2239440" cy="339911"/>
              <a:chOff x="0" y="0"/>
              <a:chExt cx="4307858" cy="653864"/>
            </a:xfrm>
          </p:grpSpPr>
          <p:sp>
            <p:nvSpPr>
              <p:cNvPr id="128" name="Freeform 128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TextBox 129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About</a:t>
                </a:r>
              </a:p>
            </p:txBody>
          </p:sp>
        </p:grpSp>
        <p:sp>
          <p:nvSpPr>
            <p:cNvPr id="130" name="Freeform 130"/>
            <p:cNvSpPr/>
            <p:nvPr/>
          </p:nvSpPr>
          <p:spPr>
            <a:xfrm rot="5400000">
              <a:off x="4158185" y="831455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1111103" y="7071896"/>
              <a:ext cx="153747" cy="190990"/>
            </a:xfrm>
            <a:custGeom>
              <a:avLst/>
              <a:gdLst/>
              <a:ahLst/>
              <a:cxnLst/>
              <a:rect l="l" t="t" r="r" b="b"/>
              <a:pathLst>
                <a:path w="153747" h="190990">
                  <a:moveTo>
                    <a:pt x="0" y="0"/>
                  </a:moveTo>
                  <a:lnTo>
                    <a:pt x="153747" y="0"/>
                  </a:lnTo>
                  <a:lnTo>
                    <a:pt x="153747" y="190990"/>
                  </a:lnTo>
                  <a:lnTo>
                    <a:pt x="0" y="190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>
              <a:off x="1069132" y="7423166"/>
              <a:ext cx="237690" cy="228182"/>
            </a:xfrm>
            <a:custGeom>
              <a:avLst/>
              <a:gdLst/>
              <a:ahLst/>
              <a:cxnLst/>
              <a:rect l="l" t="t" r="r" b="b"/>
              <a:pathLst>
                <a:path w="237690" h="228182">
                  <a:moveTo>
                    <a:pt x="0" y="0"/>
                  </a:moveTo>
                  <a:lnTo>
                    <a:pt x="237690" y="0"/>
                  </a:lnTo>
                  <a:lnTo>
                    <a:pt x="237690" y="228183"/>
                  </a:lnTo>
                  <a:lnTo>
                    <a:pt x="0" y="228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>
              <a:off x="1096248" y="7863729"/>
              <a:ext cx="183458" cy="183458"/>
            </a:xfrm>
            <a:custGeom>
              <a:avLst/>
              <a:gdLst/>
              <a:ahLst/>
              <a:cxnLst/>
              <a:rect l="l" t="t" r="r" b="b"/>
              <a:pathLst>
                <a:path w="183458" h="183458">
                  <a:moveTo>
                    <a:pt x="0" y="0"/>
                  </a:moveTo>
                  <a:lnTo>
                    <a:pt x="183458" y="0"/>
                  </a:lnTo>
                  <a:lnTo>
                    <a:pt x="183458" y="183459"/>
                  </a:lnTo>
                  <a:lnTo>
                    <a:pt x="0" y="183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4"/>
            <p:cNvSpPr/>
            <p:nvPr/>
          </p:nvSpPr>
          <p:spPr>
            <a:xfrm>
              <a:off x="1141971" y="7907355"/>
              <a:ext cx="92012" cy="92012"/>
            </a:xfrm>
            <a:custGeom>
              <a:avLst/>
              <a:gdLst/>
              <a:ahLst/>
              <a:cxnLst/>
              <a:rect l="l" t="t" r="r" b="b"/>
              <a:pathLst>
                <a:path w="92012" h="92012">
                  <a:moveTo>
                    <a:pt x="0" y="0"/>
                  </a:moveTo>
                  <a:lnTo>
                    <a:pt x="92012" y="0"/>
                  </a:lnTo>
                  <a:lnTo>
                    <a:pt x="92012" y="92012"/>
                  </a:lnTo>
                  <a:lnTo>
                    <a:pt x="0" y="920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1139873" y="7907355"/>
              <a:ext cx="96207" cy="96207"/>
            </a:xfrm>
            <a:custGeom>
              <a:avLst/>
              <a:gdLst/>
              <a:ahLst/>
              <a:cxnLst/>
              <a:rect l="l" t="t" r="r" b="b"/>
              <a:pathLst>
                <a:path w="96207" h="96207">
                  <a:moveTo>
                    <a:pt x="0" y="0"/>
                  </a:moveTo>
                  <a:lnTo>
                    <a:pt x="96207" y="0"/>
                  </a:lnTo>
                  <a:lnTo>
                    <a:pt x="96207" y="96207"/>
                  </a:lnTo>
                  <a:lnTo>
                    <a:pt x="0" y="96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6"/>
            <p:cNvSpPr/>
            <p:nvPr/>
          </p:nvSpPr>
          <p:spPr>
            <a:xfrm>
              <a:off x="1073458" y="8264711"/>
              <a:ext cx="206248" cy="206248"/>
            </a:xfrm>
            <a:custGeom>
              <a:avLst/>
              <a:gdLst/>
              <a:ahLst/>
              <a:cxnLst/>
              <a:rect l="l" t="t" r="r" b="b"/>
              <a:pathLst>
                <a:path w="206248" h="206248">
                  <a:moveTo>
                    <a:pt x="0" y="0"/>
                  </a:moveTo>
                  <a:lnTo>
                    <a:pt x="206248" y="0"/>
                  </a:lnTo>
                  <a:lnTo>
                    <a:pt x="206248" y="206248"/>
                  </a:lnTo>
                  <a:lnTo>
                    <a:pt x="0" y="206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7" name="Group 137"/>
            <p:cNvGrpSpPr/>
            <p:nvPr/>
          </p:nvGrpSpPr>
          <p:grpSpPr>
            <a:xfrm>
              <a:off x="1018058" y="6573880"/>
              <a:ext cx="1071613" cy="434701"/>
              <a:chOff x="0" y="0"/>
              <a:chExt cx="2360231" cy="957431"/>
            </a:xfrm>
          </p:grpSpPr>
          <p:sp>
            <p:nvSpPr>
              <p:cNvPr id="138" name="Freeform 138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9" name="TextBox 139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ABOUT</a:t>
                </a:r>
              </a:p>
            </p:txBody>
          </p:sp>
        </p:grpSp>
        <p:grpSp>
          <p:nvGrpSpPr>
            <p:cNvPr id="140" name="Group 140"/>
            <p:cNvGrpSpPr/>
            <p:nvPr/>
          </p:nvGrpSpPr>
          <p:grpSpPr>
            <a:xfrm>
              <a:off x="947257" y="3380429"/>
              <a:ext cx="3621976" cy="339911"/>
              <a:chOff x="0" y="0"/>
              <a:chExt cx="903586" cy="84799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43" name="Group 143"/>
            <p:cNvGrpSpPr/>
            <p:nvPr/>
          </p:nvGrpSpPr>
          <p:grpSpPr>
            <a:xfrm>
              <a:off x="1692060" y="3378373"/>
              <a:ext cx="2555892" cy="339911"/>
              <a:chOff x="0" y="0"/>
              <a:chExt cx="4916594" cy="653864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0" y="0"/>
                <a:ext cx="4916594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916594" h="653864">
                    <a:moveTo>
                      <a:pt x="0" y="0"/>
                    </a:moveTo>
                    <a:lnTo>
                      <a:pt x="4916594" y="0"/>
                    </a:lnTo>
                    <a:lnTo>
                      <a:pt x="4916594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9056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" name="TextBox 145"/>
              <p:cNvSpPr txBox="1"/>
              <p:nvPr/>
            </p:nvSpPr>
            <p:spPr>
              <a:xfrm>
                <a:off x="0" y="9525"/>
                <a:ext cx="4916594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just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- Community Board  </a:t>
                </a:r>
              </a:p>
            </p:txBody>
          </p:sp>
        </p:grpSp>
        <p:sp>
          <p:nvSpPr>
            <p:cNvPr id="146" name="Freeform 146"/>
            <p:cNvSpPr/>
            <p:nvPr/>
          </p:nvSpPr>
          <p:spPr>
            <a:xfrm rot="5400000">
              <a:off x="4211720" y="351033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7" name="Group 147"/>
            <p:cNvGrpSpPr/>
            <p:nvPr/>
          </p:nvGrpSpPr>
          <p:grpSpPr>
            <a:xfrm>
              <a:off x="947257" y="3777583"/>
              <a:ext cx="3621976" cy="339911"/>
              <a:chOff x="0" y="0"/>
              <a:chExt cx="903586" cy="84799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0" name="Group 150"/>
            <p:cNvGrpSpPr/>
            <p:nvPr/>
          </p:nvGrpSpPr>
          <p:grpSpPr>
            <a:xfrm>
              <a:off x="1692060" y="3777583"/>
              <a:ext cx="2877173" cy="339911"/>
              <a:chOff x="0" y="0"/>
              <a:chExt cx="5534620" cy="653864"/>
            </a:xfrm>
          </p:grpSpPr>
          <p:sp>
            <p:nvSpPr>
              <p:cNvPr id="151" name="Freeform 151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" name="TextBox 152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- Community Board </a:t>
                </a:r>
              </a:p>
            </p:txBody>
          </p:sp>
        </p:grpSp>
        <p:sp>
          <p:nvSpPr>
            <p:cNvPr id="153" name="Freeform 153"/>
            <p:cNvSpPr/>
            <p:nvPr/>
          </p:nvSpPr>
          <p:spPr>
            <a:xfrm rot="5400000">
              <a:off x="4211720" y="3907493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>
              <a:off x="1169250" y="3428380"/>
              <a:ext cx="163380" cy="236783"/>
            </a:xfrm>
            <a:custGeom>
              <a:avLst/>
              <a:gdLst/>
              <a:ahLst/>
              <a:cxnLst/>
              <a:rect l="l" t="t" r="r" b="b"/>
              <a:pathLst>
                <a:path w="163380" h="236783">
                  <a:moveTo>
                    <a:pt x="0" y="0"/>
                  </a:moveTo>
                  <a:lnTo>
                    <a:pt x="163380" y="0"/>
                  </a:lnTo>
                  <a:lnTo>
                    <a:pt x="163380" y="236783"/>
                  </a:lnTo>
                  <a:lnTo>
                    <a:pt x="0" y="236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>
              <a:off x="1169250" y="3825443"/>
              <a:ext cx="217253" cy="217253"/>
            </a:xfrm>
            <a:custGeom>
              <a:avLst/>
              <a:gdLst/>
              <a:ahLst/>
              <a:cxnLst/>
              <a:rect l="l" t="t" r="r" b="b"/>
              <a:pathLst>
                <a:path w="217253" h="217253">
                  <a:moveTo>
                    <a:pt x="0" y="0"/>
                  </a:moveTo>
                  <a:lnTo>
                    <a:pt x="217253" y="0"/>
                  </a:lnTo>
                  <a:lnTo>
                    <a:pt x="217253" y="217253"/>
                  </a:lnTo>
                  <a:lnTo>
                    <a:pt x="0" y="21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6" name="Group 156"/>
            <p:cNvGrpSpPr/>
            <p:nvPr/>
          </p:nvGrpSpPr>
          <p:grpSpPr>
            <a:xfrm>
              <a:off x="947257" y="2965090"/>
              <a:ext cx="3621976" cy="339911"/>
              <a:chOff x="0" y="0"/>
              <a:chExt cx="903586" cy="84799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1692060" y="2965090"/>
              <a:ext cx="2877173" cy="339911"/>
              <a:chOff x="0" y="0"/>
              <a:chExt cx="5534620" cy="653864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Audio</a:t>
                </a:r>
              </a:p>
            </p:txBody>
          </p:sp>
        </p:grpSp>
        <p:sp>
          <p:nvSpPr>
            <p:cNvPr id="162" name="Freeform 162"/>
            <p:cNvSpPr/>
            <p:nvPr/>
          </p:nvSpPr>
          <p:spPr>
            <a:xfrm rot="5400000">
              <a:off x="4211720" y="309499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1148492" y="3035433"/>
              <a:ext cx="204896" cy="223930"/>
            </a:xfrm>
            <a:custGeom>
              <a:avLst/>
              <a:gdLst/>
              <a:ahLst/>
              <a:cxnLst/>
              <a:rect l="l" t="t" r="r" b="b"/>
              <a:pathLst>
                <a:path w="204896" h="223930">
                  <a:moveTo>
                    <a:pt x="0" y="0"/>
                  </a:moveTo>
                  <a:lnTo>
                    <a:pt x="204896" y="0"/>
                  </a:lnTo>
                  <a:lnTo>
                    <a:pt x="204896" y="223930"/>
                  </a:lnTo>
                  <a:lnTo>
                    <a:pt x="0" y="2239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569848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1520961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3279783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4197197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68" name="Group 168"/>
            <p:cNvGrpSpPr/>
            <p:nvPr/>
          </p:nvGrpSpPr>
          <p:grpSpPr>
            <a:xfrm>
              <a:off x="1062101" y="2444037"/>
              <a:ext cx="1686652" cy="475360"/>
              <a:chOff x="0" y="0"/>
              <a:chExt cx="3714854" cy="1046982"/>
            </a:xfrm>
          </p:grpSpPr>
          <p:sp>
            <p:nvSpPr>
              <p:cNvPr id="169" name="Freeform 169"/>
              <p:cNvSpPr/>
              <p:nvPr/>
            </p:nvSpPr>
            <p:spPr>
              <a:xfrm>
                <a:off x="0" y="0"/>
                <a:ext cx="3714854" cy="1046982"/>
              </a:xfrm>
              <a:custGeom>
                <a:avLst/>
                <a:gdLst/>
                <a:ahLst/>
                <a:cxnLst/>
                <a:rect l="l" t="t" r="r" b="b"/>
                <a:pathLst>
                  <a:path w="3714854" h="1046982">
                    <a:moveTo>
                      <a:pt x="0" y="0"/>
                    </a:moveTo>
                    <a:lnTo>
                      <a:pt x="3714854" y="0"/>
                    </a:lnTo>
                    <a:lnTo>
                      <a:pt x="3714854" y="1046982"/>
                    </a:lnTo>
                    <a:lnTo>
                      <a:pt x="0" y="104698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74399" r="-416908" b="-34033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TextBox 170"/>
              <p:cNvSpPr txBox="1"/>
              <p:nvPr/>
            </p:nvSpPr>
            <p:spPr>
              <a:xfrm>
                <a:off x="0" y="0"/>
                <a:ext cx="3714854" cy="104698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FEATURES</a:t>
                </a:r>
              </a:p>
            </p:txBody>
          </p:sp>
        </p:grpSp>
        <p:grpSp>
          <p:nvGrpSpPr>
            <p:cNvPr id="171" name="Group 171"/>
            <p:cNvGrpSpPr/>
            <p:nvPr/>
          </p:nvGrpSpPr>
          <p:grpSpPr>
            <a:xfrm>
              <a:off x="822920" y="8599108"/>
              <a:ext cx="3746312" cy="423598"/>
              <a:chOff x="0" y="0"/>
              <a:chExt cx="797762" cy="90203"/>
            </a:xfrm>
          </p:grpSpPr>
          <p:sp>
            <p:nvSpPr>
              <p:cNvPr id="172" name="Freeform 172"/>
              <p:cNvSpPr/>
              <p:nvPr/>
            </p:nvSpPr>
            <p:spPr>
              <a:xfrm>
                <a:off x="0" y="0"/>
                <a:ext cx="797762" cy="90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90203">
                    <a:moveTo>
                      <a:pt x="45102" y="0"/>
                    </a:moveTo>
                    <a:lnTo>
                      <a:pt x="752661" y="0"/>
                    </a:lnTo>
                    <a:cubicBezTo>
                      <a:pt x="777569" y="0"/>
                      <a:pt x="797762" y="20193"/>
                      <a:pt x="797762" y="45102"/>
                    </a:cubicBezTo>
                    <a:lnTo>
                      <a:pt x="797762" y="45102"/>
                    </a:lnTo>
                    <a:cubicBezTo>
                      <a:pt x="797762" y="57063"/>
                      <a:pt x="793010" y="68535"/>
                      <a:pt x="784552" y="76993"/>
                    </a:cubicBezTo>
                    <a:cubicBezTo>
                      <a:pt x="776094" y="85452"/>
                      <a:pt x="764622" y="90203"/>
                      <a:pt x="752661" y="90203"/>
                    </a:cubicBezTo>
                    <a:lnTo>
                      <a:pt x="45102" y="90203"/>
                    </a:lnTo>
                    <a:cubicBezTo>
                      <a:pt x="33140" y="90203"/>
                      <a:pt x="21668" y="85452"/>
                      <a:pt x="13210" y="76993"/>
                    </a:cubicBezTo>
                    <a:cubicBezTo>
                      <a:pt x="4752" y="68535"/>
                      <a:pt x="0" y="57063"/>
                      <a:pt x="0" y="45102"/>
                    </a:cubicBezTo>
                    <a:lnTo>
                      <a:pt x="0" y="45102"/>
                    </a:lnTo>
                    <a:cubicBezTo>
                      <a:pt x="0" y="33140"/>
                      <a:pt x="4752" y="21668"/>
                      <a:pt x="13210" y="13210"/>
                    </a:cubicBezTo>
                    <a:cubicBezTo>
                      <a:pt x="21668" y="4752"/>
                      <a:pt x="33140" y="0"/>
                      <a:pt x="45102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TextBox 173"/>
              <p:cNvSpPr txBox="1"/>
              <p:nvPr/>
            </p:nvSpPr>
            <p:spPr>
              <a:xfrm>
                <a:off x="0" y="-47625"/>
                <a:ext cx="797762" cy="137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174" name="Group 174"/>
            <p:cNvGrpSpPr/>
            <p:nvPr/>
          </p:nvGrpSpPr>
          <p:grpSpPr>
            <a:xfrm>
              <a:off x="1954215" y="8526617"/>
              <a:ext cx="1500989" cy="583096"/>
              <a:chOff x="0" y="0"/>
              <a:chExt cx="2464592" cy="957431"/>
            </a:xfrm>
          </p:grpSpPr>
          <p:sp>
            <p:nvSpPr>
              <p:cNvPr id="175" name="Freeform 175"/>
              <p:cNvSpPr/>
              <p:nvPr/>
            </p:nvSpPr>
            <p:spPr>
              <a:xfrm>
                <a:off x="0" y="0"/>
                <a:ext cx="246459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464592" h="957431">
                    <a:moveTo>
                      <a:pt x="0" y="0"/>
                    </a:moveTo>
                    <a:lnTo>
                      <a:pt x="2464592" y="0"/>
                    </a:lnTo>
                    <a:lnTo>
                      <a:pt x="246459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67913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TextBox 176"/>
              <p:cNvSpPr txBox="1"/>
              <p:nvPr/>
            </p:nvSpPr>
            <p:spPr>
              <a:xfrm>
                <a:off x="0" y="0"/>
                <a:ext cx="246459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600"/>
                  </a:lnSpc>
                </a:pPr>
                <a:r>
                  <a:rPr lang="en-US" sz="1500" b="1">
                    <a:solidFill>
                      <a:srgbClr val="FF022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Log Out</a:t>
                </a:r>
              </a:p>
            </p:txBody>
          </p:sp>
        </p:grpSp>
        <p:sp>
          <p:nvSpPr>
            <p:cNvPr id="177" name="TextBox 177"/>
            <p:cNvSpPr txBox="1"/>
            <p:nvPr/>
          </p:nvSpPr>
          <p:spPr>
            <a:xfrm>
              <a:off x="1914619" y="9170803"/>
              <a:ext cx="1613146" cy="2022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35"/>
                </a:lnSpc>
                <a:spcBef>
                  <a:spcPct val="0"/>
                </a:spcBef>
              </a:pPr>
              <a:r>
                <a:rPr lang="en-US" sz="94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Version 4.99.2AB</a:t>
              </a:r>
            </a:p>
          </p:txBody>
        </p:sp>
      </p:grpSp>
      <p:sp>
        <p:nvSpPr>
          <p:cNvPr id="178" name="Freeform 178"/>
          <p:cNvSpPr/>
          <p:nvPr/>
        </p:nvSpPr>
        <p:spPr>
          <a:xfrm rot="-4559073" flipV="1">
            <a:off x="4377311" y="4470884"/>
            <a:ext cx="4995748" cy="2947491"/>
          </a:xfrm>
          <a:custGeom>
            <a:avLst/>
            <a:gdLst/>
            <a:ahLst/>
            <a:cxnLst/>
            <a:rect l="l" t="t" r="r" b="b"/>
            <a:pathLst>
              <a:path w="4995748" h="2947491">
                <a:moveTo>
                  <a:pt x="0" y="2947491"/>
                </a:moveTo>
                <a:lnTo>
                  <a:pt x="4995748" y="2947491"/>
                </a:lnTo>
                <a:lnTo>
                  <a:pt x="4995748" y="0"/>
                </a:lnTo>
                <a:lnTo>
                  <a:pt x="0" y="0"/>
                </a:lnTo>
                <a:lnTo>
                  <a:pt x="0" y="294749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9" name="Group 179"/>
          <p:cNvGrpSpPr/>
          <p:nvPr/>
        </p:nvGrpSpPr>
        <p:grpSpPr>
          <a:xfrm>
            <a:off x="3311469" y="8047823"/>
            <a:ext cx="4542818" cy="776795"/>
            <a:chOff x="0" y="0"/>
            <a:chExt cx="6057090" cy="1035726"/>
          </a:xfrm>
        </p:grpSpPr>
        <p:grpSp>
          <p:nvGrpSpPr>
            <p:cNvPr id="180" name="Group 180"/>
            <p:cNvGrpSpPr/>
            <p:nvPr/>
          </p:nvGrpSpPr>
          <p:grpSpPr>
            <a:xfrm>
              <a:off x="0" y="0"/>
              <a:ext cx="2445244" cy="1035726"/>
              <a:chOff x="0" y="0"/>
              <a:chExt cx="4101730" cy="173736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" name="TextBox 182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(Join)</a:t>
                </a:r>
              </a:p>
            </p:txBody>
          </p:sp>
        </p:grpSp>
        <p:grpSp>
          <p:nvGrpSpPr>
            <p:cNvPr id="183" name="Group 183"/>
            <p:cNvGrpSpPr/>
            <p:nvPr/>
          </p:nvGrpSpPr>
          <p:grpSpPr>
            <a:xfrm>
              <a:off x="2198409" y="0"/>
              <a:ext cx="1413437" cy="1035726"/>
              <a:chOff x="0" y="0"/>
              <a:chExt cx="2370945" cy="1737360"/>
            </a:xfrm>
          </p:grpSpPr>
          <p:sp>
            <p:nvSpPr>
              <p:cNvPr id="184" name="Freeform 184"/>
              <p:cNvSpPr/>
              <p:nvPr/>
            </p:nvSpPr>
            <p:spPr>
              <a:xfrm>
                <a:off x="0" y="0"/>
                <a:ext cx="2370945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2370945" h="1737360">
                    <a:moveTo>
                      <a:pt x="0" y="0"/>
                    </a:moveTo>
                    <a:lnTo>
                      <a:pt x="2370945" y="0"/>
                    </a:lnTo>
                    <a:lnTo>
                      <a:pt x="2370945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709904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" name="TextBox 185"/>
              <p:cNvSpPr txBox="1"/>
              <p:nvPr/>
            </p:nvSpPr>
            <p:spPr>
              <a:xfrm>
                <a:off x="0" y="9525"/>
                <a:ext cx="2370945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53"/>
                  </a:lnSpc>
                </a:pPr>
                <a:r>
                  <a:rPr lang="en-US" sz="23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or</a:t>
                </a:r>
              </a:p>
            </p:txBody>
          </p:sp>
        </p:grpSp>
        <p:grpSp>
          <p:nvGrpSpPr>
            <p:cNvPr id="186" name="Group 186"/>
            <p:cNvGrpSpPr/>
            <p:nvPr/>
          </p:nvGrpSpPr>
          <p:grpSpPr>
            <a:xfrm>
              <a:off x="3611847" y="0"/>
              <a:ext cx="2445244" cy="1035726"/>
              <a:chOff x="0" y="0"/>
              <a:chExt cx="4101730" cy="1737360"/>
            </a:xfrm>
          </p:grpSpPr>
          <p:sp>
            <p:nvSpPr>
              <p:cNvPr id="187" name="Freeform 187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TextBox 188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(Leave)</a:t>
                </a:r>
              </a:p>
            </p:txBody>
          </p:sp>
        </p:grpSp>
      </p:grpSp>
      <p:grpSp>
        <p:nvGrpSpPr>
          <p:cNvPr id="189" name="Group 189"/>
          <p:cNvGrpSpPr/>
          <p:nvPr/>
        </p:nvGrpSpPr>
        <p:grpSpPr>
          <a:xfrm>
            <a:off x="13521346" y="1339763"/>
            <a:ext cx="4123129" cy="8158320"/>
            <a:chOff x="0" y="0"/>
            <a:chExt cx="5497506" cy="10877759"/>
          </a:xfrm>
        </p:grpSpPr>
        <p:grpSp>
          <p:nvGrpSpPr>
            <p:cNvPr id="190" name="Group 190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1" name="Freeform 19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Freeform 19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" name="Freeform 19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Freeform 19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Freeform 19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Freeform 19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" name="Freeform 19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Freeform 19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" name="Freeform 19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0" name="Group 200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01" name="Freeform 201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3145" y="0"/>
                    </a:moveTo>
                    <a:lnTo>
                      <a:pt x="1063122" y="0"/>
                    </a:lnTo>
                    <a:cubicBezTo>
                      <a:pt x="1063957" y="0"/>
                      <a:pt x="1064757" y="331"/>
                      <a:pt x="1065347" y="921"/>
                    </a:cubicBezTo>
                    <a:cubicBezTo>
                      <a:pt x="1065936" y="1511"/>
                      <a:pt x="1066268" y="2311"/>
                      <a:pt x="1066268" y="3145"/>
                    </a:cubicBezTo>
                    <a:lnTo>
                      <a:pt x="1066268" y="2204233"/>
                    </a:lnTo>
                    <a:cubicBezTo>
                      <a:pt x="1066268" y="2205970"/>
                      <a:pt x="1064860" y="2207378"/>
                      <a:pt x="1063122" y="2207378"/>
                    </a:cubicBezTo>
                    <a:lnTo>
                      <a:pt x="3145" y="2207378"/>
                    </a:lnTo>
                    <a:cubicBezTo>
                      <a:pt x="2311" y="2207378"/>
                      <a:pt x="1511" y="2207047"/>
                      <a:pt x="921" y="2206457"/>
                    </a:cubicBezTo>
                    <a:cubicBezTo>
                      <a:pt x="331" y="2205867"/>
                      <a:pt x="0" y="2205067"/>
                      <a:pt x="0" y="2204233"/>
                    </a:cubicBezTo>
                    <a:lnTo>
                      <a:pt x="0" y="3145"/>
                    </a:lnTo>
                    <a:cubicBezTo>
                      <a:pt x="0" y="1408"/>
                      <a:pt x="1408" y="0"/>
                      <a:pt x="3145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TextBox 202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203" name="Freeform 203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4" name="Group 204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205" name="Freeform 20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TextBox 20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207" name="Freeform 207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8" name="Group 208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209" name="Freeform 209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4204" y="0"/>
                    </a:moveTo>
                    <a:lnTo>
                      <a:pt x="793558" y="0"/>
                    </a:lnTo>
                    <a:cubicBezTo>
                      <a:pt x="795880" y="0"/>
                      <a:pt x="797762" y="1882"/>
                      <a:pt x="797762" y="4204"/>
                    </a:cubicBezTo>
                    <a:lnTo>
                      <a:pt x="797762" y="160999"/>
                    </a:lnTo>
                    <a:cubicBezTo>
                      <a:pt x="797762" y="163321"/>
                      <a:pt x="795880" y="165203"/>
                      <a:pt x="793558" y="165203"/>
                    </a:cubicBezTo>
                    <a:lnTo>
                      <a:pt x="4204" y="165203"/>
                    </a:lnTo>
                    <a:cubicBezTo>
                      <a:pt x="1882" y="165203"/>
                      <a:pt x="0" y="163321"/>
                      <a:pt x="0" y="160999"/>
                    </a:cubicBezTo>
                    <a:lnTo>
                      <a:pt x="0" y="4204"/>
                    </a:lnTo>
                    <a:cubicBezTo>
                      <a:pt x="0" y="1882"/>
                      <a:pt x="1882" y="0"/>
                      <a:pt x="420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TextBox 210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11" name="Group 211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212" name="Freeform 212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3" name="TextBox 213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214" name="Group 214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215" name="Freeform 215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" name="TextBox 216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217" name="Freeform 217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8" name="Group 218"/>
            <p:cNvGrpSpPr/>
            <p:nvPr/>
          </p:nvGrpSpPr>
          <p:grpSpPr>
            <a:xfrm>
              <a:off x="893722" y="4065754"/>
              <a:ext cx="4201659" cy="320401"/>
              <a:chOff x="0" y="0"/>
              <a:chExt cx="9254165" cy="705685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9254165" cy="705685"/>
              </a:xfrm>
              <a:custGeom>
                <a:avLst/>
                <a:gdLst/>
                <a:ahLst/>
                <a:cxnLst/>
                <a:rect l="l" t="t" r="r" b="b"/>
                <a:pathLst>
                  <a:path w="9254165" h="705685">
                    <a:moveTo>
                      <a:pt x="0" y="0"/>
                    </a:moveTo>
                    <a:lnTo>
                      <a:pt x="9254165" y="0"/>
                    </a:lnTo>
                    <a:lnTo>
                      <a:pt x="9254165" y="705685"/>
                    </a:lnTo>
                    <a:lnTo>
                      <a:pt x="0" y="705685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07110" r="-107500" b="-55330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TextBox 220"/>
              <p:cNvSpPr txBox="1"/>
              <p:nvPr/>
            </p:nvSpPr>
            <p:spPr>
              <a:xfrm>
                <a:off x="0" y="0"/>
                <a:ext cx="9254165" cy="705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You can only opt-in or opt-out of current boards.</a:t>
                </a:r>
              </a:p>
              <a:p>
                <a:pPr algn="l">
                  <a:lnSpc>
                    <a:spcPts val="533"/>
                  </a:lnSpc>
                </a:pPr>
                <a:endPara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Choose board(s). </a:t>
                </a:r>
              </a:p>
            </p:txBody>
          </p:sp>
        </p:grpSp>
        <p:grpSp>
          <p:nvGrpSpPr>
            <p:cNvPr id="221" name="Group 221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222" name="Freeform 22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" name="TextBox 22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24" name="Group 224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225" name="Freeform 22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" name="TextBox 22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CRAMMING</a:t>
                </a:r>
              </a:p>
            </p:txBody>
          </p:sp>
        </p:grpSp>
        <p:grpSp>
          <p:nvGrpSpPr>
            <p:cNvPr id="227" name="Group 227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228" name="Freeform 22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TextBox 22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0" name="Group 230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231" name="Freeform 23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" name="TextBox 23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HIKE</a:t>
                </a:r>
              </a:p>
            </p:txBody>
          </p:sp>
        </p:grpSp>
        <p:grpSp>
          <p:nvGrpSpPr>
            <p:cNvPr id="233" name="Group 23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234" name="Freeform 23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" name="TextBox 23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6" name="Group 23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237" name="Freeform 23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" name="TextBox 23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COFFEE</a:t>
                </a:r>
              </a:p>
            </p:txBody>
          </p:sp>
        </p:grpSp>
        <p:grpSp>
          <p:nvGrpSpPr>
            <p:cNvPr id="239" name="Group 239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240" name="Freeform 24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" name="TextBox 24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2" name="Group 242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243" name="Freeform 243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TextBox 244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HAUNTED</a:t>
                </a:r>
              </a:p>
            </p:txBody>
          </p:sp>
        </p:grpSp>
        <p:grpSp>
          <p:nvGrpSpPr>
            <p:cNvPr id="245" name="Group 245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246" name="Freeform 246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" name="TextBox 247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8" name="Group 248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249" name="Freeform 249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" name="TextBox 250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GAME TIME</a:t>
                </a:r>
              </a:p>
            </p:txBody>
          </p:sp>
        </p:grpSp>
        <p:grpSp>
          <p:nvGrpSpPr>
            <p:cNvPr id="251" name="Group 251"/>
            <p:cNvGrpSpPr/>
            <p:nvPr/>
          </p:nvGrpSpPr>
          <p:grpSpPr>
            <a:xfrm>
              <a:off x="914865" y="6660447"/>
              <a:ext cx="3621976" cy="339911"/>
              <a:chOff x="0" y="0"/>
              <a:chExt cx="903586" cy="84799"/>
            </a:xfrm>
          </p:grpSpPr>
          <p:sp>
            <p:nvSpPr>
              <p:cNvPr id="252" name="Freeform 25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" name="TextBox 25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54" name="Group 254"/>
            <p:cNvGrpSpPr/>
            <p:nvPr/>
          </p:nvGrpSpPr>
          <p:grpSpPr>
            <a:xfrm>
              <a:off x="1638525" y="6660447"/>
              <a:ext cx="1448645" cy="339911"/>
              <a:chOff x="0" y="0"/>
              <a:chExt cx="2786659" cy="653864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LITTLE WINS</a:t>
                </a:r>
              </a:p>
            </p:txBody>
          </p:sp>
        </p:grpSp>
        <p:sp>
          <p:nvSpPr>
            <p:cNvPr id="257" name="Freeform 257"/>
            <p:cNvSpPr/>
            <p:nvPr/>
          </p:nvSpPr>
          <p:spPr>
            <a:xfrm>
              <a:off x="1153331" y="4730680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8"/>
            <p:cNvSpPr/>
            <p:nvPr/>
          </p:nvSpPr>
          <p:spPr>
            <a:xfrm>
              <a:off x="1188521" y="4766542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259"/>
            <p:cNvSpPr txBox="1"/>
            <p:nvPr/>
          </p:nvSpPr>
          <p:spPr>
            <a:xfrm>
              <a:off x="1174398" y="4740128"/>
              <a:ext cx="137216" cy="57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60" name="Freeform 260"/>
            <p:cNvSpPr/>
            <p:nvPr/>
          </p:nvSpPr>
          <p:spPr>
            <a:xfrm rot="-3394830" flipV="1">
              <a:off x="1164086" y="4802808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1"/>
            <p:cNvSpPr/>
            <p:nvPr/>
          </p:nvSpPr>
          <p:spPr>
            <a:xfrm rot="-6716943">
              <a:off x="1295118" y="4803152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3"/>
                  </a:lnTo>
                  <a:lnTo>
                    <a:pt x="0" y="7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2"/>
            <p:cNvSpPr/>
            <p:nvPr/>
          </p:nvSpPr>
          <p:spPr>
            <a:xfrm rot="2699999">
              <a:off x="1184857" y="4783847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1215914" y="4879126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64" name="Freeform 264"/>
            <p:cNvSpPr/>
            <p:nvPr/>
          </p:nvSpPr>
          <p:spPr>
            <a:xfrm rot="2699999">
              <a:off x="1198325" y="4825213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5"/>
            <p:cNvSpPr/>
            <p:nvPr/>
          </p:nvSpPr>
          <p:spPr>
            <a:xfrm>
              <a:off x="1223662" y="4785431"/>
              <a:ext cx="38688" cy="37914"/>
            </a:xfrm>
            <a:custGeom>
              <a:avLst/>
              <a:gdLst/>
              <a:ahLst/>
              <a:cxnLst/>
              <a:rect l="l" t="t" r="r" b="b"/>
              <a:pathLst>
                <a:path w="38688" h="37914">
                  <a:moveTo>
                    <a:pt x="0" y="0"/>
                  </a:moveTo>
                  <a:lnTo>
                    <a:pt x="38688" y="0"/>
                  </a:lnTo>
                  <a:lnTo>
                    <a:pt x="38688" y="37914"/>
                  </a:lnTo>
                  <a:lnTo>
                    <a:pt x="0" y="37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1200981" y="4849525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67" name="TextBox 267"/>
            <p:cNvSpPr txBox="1"/>
            <p:nvPr/>
          </p:nvSpPr>
          <p:spPr>
            <a:xfrm>
              <a:off x="116488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68" name="TextBox 268"/>
            <p:cNvSpPr txBox="1"/>
            <p:nvPr/>
          </p:nvSpPr>
          <p:spPr>
            <a:xfrm>
              <a:off x="127737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69" name="Freeform 269"/>
            <p:cNvSpPr/>
            <p:nvPr/>
          </p:nvSpPr>
          <p:spPr>
            <a:xfrm>
              <a:off x="1153331" y="5134653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70"/>
            <p:cNvSpPr/>
            <p:nvPr/>
          </p:nvSpPr>
          <p:spPr>
            <a:xfrm>
              <a:off x="1188521" y="5170515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TextBox 271"/>
            <p:cNvSpPr txBox="1"/>
            <p:nvPr/>
          </p:nvSpPr>
          <p:spPr>
            <a:xfrm>
              <a:off x="1211570" y="5144102"/>
              <a:ext cx="62872" cy="33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272" name="Freeform 272"/>
            <p:cNvSpPr/>
            <p:nvPr/>
          </p:nvSpPr>
          <p:spPr>
            <a:xfrm rot="-3394830" flipV="1">
              <a:off x="1164086" y="5206781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3"/>
            <p:cNvSpPr/>
            <p:nvPr/>
          </p:nvSpPr>
          <p:spPr>
            <a:xfrm rot="-6716943">
              <a:off x="1295118" y="5207126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2"/>
                  </a:lnTo>
                  <a:lnTo>
                    <a:pt x="0" y="7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4"/>
            <p:cNvSpPr/>
            <p:nvPr/>
          </p:nvSpPr>
          <p:spPr>
            <a:xfrm rot="2699999">
              <a:off x="1184857" y="5187820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1215914" y="5283099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76" name="Freeform 276"/>
            <p:cNvSpPr/>
            <p:nvPr/>
          </p:nvSpPr>
          <p:spPr>
            <a:xfrm rot="2699999">
              <a:off x="1198325" y="5229186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TextBox 277"/>
            <p:cNvSpPr txBox="1"/>
            <p:nvPr/>
          </p:nvSpPr>
          <p:spPr>
            <a:xfrm>
              <a:off x="1200981" y="5253499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78" name="TextBox 278"/>
            <p:cNvSpPr txBox="1"/>
            <p:nvPr/>
          </p:nvSpPr>
          <p:spPr>
            <a:xfrm>
              <a:off x="116488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127737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80" name="Freeform 280"/>
            <p:cNvSpPr/>
            <p:nvPr/>
          </p:nvSpPr>
          <p:spPr>
            <a:xfrm>
              <a:off x="1213258" y="5193117"/>
              <a:ext cx="54988" cy="33818"/>
            </a:xfrm>
            <a:custGeom>
              <a:avLst/>
              <a:gdLst/>
              <a:ahLst/>
              <a:cxnLst/>
              <a:rect l="l" t="t" r="r" b="b"/>
              <a:pathLst>
                <a:path w="54988" h="33818">
                  <a:moveTo>
                    <a:pt x="0" y="0"/>
                  </a:moveTo>
                  <a:lnTo>
                    <a:pt x="54989" y="0"/>
                  </a:lnTo>
                  <a:lnTo>
                    <a:pt x="54989" y="33818"/>
                  </a:lnTo>
                  <a:lnTo>
                    <a:pt x="0" y="33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1"/>
            <p:cNvSpPr/>
            <p:nvPr/>
          </p:nvSpPr>
          <p:spPr>
            <a:xfrm>
              <a:off x="1156704" y="5530589"/>
              <a:ext cx="173956" cy="173956"/>
            </a:xfrm>
            <a:custGeom>
              <a:avLst/>
              <a:gdLst/>
              <a:ahLst/>
              <a:cxnLst/>
              <a:rect l="l" t="t" r="r" b="b"/>
              <a:pathLst>
                <a:path w="173956" h="173956">
                  <a:moveTo>
                    <a:pt x="0" y="0"/>
                  </a:moveTo>
                  <a:lnTo>
                    <a:pt x="173956" y="0"/>
                  </a:lnTo>
                  <a:lnTo>
                    <a:pt x="173956" y="173956"/>
                  </a:lnTo>
                  <a:lnTo>
                    <a:pt x="0" y="173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2"/>
            <p:cNvSpPr/>
            <p:nvPr/>
          </p:nvSpPr>
          <p:spPr>
            <a:xfrm>
              <a:off x="1191716" y="5566270"/>
              <a:ext cx="108417" cy="58003"/>
            </a:xfrm>
            <a:custGeom>
              <a:avLst/>
              <a:gdLst/>
              <a:ahLst/>
              <a:cxnLst/>
              <a:rect l="l" t="t" r="r" b="b"/>
              <a:pathLst>
                <a:path w="108417" h="58003">
                  <a:moveTo>
                    <a:pt x="0" y="0"/>
                  </a:moveTo>
                  <a:lnTo>
                    <a:pt x="108416" y="0"/>
                  </a:lnTo>
                  <a:lnTo>
                    <a:pt x="108416" y="58003"/>
                  </a:lnTo>
                  <a:lnTo>
                    <a:pt x="0" y="58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TextBox 283"/>
            <p:cNvSpPr txBox="1"/>
            <p:nvPr/>
          </p:nvSpPr>
          <p:spPr>
            <a:xfrm>
              <a:off x="1197028" y="5539990"/>
              <a:ext cx="97792" cy="40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8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84" name="Freeform 284"/>
            <p:cNvSpPr/>
            <p:nvPr/>
          </p:nvSpPr>
          <p:spPr>
            <a:xfrm rot="-3394830" flipV="1">
              <a:off x="1167404" y="5602351"/>
              <a:ext cx="26817" cy="8429"/>
            </a:xfrm>
            <a:custGeom>
              <a:avLst/>
              <a:gdLst/>
              <a:ahLst/>
              <a:cxnLst/>
              <a:rect l="l" t="t" r="r" b="b"/>
              <a:pathLst>
                <a:path w="26817" h="8429">
                  <a:moveTo>
                    <a:pt x="0" y="8430"/>
                  </a:moveTo>
                  <a:lnTo>
                    <a:pt x="26817" y="8430"/>
                  </a:lnTo>
                  <a:lnTo>
                    <a:pt x="26817" y="0"/>
                  </a:lnTo>
                  <a:lnTo>
                    <a:pt x="0" y="0"/>
                  </a:lnTo>
                  <a:lnTo>
                    <a:pt x="0" y="84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5"/>
            <p:cNvSpPr/>
            <p:nvPr/>
          </p:nvSpPr>
          <p:spPr>
            <a:xfrm rot="-6716943">
              <a:off x="1297772" y="5602694"/>
              <a:ext cx="24634" cy="7743"/>
            </a:xfrm>
            <a:custGeom>
              <a:avLst/>
              <a:gdLst/>
              <a:ahLst/>
              <a:cxnLst/>
              <a:rect l="l" t="t" r="r" b="b"/>
              <a:pathLst>
                <a:path w="24634" h="7743">
                  <a:moveTo>
                    <a:pt x="0" y="0"/>
                  </a:moveTo>
                  <a:lnTo>
                    <a:pt x="24634" y="0"/>
                  </a:lnTo>
                  <a:lnTo>
                    <a:pt x="24634" y="7744"/>
                  </a:lnTo>
                  <a:lnTo>
                    <a:pt x="0" y="77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6"/>
            <p:cNvSpPr/>
            <p:nvPr/>
          </p:nvSpPr>
          <p:spPr>
            <a:xfrm rot="2699999">
              <a:off x="1188070" y="5583487"/>
              <a:ext cx="112539" cy="112539"/>
            </a:xfrm>
            <a:custGeom>
              <a:avLst/>
              <a:gdLst/>
              <a:ahLst/>
              <a:cxnLst/>
              <a:rect l="l" t="t" r="r" b="b"/>
              <a:pathLst>
                <a:path w="112539" h="112539">
                  <a:moveTo>
                    <a:pt x="0" y="0"/>
                  </a:moveTo>
                  <a:lnTo>
                    <a:pt x="112538" y="0"/>
                  </a:lnTo>
                  <a:lnTo>
                    <a:pt x="112538" y="112538"/>
                  </a:lnTo>
                  <a:lnTo>
                    <a:pt x="0" y="112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TextBox 287"/>
            <p:cNvSpPr txBox="1"/>
            <p:nvPr/>
          </p:nvSpPr>
          <p:spPr>
            <a:xfrm>
              <a:off x="1218970" y="5678282"/>
              <a:ext cx="49424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88" name="Freeform 288"/>
            <p:cNvSpPr/>
            <p:nvPr/>
          </p:nvSpPr>
          <p:spPr>
            <a:xfrm rot="2699999">
              <a:off x="1201470" y="5624643"/>
              <a:ext cx="84424" cy="84424"/>
            </a:xfrm>
            <a:custGeom>
              <a:avLst/>
              <a:gdLst/>
              <a:ahLst/>
              <a:cxnLst/>
              <a:rect l="l" t="t" r="r" b="b"/>
              <a:pathLst>
                <a:path w="84424" h="84424">
                  <a:moveTo>
                    <a:pt x="0" y="0"/>
                  </a:moveTo>
                  <a:lnTo>
                    <a:pt x="84424" y="0"/>
                  </a:lnTo>
                  <a:lnTo>
                    <a:pt x="84424" y="84425"/>
                  </a:lnTo>
                  <a:lnTo>
                    <a:pt x="0" y="84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TextBox 289"/>
            <p:cNvSpPr txBox="1"/>
            <p:nvPr/>
          </p:nvSpPr>
          <p:spPr>
            <a:xfrm>
              <a:off x="1204112" y="5648832"/>
              <a:ext cx="80454" cy="139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90" name="TextBox 290"/>
            <p:cNvSpPr txBox="1"/>
            <p:nvPr/>
          </p:nvSpPr>
          <p:spPr>
            <a:xfrm>
              <a:off x="1168203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91" name="TextBox 291"/>
            <p:cNvSpPr txBox="1"/>
            <p:nvPr/>
          </p:nvSpPr>
          <p:spPr>
            <a:xfrm>
              <a:off x="1280122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92" name="Freeform 292"/>
            <p:cNvSpPr/>
            <p:nvPr/>
          </p:nvSpPr>
          <p:spPr>
            <a:xfrm>
              <a:off x="1227550" y="5591908"/>
              <a:ext cx="32264" cy="36663"/>
            </a:xfrm>
            <a:custGeom>
              <a:avLst/>
              <a:gdLst/>
              <a:ahLst/>
              <a:cxnLst/>
              <a:rect l="l" t="t" r="r" b="b"/>
              <a:pathLst>
                <a:path w="32264" h="36663">
                  <a:moveTo>
                    <a:pt x="0" y="0"/>
                  </a:moveTo>
                  <a:lnTo>
                    <a:pt x="32264" y="0"/>
                  </a:lnTo>
                  <a:lnTo>
                    <a:pt x="32264" y="36663"/>
                  </a:lnTo>
                  <a:lnTo>
                    <a:pt x="0" y="36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3"/>
            <p:cNvSpPr/>
            <p:nvPr/>
          </p:nvSpPr>
          <p:spPr>
            <a:xfrm>
              <a:off x="1159190" y="5934657"/>
              <a:ext cx="168984" cy="168984"/>
            </a:xfrm>
            <a:custGeom>
              <a:avLst/>
              <a:gdLst/>
              <a:ahLst/>
              <a:cxnLst/>
              <a:rect l="l" t="t" r="r" b="b"/>
              <a:pathLst>
                <a:path w="168984" h="168984">
                  <a:moveTo>
                    <a:pt x="0" y="0"/>
                  </a:moveTo>
                  <a:lnTo>
                    <a:pt x="168984" y="0"/>
                  </a:lnTo>
                  <a:lnTo>
                    <a:pt x="168984" y="168983"/>
                  </a:lnTo>
                  <a:lnTo>
                    <a:pt x="0" y="168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4"/>
            <p:cNvSpPr/>
            <p:nvPr/>
          </p:nvSpPr>
          <p:spPr>
            <a:xfrm>
              <a:off x="1193201" y="5969317"/>
              <a:ext cx="105318" cy="56345"/>
            </a:xfrm>
            <a:custGeom>
              <a:avLst/>
              <a:gdLst/>
              <a:ahLst/>
              <a:cxnLst/>
              <a:rect l="l" t="t" r="r" b="b"/>
              <a:pathLst>
                <a:path w="105318" h="56345">
                  <a:moveTo>
                    <a:pt x="0" y="0"/>
                  </a:moveTo>
                  <a:lnTo>
                    <a:pt x="105318" y="0"/>
                  </a:lnTo>
                  <a:lnTo>
                    <a:pt x="105318" y="56345"/>
                  </a:lnTo>
                  <a:lnTo>
                    <a:pt x="0" y="56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5"/>
            <p:cNvSpPr/>
            <p:nvPr/>
          </p:nvSpPr>
          <p:spPr>
            <a:xfrm>
              <a:off x="1223693" y="5983576"/>
              <a:ext cx="46849" cy="50922"/>
            </a:xfrm>
            <a:custGeom>
              <a:avLst/>
              <a:gdLst/>
              <a:ahLst/>
              <a:cxnLst/>
              <a:rect l="l" t="t" r="r" b="b"/>
              <a:pathLst>
                <a:path w="46849" h="50922">
                  <a:moveTo>
                    <a:pt x="0" y="0"/>
                  </a:moveTo>
                  <a:lnTo>
                    <a:pt x="46849" y="0"/>
                  </a:lnTo>
                  <a:lnTo>
                    <a:pt x="46849" y="50922"/>
                  </a:lnTo>
                  <a:lnTo>
                    <a:pt x="0" y="50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TextBox 296"/>
            <p:cNvSpPr txBox="1"/>
            <p:nvPr/>
          </p:nvSpPr>
          <p:spPr>
            <a:xfrm>
              <a:off x="1186893" y="5943789"/>
              <a:ext cx="117934" cy="475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"/>
                </a:lnSpc>
                <a:spcBef>
                  <a:spcPct val="0"/>
                </a:spcBef>
              </a:pPr>
              <a:r>
                <a:rPr lang="en-US" sz="134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297" name="Freeform 297"/>
            <p:cNvSpPr/>
            <p:nvPr/>
          </p:nvSpPr>
          <p:spPr>
            <a:xfrm rot="-3394830" flipV="1">
              <a:off x="1169873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10700"/>
                  </a:moveTo>
                  <a:lnTo>
                    <a:pt x="34040" y="10700"/>
                  </a:lnTo>
                  <a:lnTo>
                    <a:pt x="34040" y="0"/>
                  </a:lnTo>
                  <a:lnTo>
                    <a:pt x="0" y="0"/>
                  </a:lnTo>
                  <a:lnTo>
                    <a:pt x="0" y="107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8"/>
            <p:cNvSpPr/>
            <p:nvPr/>
          </p:nvSpPr>
          <p:spPr>
            <a:xfrm rot="-6716943">
              <a:off x="1287806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0"/>
                  </a:moveTo>
                  <a:lnTo>
                    <a:pt x="34041" y="0"/>
                  </a:lnTo>
                  <a:lnTo>
                    <a:pt x="34041" y="10700"/>
                  </a:lnTo>
                  <a:lnTo>
                    <a:pt x="0" y="10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9"/>
            <p:cNvSpPr/>
            <p:nvPr/>
          </p:nvSpPr>
          <p:spPr>
            <a:xfrm rot="2699999">
              <a:off x="1189659" y="5988172"/>
              <a:ext cx="109322" cy="109322"/>
            </a:xfrm>
            <a:custGeom>
              <a:avLst/>
              <a:gdLst/>
              <a:ahLst/>
              <a:cxnLst/>
              <a:rect l="l" t="t" r="r" b="b"/>
              <a:pathLst>
                <a:path w="109322" h="109322">
                  <a:moveTo>
                    <a:pt x="0" y="0"/>
                  </a:moveTo>
                  <a:lnTo>
                    <a:pt x="109322" y="0"/>
                  </a:lnTo>
                  <a:lnTo>
                    <a:pt x="109322" y="109322"/>
                  </a:lnTo>
                  <a:lnTo>
                    <a:pt x="0" y="1093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TextBox 300"/>
            <p:cNvSpPr txBox="1"/>
            <p:nvPr/>
          </p:nvSpPr>
          <p:spPr>
            <a:xfrm>
              <a:off x="1219676" y="6078128"/>
              <a:ext cx="4801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01" name="Freeform 301"/>
            <p:cNvSpPr/>
            <p:nvPr/>
          </p:nvSpPr>
          <p:spPr>
            <a:xfrm rot="2699999">
              <a:off x="1202676" y="6026022"/>
              <a:ext cx="82011" cy="82011"/>
            </a:xfrm>
            <a:custGeom>
              <a:avLst/>
              <a:gdLst/>
              <a:ahLst/>
              <a:cxnLst/>
              <a:rect l="l" t="t" r="r" b="b"/>
              <a:pathLst>
                <a:path w="82011" h="82011">
                  <a:moveTo>
                    <a:pt x="0" y="0"/>
                  </a:moveTo>
                  <a:lnTo>
                    <a:pt x="82012" y="0"/>
                  </a:lnTo>
                  <a:lnTo>
                    <a:pt x="82012" y="82011"/>
                  </a:lnTo>
                  <a:lnTo>
                    <a:pt x="0" y="820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TextBox 302"/>
            <p:cNvSpPr txBox="1"/>
            <p:nvPr/>
          </p:nvSpPr>
          <p:spPr>
            <a:xfrm>
              <a:off x="1205243" y="6049520"/>
              <a:ext cx="78154" cy="1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03" name="TextBox 303"/>
            <p:cNvSpPr txBox="1"/>
            <p:nvPr/>
          </p:nvSpPr>
          <p:spPr>
            <a:xfrm>
              <a:off x="117036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04" name="TextBox 304"/>
            <p:cNvSpPr txBox="1"/>
            <p:nvPr/>
          </p:nvSpPr>
          <p:spPr>
            <a:xfrm>
              <a:off x="127908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05" name="Freeform 305"/>
            <p:cNvSpPr/>
            <p:nvPr/>
          </p:nvSpPr>
          <p:spPr>
            <a:xfrm>
              <a:off x="1159190" y="6736647"/>
              <a:ext cx="184168" cy="184168"/>
            </a:xfrm>
            <a:custGeom>
              <a:avLst/>
              <a:gdLst/>
              <a:ahLst/>
              <a:cxnLst/>
              <a:rect l="l" t="t" r="r" b="b"/>
              <a:pathLst>
                <a:path w="184168" h="184168">
                  <a:moveTo>
                    <a:pt x="0" y="0"/>
                  </a:moveTo>
                  <a:lnTo>
                    <a:pt x="184168" y="0"/>
                  </a:lnTo>
                  <a:lnTo>
                    <a:pt x="184168" y="184168"/>
                  </a:lnTo>
                  <a:lnTo>
                    <a:pt x="0" y="184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6"/>
            <p:cNvSpPr/>
            <p:nvPr/>
          </p:nvSpPr>
          <p:spPr>
            <a:xfrm>
              <a:off x="1196257" y="6774423"/>
              <a:ext cx="114781" cy="61408"/>
            </a:xfrm>
            <a:custGeom>
              <a:avLst/>
              <a:gdLst/>
              <a:ahLst/>
              <a:cxnLst/>
              <a:rect l="l" t="t" r="r" b="b"/>
              <a:pathLst>
                <a:path w="114781" h="61408">
                  <a:moveTo>
                    <a:pt x="0" y="0"/>
                  </a:moveTo>
                  <a:lnTo>
                    <a:pt x="114781" y="0"/>
                  </a:lnTo>
                  <a:lnTo>
                    <a:pt x="114781" y="61408"/>
                  </a:lnTo>
                  <a:lnTo>
                    <a:pt x="0" y="614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TextBox 307"/>
            <p:cNvSpPr txBox="1"/>
            <p:nvPr/>
          </p:nvSpPr>
          <p:spPr>
            <a:xfrm>
              <a:off x="1178104" y="6746600"/>
              <a:ext cx="151087" cy="64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308" name="Freeform 308"/>
            <p:cNvSpPr/>
            <p:nvPr/>
          </p:nvSpPr>
          <p:spPr>
            <a:xfrm rot="2699999">
              <a:off x="1192397" y="6792650"/>
              <a:ext cx="119145" cy="119145"/>
            </a:xfrm>
            <a:custGeom>
              <a:avLst/>
              <a:gdLst/>
              <a:ahLst/>
              <a:cxnLst/>
              <a:rect l="l" t="t" r="r" b="b"/>
              <a:pathLst>
                <a:path w="119145" h="119145">
                  <a:moveTo>
                    <a:pt x="0" y="0"/>
                  </a:moveTo>
                  <a:lnTo>
                    <a:pt x="119146" y="0"/>
                  </a:lnTo>
                  <a:lnTo>
                    <a:pt x="119146" y="119145"/>
                  </a:lnTo>
                  <a:lnTo>
                    <a:pt x="0" y="119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TextBox 309"/>
            <p:cNvSpPr txBox="1"/>
            <p:nvPr/>
          </p:nvSpPr>
          <p:spPr>
            <a:xfrm>
              <a:off x="1225111" y="6893011"/>
              <a:ext cx="52325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10" name="Freeform 310"/>
            <p:cNvSpPr/>
            <p:nvPr/>
          </p:nvSpPr>
          <p:spPr>
            <a:xfrm rot="2699999">
              <a:off x="1206584" y="6836223"/>
              <a:ext cx="89381" cy="89381"/>
            </a:xfrm>
            <a:custGeom>
              <a:avLst/>
              <a:gdLst/>
              <a:ahLst/>
              <a:cxnLst/>
              <a:rect l="l" t="t" r="r" b="b"/>
              <a:pathLst>
                <a:path w="89381" h="89381">
                  <a:moveTo>
                    <a:pt x="0" y="0"/>
                  </a:moveTo>
                  <a:lnTo>
                    <a:pt x="89380" y="0"/>
                  </a:lnTo>
                  <a:lnTo>
                    <a:pt x="89380" y="89380"/>
                  </a:lnTo>
                  <a:lnTo>
                    <a:pt x="0" y="89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TextBox 311"/>
            <p:cNvSpPr txBox="1"/>
            <p:nvPr/>
          </p:nvSpPr>
          <p:spPr>
            <a:xfrm>
              <a:off x="1209381" y="6861832"/>
              <a:ext cx="85177" cy="14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1171364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13" name="TextBox 313"/>
            <p:cNvSpPr txBox="1"/>
            <p:nvPr/>
          </p:nvSpPr>
          <p:spPr>
            <a:xfrm>
              <a:off x="1289853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14" name="Freeform 314"/>
            <p:cNvSpPr/>
            <p:nvPr/>
          </p:nvSpPr>
          <p:spPr>
            <a:xfrm>
              <a:off x="1226084" y="6802595"/>
              <a:ext cx="50381" cy="37786"/>
            </a:xfrm>
            <a:custGeom>
              <a:avLst/>
              <a:gdLst/>
              <a:ahLst/>
              <a:cxnLst/>
              <a:rect l="l" t="t" r="r" b="b"/>
              <a:pathLst>
                <a:path w="50381" h="37786">
                  <a:moveTo>
                    <a:pt x="0" y="0"/>
                  </a:moveTo>
                  <a:lnTo>
                    <a:pt x="50381" y="0"/>
                  </a:lnTo>
                  <a:lnTo>
                    <a:pt x="50381" y="37786"/>
                  </a:lnTo>
                  <a:lnTo>
                    <a:pt x="0" y="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5"/>
            <p:cNvSpPr/>
            <p:nvPr/>
          </p:nvSpPr>
          <p:spPr>
            <a:xfrm rot="-4941124">
              <a:off x="1164691" y="6812193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0" y="0"/>
                  </a:moveTo>
                  <a:lnTo>
                    <a:pt x="28383" y="0"/>
                  </a:lnTo>
                  <a:lnTo>
                    <a:pt x="28383" y="18590"/>
                  </a:lnTo>
                  <a:lnTo>
                    <a:pt x="0" y="185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6"/>
            <p:cNvSpPr/>
            <p:nvPr/>
          </p:nvSpPr>
          <p:spPr>
            <a:xfrm rot="5120367" flipH="1">
              <a:off x="1308710" y="6811790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28382" y="0"/>
                  </a:moveTo>
                  <a:lnTo>
                    <a:pt x="0" y="0"/>
                  </a:lnTo>
                  <a:lnTo>
                    <a:pt x="0" y="18591"/>
                  </a:lnTo>
                  <a:lnTo>
                    <a:pt x="28382" y="18591"/>
                  </a:lnTo>
                  <a:lnTo>
                    <a:pt x="28382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7"/>
            <p:cNvSpPr/>
            <p:nvPr/>
          </p:nvSpPr>
          <p:spPr>
            <a:xfrm>
              <a:off x="1153331" y="6337437"/>
              <a:ext cx="180702" cy="180702"/>
            </a:xfrm>
            <a:custGeom>
              <a:avLst/>
              <a:gdLst/>
              <a:ahLst/>
              <a:cxnLst/>
              <a:rect l="l" t="t" r="r" b="b"/>
              <a:pathLst>
                <a:path w="180702" h="180702">
                  <a:moveTo>
                    <a:pt x="0" y="0"/>
                  </a:moveTo>
                  <a:lnTo>
                    <a:pt x="180702" y="0"/>
                  </a:lnTo>
                  <a:lnTo>
                    <a:pt x="180702" y="180702"/>
                  </a:lnTo>
                  <a:lnTo>
                    <a:pt x="0" y="1807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8"/>
            <p:cNvSpPr/>
            <p:nvPr/>
          </p:nvSpPr>
          <p:spPr>
            <a:xfrm>
              <a:off x="1189700" y="6374501"/>
              <a:ext cx="112621" cy="60252"/>
            </a:xfrm>
            <a:custGeom>
              <a:avLst/>
              <a:gdLst/>
              <a:ahLst/>
              <a:cxnLst/>
              <a:rect l="l" t="t" r="r" b="b"/>
              <a:pathLst>
                <a:path w="112621" h="60252">
                  <a:moveTo>
                    <a:pt x="0" y="0"/>
                  </a:moveTo>
                  <a:lnTo>
                    <a:pt x="112622" y="0"/>
                  </a:lnTo>
                  <a:lnTo>
                    <a:pt x="112622" y="60253"/>
                  </a:lnTo>
                  <a:lnTo>
                    <a:pt x="0" y="60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TextBox 319"/>
            <p:cNvSpPr txBox="1"/>
            <p:nvPr/>
          </p:nvSpPr>
          <p:spPr>
            <a:xfrm>
              <a:off x="1174530" y="6347202"/>
              <a:ext cx="142962" cy="59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"/>
                </a:lnSpc>
                <a:spcBef>
                  <a:spcPct val="0"/>
                </a:spcBef>
              </a:pPr>
              <a:r>
                <a:rPr lang="en-US" sz="143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320" name="Freeform 320"/>
            <p:cNvSpPr/>
            <p:nvPr/>
          </p:nvSpPr>
          <p:spPr>
            <a:xfrm rot="2699999">
              <a:off x="1185913" y="6392386"/>
              <a:ext cx="116903" cy="116903"/>
            </a:xfrm>
            <a:custGeom>
              <a:avLst/>
              <a:gdLst/>
              <a:ahLst/>
              <a:cxnLst/>
              <a:rect l="l" t="t" r="r" b="b"/>
              <a:pathLst>
                <a:path w="116903" h="116903">
                  <a:moveTo>
                    <a:pt x="0" y="0"/>
                  </a:moveTo>
                  <a:lnTo>
                    <a:pt x="116903" y="0"/>
                  </a:lnTo>
                  <a:lnTo>
                    <a:pt x="116903" y="116903"/>
                  </a:lnTo>
                  <a:lnTo>
                    <a:pt x="0" y="116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TextBox 321"/>
            <p:cNvSpPr txBox="1"/>
            <p:nvPr/>
          </p:nvSpPr>
          <p:spPr>
            <a:xfrm>
              <a:off x="1218012" y="6490858"/>
              <a:ext cx="51341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22" name="Freeform 322"/>
            <p:cNvSpPr/>
            <p:nvPr/>
          </p:nvSpPr>
          <p:spPr>
            <a:xfrm rot="2699999">
              <a:off x="1199833" y="6435138"/>
              <a:ext cx="87699" cy="87699"/>
            </a:xfrm>
            <a:custGeom>
              <a:avLst/>
              <a:gdLst/>
              <a:ahLst/>
              <a:cxnLst/>
              <a:rect l="l" t="t" r="r" b="b"/>
              <a:pathLst>
                <a:path w="87699" h="87699">
                  <a:moveTo>
                    <a:pt x="0" y="0"/>
                  </a:moveTo>
                  <a:lnTo>
                    <a:pt x="87698" y="0"/>
                  </a:lnTo>
                  <a:lnTo>
                    <a:pt x="87698" y="87699"/>
                  </a:lnTo>
                  <a:lnTo>
                    <a:pt x="0" y="87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TextBox 323"/>
            <p:cNvSpPr txBox="1"/>
            <p:nvPr/>
          </p:nvSpPr>
          <p:spPr>
            <a:xfrm>
              <a:off x="1202578" y="6460265"/>
              <a:ext cx="83574" cy="145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24" name="TextBox 324"/>
            <p:cNvSpPr txBox="1"/>
            <p:nvPr/>
          </p:nvSpPr>
          <p:spPr>
            <a:xfrm>
              <a:off x="1165276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25" name="TextBox 325"/>
            <p:cNvSpPr txBox="1"/>
            <p:nvPr/>
          </p:nvSpPr>
          <p:spPr>
            <a:xfrm>
              <a:off x="1281535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26" name="Freeform 326"/>
            <p:cNvSpPr/>
            <p:nvPr/>
          </p:nvSpPr>
          <p:spPr>
            <a:xfrm rot="-4941124">
              <a:off x="1158729" y="6411561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0" y="0"/>
                  </a:moveTo>
                  <a:lnTo>
                    <a:pt x="27848" y="0"/>
                  </a:lnTo>
                  <a:lnTo>
                    <a:pt x="27848" y="18240"/>
                  </a:lnTo>
                  <a:lnTo>
                    <a:pt x="0" y="18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7"/>
            <p:cNvSpPr/>
            <p:nvPr/>
          </p:nvSpPr>
          <p:spPr>
            <a:xfrm rot="5120367" flipH="1">
              <a:off x="1300037" y="6411166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27848" y="0"/>
                  </a:moveTo>
                  <a:lnTo>
                    <a:pt x="0" y="0"/>
                  </a:lnTo>
                  <a:lnTo>
                    <a:pt x="0" y="18240"/>
                  </a:lnTo>
                  <a:lnTo>
                    <a:pt x="27848" y="18240"/>
                  </a:lnTo>
                  <a:lnTo>
                    <a:pt x="27848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8"/>
            <p:cNvSpPr/>
            <p:nvPr/>
          </p:nvSpPr>
          <p:spPr>
            <a:xfrm rot="-971120">
              <a:off x="1204101" y="6407310"/>
              <a:ext cx="18138" cy="16959"/>
            </a:xfrm>
            <a:custGeom>
              <a:avLst/>
              <a:gdLst/>
              <a:ahLst/>
              <a:cxnLst/>
              <a:rect l="l" t="t" r="r" b="b"/>
              <a:pathLst>
                <a:path w="18138" h="16959">
                  <a:moveTo>
                    <a:pt x="0" y="0"/>
                  </a:moveTo>
                  <a:lnTo>
                    <a:pt x="18138" y="0"/>
                  </a:lnTo>
                  <a:lnTo>
                    <a:pt x="18138" y="16959"/>
                  </a:lnTo>
                  <a:lnTo>
                    <a:pt x="0" y="169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9"/>
            <p:cNvSpPr/>
            <p:nvPr/>
          </p:nvSpPr>
          <p:spPr>
            <a:xfrm>
              <a:off x="1271021" y="6409690"/>
              <a:ext cx="18307" cy="18124"/>
            </a:xfrm>
            <a:custGeom>
              <a:avLst/>
              <a:gdLst/>
              <a:ahLst/>
              <a:cxnLst/>
              <a:rect l="l" t="t" r="r" b="b"/>
              <a:pathLst>
                <a:path w="18307" h="18124">
                  <a:moveTo>
                    <a:pt x="0" y="0"/>
                  </a:moveTo>
                  <a:lnTo>
                    <a:pt x="18307" y="0"/>
                  </a:lnTo>
                  <a:lnTo>
                    <a:pt x="18307" y="18124"/>
                  </a:lnTo>
                  <a:lnTo>
                    <a:pt x="0" y="18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30"/>
            <p:cNvSpPr/>
            <p:nvPr/>
          </p:nvSpPr>
          <p:spPr>
            <a:xfrm>
              <a:off x="1234528" y="6386245"/>
              <a:ext cx="18307" cy="18873"/>
            </a:xfrm>
            <a:custGeom>
              <a:avLst/>
              <a:gdLst/>
              <a:ahLst/>
              <a:cxnLst/>
              <a:rect l="l" t="t" r="r" b="b"/>
              <a:pathLst>
                <a:path w="18307" h="18873">
                  <a:moveTo>
                    <a:pt x="0" y="0"/>
                  </a:moveTo>
                  <a:lnTo>
                    <a:pt x="18308" y="0"/>
                  </a:lnTo>
                  <a:lnTo>
                    <a:pt x="18308" y="18873"/>
                  </a:lnTo>
                  <a:lnTo>
                    <a:pt x="0" y="18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1"/>
            <p:cNvSpPr/>
            <p:nvPr/>
          </p:nvSpPr>
          <p:spPr>
            <a:xfrm>
              <a:off x="1229325" y="6415789"/>
              <a:ext cx="36614" cy="27278"/>
            </a:xfrm>
            <a:custGeom>
              <a:avLst/>
              <a:gdLst/>
              <a:ahLst/>
              <a:cxnLst/>
              <a:rect l="l" t="t" r="r" b="b"/>
              <a:pathLst>
                <a:path w="36614" h="27278">
                  <a:moveTo>
                    <a:pt x="0" y="0"/>
                  </a:moveTo>
                  <a:lnTo>
                    <a:pt x="36614" y="0"/>
                  </a:lnTo>
                  <a:lnTo>
                    <a:pt x="36614" y="27278"/>
                  </a:lnTo>
                  <a:lnTo>
                    <a:pt x="0" y="27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oup 332"/>
            <p:cNvGrpSpPr/>
            <p:nvPr/>
          </p:nvGrpSpPr>
          <p:grpSpPr>
            <a:xfrm>
              <a:off x="893722" y="3631052"/>
              <a:ext cx="2193448" cy="434701"/>
              <a:chOff x="0" y="0"/>
              <a:chExt cx="4831074" cy="957431"/>
            </a:xfrm>
          </p:grpSpPr>
          <p:sp>
            <p:nvSpPr>
              <p:cNvPr id="333" name="Freeform 333"/>
              <p:cNvSpPr/>
              <p:nvPr/>
            </p:nvSpPr>
            <p:spPr>
              <a:xfrm>
                <a:off x="0" y="0"/>
                <a:ext cx="4831074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4831074" h="957431">
                    <a:moveTo>
                      <a:pt x="0" y="0"/>
                    </a:moveTo>
                    <a:lnTo>
                      <a:pt x="4831074" y="0"/>
                    </a:lnTo>
                    <a:lnTo>
                      <a:pt x="4831074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29747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TextBox 334"/>
              <p:cNvSpPr txBox="1"/>
              <p:nvPr/>
            </p:nvSpPr>
            <p:spPr>
              <a:xfrm>
                <a:off x="0" y="0"/>
                <a:ext cx="4831074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COMMUNITY BOARD</a:t>
                </a:r>
              </a:p>
            </p:txBody>
          </p:sp>
        </p:grpSp>
      </p:grpSp>
      <p:sp>
        <p:nvSpPr>
          <p:cNvPr id="335" name="TextBox 335"/>
          <p:cNvSpPr txBox="1"/>
          <p:nvPr/>
        </p:nvSpPr>
        <p:spPr>
          <a:xfrm>
            <a:off x="9020175" y="6506529"/>
            <a:ext cx="247650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0"/>
              </a:lnSpc>
              <a:spcBef>
                <a:spcPct val="0"/>
              </a:spcBef>
            </a:pPr>
            <a:r>
              <a:rPr lang="en-US" sz="19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👀</a:t>
            </a:r>
          </a:p>
        </p:txBody>
      </p:sp>
      <p:grpSp>
        <p:nvGrpSpPr>
          <p:cNvPr id="336" name="Group 336"/>
          <p:cNvGrpSpPr/>
          <p:nvPr/>
        </p:nvGrpSpPr>
        <p:grpSpPr>
          <a:xfrm>
            <a:off x="8478601" y="9506003"/>
            <a:ext cx="3532819" cy="580191"/>
            <a:chOff x="0" y="0"/>
            <a:chExt cx="5623571" cy="923552"/>
          </a:xfrm>
        </p:grpSpPr>
        <p:sp>
          <p:nvSpPr>
            <p:cNvPr id="337" name="Freeform 337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TextBox 338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Selects</a:t>
              </a:r>
            </a:p>
          </p:txBody>
        </p:sp>
      </p:grpSp>
      <p:grpSp>
        <p:nvGrpSpPr>
          <p:cNvPr id="339" name="Group 339"/>
          <p:cNvGrpSpPr/>
          <p:nvPr/>
        </p:nvGrpSpPr>
        <p:grpSpPr>
          <a:xfrm>
            <a:off x="13708117" y="9468114"/>
            <a:ext cx="3749587" cy="655967"/>
            <a:chOff x="0" y="0"/>
            <a:chExt cx="5968624" cy="1044174"/>
          </a:xfrm>
        </p:grpSpPr>
        <p:sp>
          <p:nvSpPr>
            <p:cNvPr id="340" name="Freeform 340"/>
            <p:cNvSpPr/>
            <p:nvPr/>
          </p:nvSpPr>
          <p:spPr>
            <a:xfrm>
              <a:off x="0" y="0"/>
              <a:ext cx="5968624" cy="1044174"/>
            </a:xfrm>
            <a:custGeom>
              <a:avLst/>
              <a:gdLst/>
              <a:ahLst/>
              <a:cxnLst/>
              <a:rect l="l" t="t" r="r" b="b"/>
              <a:pathLst>
                <a:path w="5968624" h="1044174">
                  <a:moveTo>
                    <a:pt x="0" y="0"/>
                  </a:moveTo>
                  <a:lnTo>
                    <a:pt x="5968624" y="0"/>
                  </a:lnTo>
                  <a:lnTo>
                    <a:pt x="5968624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21722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TextBox 341"/>
            <p:cNvSpPr txBox="1"/>
            <p:nvPr/>
          </p:nvSpPr>
          <p:spPr>
            <a:xfrm>
              <a:off x="0" y="0"/>
              <a:ext cx="5968624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Select Board(s)</a:t>
              </a:r>
            </a:p>
          </p:txBody>
        </p:sp>
      </p:grpSp>
      <p:grpSp>
        <p:nvGrpSpPr>
          <p:cNvPr id="342" name="Group 342"/>
          <p:cNvGrpSpPr/>
          <p:nvPr/>
        </p:nvGrpSpPr>
        <p:grpSpPr>
          <a:xfrm>
            <a:off x="12551754" y="9614995"/>
            <a:ext cx="724412" cy="362206"/>
            <a:chOff x="0" y="0"/>
            <a:chExt cx="812800" cy="406400"/>
          </a:xfrm>
        </p:grpSpPr>
        <p:sp>
          <p:nvSpPr>
            <p:cNvPr id="343" name="Freeform 34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TextBox 34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5" name="Group 345"/>
          <p:cNvGrpSpPr/>
          <p:nvPr/>
        </p:nvGrpSpPr>
        <p:grpSpPr>
          <a:xfrm>
            <a:off x="12551754" y="5207852"/>
            <a:ext cx="724412" cy="362206"/>
            <a:chOff x="0" y="0"/>
            <a:chExt cx="812800" cy="406400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8" name="Group 348"/>
          <p:cNvGrpSpPr/>
          <p:nvPr/>
        </p:nvGrpSpPr>
        <p:grpSpPr>
          <a:xfrm>
            <a:off x="10894551" y="5439889"/>
            <a:ext cx="195525" cy="136001"/>
            <a:chOff x="0" y="0"/>
            <a:chExt cx="748908" cy="520916"/>
          </a:xfrm>
        </p:grpSpPr>
        <p:sp>
          <p:nvSpPr>
            <p:cNvPr id="349" name="Freeform 349"/>
            <p:cNvSpPr/>
            <p:nvPr/>
          </p:nvSpPr>
          <p:spPr>
            <a:xfrm>
              <a:off x="0" y="0"/>
              <a:ext cx="748908" cy="520916"/>
            </a:xfrm>
            <a:custGeom>
              <a:avLst/>
              <a:gdLst/>
              <a:ahLst/>
              <a:cxnLst/>
              <a:rect l="l" t="t" r="r" b="b"/>
              <a:pathLst>
                <a:path w="748908" h="520916">
                  <a:moveTo>
                    <a:pt x="0" y="0"/>
                  </a:moveTo>
                  <a:lnTo>
                    <a:pt x="748908" y="0"/>
                  </a:lnTo>
                  <a:lnTo>
                    <a:pt x="748908" y="520916"/>
                  </a:lnTo>
                  <a:lnTo>
                    <a:pt x="0" y="5209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51512" r="-2464052" b="-7850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TextBox 350"/>
            <p:cNvSpPr txBox="1"/>
            <p:nvPr/>
          </p:nvSpPr>
          <p:spPr>
            <a:xfrm>
              <a:off x="0" y="0"/>
              <a:ext cx="748908" cy="5209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46"/>
                </a:lnSpc>
              </a:pPr>
              <a:r>
                <a:rPr lang="en-US" sz="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</a:t>
              </a:r>
            </a:p>
          </p:txBody>
        </p:sp>
      </p:grpSp>
      <p:grpSp>
        <p:nvGrpSpPr>
          <p:cNvPr id="351" name="Group 351"/>
          <p:cNvGrpSpPr/>
          <p:nvPr/>
        </p:nvGrpSpPr>
        <p:grpSpPr>
          <a:xfrm>
            <a:off x="16090183" y="5821496"/>
            <a:ext cx="584839" cy="102826"/>
            <a:chOff x="0" y="0"/>
            <a:chExt cx="779785" cy="137102"/>
          </a:xfrm>
        </p:grpSpPr>
        <p:grpSp>
          <p:nvGrpSpPr>
            <p:cNvPr id="352" name="Group 352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53" name="Freeform 353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TextBox 354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55" name="Group 355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56" name="Freeform 356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TextBox 357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58" name="Freeform 358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9" name="Group 359"/>
          <p:cNvGrpSpPr/>
          <p:nvPr/>
        </p:nvGrpSpPr>
        <p:grpSpPr>
          <a:xfrm>
            <a:off x="16090183" y="5518645"/>
            <a:ext cx="584839" cy="102826"/>
            <a:chOff x="0" y="0"/>
            <a:chExt cx="779785" cy="137102"/>
          </a:xfrm>
        </p:grpSpPr>
        <p:grpSp>
          <p:nvGrpSpPr>
            <p:cNvPr id="360" name="Group 360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1" name="Freeform 36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" name="TextBox 36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63" name="Group 363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64" name="Freeform 36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" name="TextBox 36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66" name="Freeform 366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7" name="Group 367"/>
          <p:cNvGrpSpPr/>
          <p:nvPr/>
        </p:nvGrpSpPr>
        <p:grpSpPr>
          <a:xfrm>
            <a:off x="16090183" y="5207852"/>
            <a:ext cx="584839" cy="102826"/>
            <a:chOff x="0" y="0"/>
            <a:chExt cx="779785" cy="137102"/>
          </a:xfrm>
        </p:grpSpPr>
        <p:grpSp>
          <p:nvGrpSpPr>
            <p:cNvPr id="368" name="Group 368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9" name="Freeform 369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" name="TextBox 370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71" name="Group 371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72" name="Freeform 372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" name="TextBox 373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74" name="Freeform 374"/>
            <p:cNvSpPr/>
            <p:nvPr/>
          </p:nvSpPr>
          <p:spPr>
            <a:xfrm>
              <a:off x="210942" y="34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5" name="Group 375"/>
          <p:cNvGrpSpPr/>
          <p:nvPr/>
        </p:nvGrpSpPr>
        <p:grpSpPr>
          <a:xfrm>
            <a:off x="16090183" y="4903010"/>
            <a:ext cx="584839" cy="102826"/>
            <a:chOff x="0" y="0"/>
            <a:chExt cx="779785" cy="137102"/>
          </a:xfrm>
        </p:grpSpPr>
        <p:sp>
          <p:nvSpPr>
            <p:cNvPr id="376" name="Freeform 376"/>
            <p:cNvSpPr/>
            <p:nvPr/>
          </p:nvSpPr>
          <p:spPr>
            <a:xfrm>
              <a:off x="252495" y="0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77" name="Group 377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78" name="Freeform 37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" name="TextBox 37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0" name="Group 380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1" name="Freeform 38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" name="TextBox 38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83" name="Group 383"/>
          <p:cNvGrpSpPr/>
          <p:nvPr/>
        </p:nvGrpSpPr>
        <p:grpSpPr>
          <a:xfrm>
            <a:off x="16090183" y="6427198"/>
            <a:ext cx="584839" cy="102826"/>
            <a:chOff x="0" y="0"/>
            <a:chExt cx="779785" cy="137102"/>
          </a:xfrm>
        </p:grpSpPr>
        <p:grpSp>
          <p:nvGrpSpPr>
            <p:cNvPr id="384" name="Group 384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85" name="Freeform 385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" name="TextBox 386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7" name="Group 387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8" name="Freeform 38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" name="TextBox 38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90" name="Freeform 390"/>
            <p:cNvSpPr/>
            <p:nvPr/>
          </p:nvSpPr>
          <p:spPr>
            <a:xfrm>
              <a:off x="238158" y="161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1" name="Group 391"/>
          <p:cNvGrpSpPr/>
          <p:nvPr/>
        </p:nvGrpSpPr>
        <p:grpSpPr>
          <a:xfrm>
            <a:off x="16090183" y="6124347"/>
            <a:ext cx="584839" cy="102826"/>
            <a:chOff x="0" y="0"/>
            <a:chExt cx="779785" cy="137102"/>
          </a:xfrm>
        </p:grpSpPr>
        <p:sp>
          <p:nvSpPr>
            <p:cNvPr id="392" name="Freeform 392"/>
            <p:cNvSpPr/>
            <p:nvPr/>
          </p:nvSpPr>
          <p:spPr>
            <a:xfrm>
              <a:off x="238158" y="0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93" name="Group 393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94" name="Freeform 39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" name="TextBox 39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96" name="Group 396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97" name="Freeform 397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" name="TextBox 398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99" name="Group 2">
            <a:extLst>
              <a:ext uri="{FF2B5EF4-FFF2-40B4-BE49-F238E27FC236}">
                <a16:creationId xmlns:a16="http://schemas.microsoft.com/office/drawing/2014/main" id="{740805D6-5C11-BEEB-A183-2ABF57E2F64D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00" name="Freeform 3">
              <a:extLst>
                <a:ext uri="{FF2B5EF4-FFF2-40B4-BE49-F238E27FC236}">
                  <a16:creationId xmlns:a16="http://schemas.microsoft.com/office/drawing/2014/main" id="{8B8D5E28-8FF8-9D2B-932F-CD8530AF6C46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TextBox 4">
              <a:extLst>
                <a:ext uri="{FF2B5EF4-FFF2-40B4-BE49-F238E27FC236}">
                  <a16:creationId xmlns:a16="http://schemas.microsoft.com/office/drawing/2014/main" id="{CF04B43A-0D4A-D296-C072-014A875096C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2" name="Group 5">
            <a:extLst>
              <a:ext uri="{FF2B5EF4-FFF2-40B4-BE49-F238E27FC236}">
                <a16:creationId xmlns:a16="http://schemas.microsoft.com/office/drawing/2014/main" id="{9FA46834-E211-3FA0-D237-81F45AA7B57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03" name="Freeform 6">
              <a:extLst>
                <a:ext uri="{FF2B5EF4-FFF2-40B4-BE49-F238E27FC236}">
                  <a16:creationId xmlns:a16="http://schemas.microsoft.com/office/drawing/2014/main" id="{E21EDB95-7B99-3F02-371C-A242C71EBED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TextBox 7">
              <a:extLst>
                <a:ext uri="{FF2B5EF4-FFF2-40B4-BE49-F238E27FC236}">
                  <a16:creationId xmlns:a16="http://schemas.microsoft.com/office/drawing/2014/main" id="{9C8D844B-B5AE-72DC-1D96-1A0ED004B0B3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05" name="Group 8">
            <a:extLst>
              <a:ext uri="{FF2B5EF4-FFF2-40B4-BE49-F238E27FC236}">
                <a16:creationId xmlns:a16="http://schemas.microsoft.com/office/drawing/2014/main" id="{128AD7B5-259A-8940-308C-620625FB6ABF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06" name="Freeform 9">
              <a:extLst>
                <a:ext uri="{FF2B5EF4-FFF2-40B4-BE49-F238E27FC236}">
                  <a16:creationId xmlns:a16="http://schemas.microsoft.com/office/drawing/2014/main" id="{9101670E-AA3C-76C2-BF97-F31DDFAEAB7C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TextBox 10">
              <a:extLst>
                <a:ext uri="{FF2B5EF4-FFF2-40B4-BE49-F238E27FC236}">
                  <a16:creationId xmlns:a16="http://schemas.microsoft.com/office/drawing/2014/main" id="{A723E3FB-42DE-33FB-76CC-445C89847D34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WHY THIS STILL FEELS LIKE BEREAL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Additive, not addictive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487981"/>
            <a:ext cx="7530433" cy="1191119"/>
            <a:chOff x="0" y="0"/>
            <a:chExt cx="10040578" cy="158815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17757" y="6680"/>
              <a:ext cx="2909843" cy="43105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Same real photo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filters, no retakes, no new content requirement , and tagging is a layer on top.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7003200"/>
            <a:ext cx="7530434" cy="1191119"/>
            <a:chOff x="0" y="0"/>
            <a:chExt cx="10040579" cy="1588159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19" name="Freeform 19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17758" y="6680"/>
              <a:ext cx="2493764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Time-boxed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Boards close at month end and become a keepsake, not an infinite treadmill.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307688" y="3487981"/>
            <a:ext cx="7530434" cy="1191119"/>
            <a:chOff x="0" y="0"/>
            <a:chExt cx="10040579" cy="1588159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6" name="Freeform 26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17758" y="6680"/>
              <a:ext cx="3443506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Opt-in by default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Random, untagged posting stays fully supported for anyone who ignores boards.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307688" y="7003200"/>
            <a:ext cx="7530434" cy="1191119"/>
            <a:chOff x="0" y="0"/>
            <a:chExt cx="10040579" cy="1588159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17758" y="6680"/>
              <a:ext cx="4011410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 shame mechanics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Stamps and the leaderboard reward participation, no streak-loss messaging.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RECOMMENDATIONS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staged rollout, starting small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769346"/>
            <a:ext cx="3751716" cy="4179994"/>
            <a:chOff x="0" y="0"/>
            <a:chExt cx="5767779" cy="6426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FFDE5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848" y="4090435"/>
            <a:ext cx="1017163" cy="466402"/>
            <a:chOff x="0" y="0"/>
            <a:chExt cx="1595349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261094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0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25848" y="5740386"/>
            <a:ext cx="3019841" cy="1070607"/>
            <a:chOff x="0" y="0"/>
            <a:chExt cx="4642615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642615" cy="1645920"/>
            </a:xfrm>
            <a:custGeom>
              <a:avLst/>
              <a:gdLst/>
              <a:ahLst/>
              <a:cxnLst/>
              <a:rect l="l" t="t" r="r" b="b"/>
              <a:pathLst>
                <a:path w="4642615" h="1645920">
                  <a:moveTo>
                    <a:pt x="0" y="0"/>
                  </a:moveTo>
                  <a:lnTo>
                    <a:pt x="4642615" y="0"/>
                  </a:lnTo>
                  <a:lnTo>
                    <a:pt x="464261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8197" r="-2408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4642615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Clickable prototype complete and ready for review today.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25848" y="4903841"/>
            <a:ext cx="1354571" cy="466402"/>
            <a:chOff x="0" y="0"/>
            <a:chExt cx="2124551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171150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36749" y="3769346"/>
            <a:ext cx="3751716" cy="4179994"/>
            <a:chOff x="0" y="0"/>
            <a:chExt cx="5767779" cy="6426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3897" y="4090435"/>
            <a:ext cx="1017163" cy="466402"/>
            <a:chOff x="0" y="0"/>
            <a:chExt cx="1595349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1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3897" y="5740386"/>
            <a:ext cx="3019841" cy="1186169"/>
            <a:chOff x="0" y="0"/>
            <a:chExt cx="4642615" cy="182358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642615" cy="1823582"/>
            </a:xfrm>
            <a:custGeom>
              <a:avLst/>
              <a:gdLst/>
              <a:ahLst/>
              <a:cxnLst/>
              <a:rect l="l" t="t" r="r" b="b"/>
              <a:pathLst>
                <a:path w="4642615" h="1823582">
                  <a:moveTo>
                    <a:pt x="0" y="0"/>
                  </a:moveTo>
                  <a:lnTo>
                    <a:pt x="4642615" y="0"/>
                  </a:lnTo>
                  <a:lnTo>
                    <a:pt x="4642615" y="1823582"/>
                  </a:lnTo>
                  <a:lnTo>
                    <a:pt x="0" y="182358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4642615" cy="1880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9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1-2 boards, one test cohort.</a:t>
              </a:r>
            </a:p>
            <a:p>
              <a:pPr algn="l">
                <a:lnSpc>
                  <a:spcPts val="2249"/>
                </a:lnSpc>
              </a:pPr>
              <a:endParaRPr lang="en-US" sz="1725">
                <a:solidFill>
                  <a:srgbClr val="5B5B5B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Measure adoption and DAU/MAU lift.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333897" y="4903841"/>
            <a:ext cx="1354571" cy="466402"/>
            <a:chOff x="0" y="0"/>
            <a:chExt cx="2124551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MVP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045640" y="3769346"/>
            <a:ext cx="3751716" cy="4179994"/>
            <a:chOff x="0" y="0"/>
            <a:chExt cx="5767779" cy="6426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342788" y="4090435"/>
            <a:ext cx="1017163" cy="466402"/>
            <a:chOff x="0" y="0"/>
            <a:chExt cx="1595349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342788" y="5740386"/>
            <a:ext cx="3019841" cy="1186169"/>
            <a:chOff x="0" y="0"/>
            <a:chExt cx="4642615" cy="182358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642615" cy="1823582"/>
            </a:xfrm>
            <a:custGeom>
              <a:avLst/>
              <a:gdLst/>
              <a:ahLst/>
              <a:cxnLst/>
              <a:rect l="l" t="t" r="r" b="b"/>
              <a:pathLst>
                <a:path w="4642615" h="1823582">
                  <a:moveTo>
                    <a:pt x="0" y="0"/>
                  </a:moveTo>
                  <a:lnTo>
                    <a:pt x="4642615" y="0"/>
                  </a:lnTo>
                  <a:lnTo>
                    <a:pt x="4642615" y="1823582"/>
                  </a:lnTo>
                  <a:lnTo>
                    <a:pt x="0" y="182358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4642615" cy="1880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9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4-5 concurrent monthly boards.</a:t>
              </a:r>
            </a:p>
            <a:p>
              <a:pPr algn="l">
                <a:lnSpc>
                  <a:spcPts val="2249"/>
                </a:lnSpc>
              </a:pPr>
              <a:endParaRPr lang="en-US" sz="1725">
                <a:solidFill>
                  <a:srgbClr val="5B5B5B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and Leaderboard shipped in full.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342788" y="4903841"/>
            <a:ext cx="1354571" cy="466402"/>
            <a:chOff x="0" y="0"/>
            <a:chExt cx="2124551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Full Rollout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054531" y="3769346"/>
            <a:ext cx="3751716" cy="4179994"/>
            <a:chOff x="0" y="0"/>
            <a:chExt cx="5767779" cy="6426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351680" y="4090435"/>
            <a:ext cx="1017163" cy="466402"/>
            <a:chOff x="0" y="0"/>
            <a:chExt cx="1595349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3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351680" y="5740386"/>
            <a:ext cx="3019841" cy="1070607"/>
            <a:chOff x="0" y="0"/>
            <a:chExt cx="4642615" cy="164592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642615" cy="1645920"/>
            </a:xfrm>
            <a:custGeom>
              <a:avLst/>
              <a:gdLst/>
              <a:ahLst/>
              <a:cxnLst/>
              <a:rect l="l" t="t" r="r" b="b"/>
              <a:pathLst>
                <a:path w="4642615" h="1645920">
                  <a:moveTo>
                    <a:pt x="0" y="0"/>
                  </a:moveTo>
                  <a:lnTo>
                    <a:pt x="4642615" y="0"/>
                  </a:lnTo>
                  <a:lnTo>
                    <a:pt x="4642615" y="1645920"/>
                  </a:lnTo>
                  <a:lnTo>
                    <a:pt x="0" y="16459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57150"/>
              <a:ext cx="4642615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Explore sponsor-branded boards, subject to brand-safety review.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3351680" y="4903841"/>
            <a:ext cx="2629225" cy="466402"/>
            <a:chOff x="0" y="0"/>
            <a:chExt cx="4123757" cy="73152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123757" cy="731520"/>
            </a:xfrm>
            <a:custGeom>
              <a:avLst/>
              <a:gdLst/>
              <a:ahLst/>
              <a:cxnLst/>
              <a:rect l="l" t="t" r="r" b="b"/>
              <a:pathLst>
                <a:path w="4123757" h="731520">
                  <a:moveTo>
                    <a:pt x="0" y="0"/>
                  </a:moveTo>
                  <a:lnTo>
                    <a:pt x="4123757" y="0"/>
                  </a:lnTo>
                  <a:lnTo>
                    <a:pt x="4123757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57150"/>
              <a:ext cx="4123757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Monetization (Pilot)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028700" y="8292239"/>
            <a:ext cx="15777548" cy="1089879"/>
            <a:chOff x="0" y="0"/>
            <a:chExt cx="4155404" cy="287046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155403" cy="287046"/>
            </a:xfrm>
            <a:custGeom>
              <a:avLst/>
              <a:gdLst/>
              <a:ahLst/>
              <a:cxnLst/>
              <a:rect l="l" t="t" r="r" b="b"/>
              <a:pathLst>
                <a:path w="4155403" h="287046">
                  <a:moveTo>
                    <a:pt x="5888" y="0"/>
                  </a:moveTo>
                  <a:lnTo>
                    <a:pt x="4149515" y="0"/>
                  </a:lnTo>
                  <a:cubicBezTo>
                    <a:pt x="4151077" y="0"/>
                    <a:pt x="4152574" y="620"/>
                    <a:pt x="4153679" y="1725"/>
                  </a:cubicBezTo>
                  <a:cubicBezTo>
                    <a:pt x="4154783" y="2829"/>
                    <a:pt x="4155403" y="4327"/>
                    <a:pt x="4155403" y="5888"/>
                  </a:cubicBezTo>
                  <a:lnTo>
                    <a:pt x="4155403" y="281158"/>
                  </a:lnTo>
                  <a:cubicBezTo>
                    <a:pt x="4155403" y="284410"/>
                    <a:pt x="4152767" y="287046"/>
                    <a:pt x="4149515" y="287046"/>
                  </a:cubicBezTo>
                  <a:lnTo>
                    <a:pt x="5888" y="287046"/>
                  </a:lnTo>
                  <a:cubicBezTo>
                    <a:pt x="2636" y="287046"/>
                    <a:pt x="0" y="284410"/>
                    <a:pt x="0" y="281158"/>
                  </a:cubicBezTo>
                  <a:lnTo>
                    <a:pt x="0" y="5888"/>
                  </a:lnTo>
                  <a:cubicBezTo>
                    <a:pt x="0" y="2636"/>
                    <a:pt x="2636" y="0"/>
                    <a:pt x="5888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4155404" cy="3251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5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25848" y="8370776"/>
            <a:ext cx="1354571" cy="466402"/>
            <a:chOff x="0" y="0"/>
            <a:chExt cx="2124551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171150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28575"/>
              <a:ext cx="2124551" cy="7600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</a:t>
              </a: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325848" y="8886818"/>
            <a:ext cx="12995234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15"/>
              </a:lnSpc>
              <a:spcBef>
                <a:spcPct val="0"/>
              </a:spcBef>
            </a:pPr>
            <a:r>
              <a:rPr lang="en-US" sz="1763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Approve a limited Phase 1 test - one friend-group cohort, one board to validate the MAU hypothesis before further engineering investment.</a:t>
            </a:r>
          </a:p>
          <a:p>
            <a:pPr algn="l">
              <a:lnSpc>
                <a:spcPts val="1515"/>
              </a:lnSpc>
              <a:spcBef>
                <a:spcPct val="0"/>
              </a:spcBef>
            </a:pPr>
            <a:endParaRPr lang="en-US" sz="1763">
              <a:solidFill>
                <a:srgbClr val="FFFFFF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 METRICS &amp; PRIORITIZATION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27906" y="1527583"/>
            <a:ext cx="11904974" cy="1642646"/>
            <a:chOff x="0" y="0"/>
            <a:chExt cx="15873298" cy="219019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2190194"/>
            </a:xfrm>
            <a:custGeom>
              <a:avLst/>
              <a:gdLst/>
              <a:ahLst/>
              <a:cxnLst/>
              <a:rect l="l" t="t" r="r" b="b"/>
              <a:pathLst>
                <a:path w="15873298" h="2190194">
                  <a:moveTo>
                    <a:pt x="0" y="0"/>
                  </a:moveTo>
                  <a:lnTo>
                    <a:pt x="15873298" y="0"/>
                  </a:lnTo>
                  <a:lnTo>
                    <a:pt x="15873298" y="2190194"/>
                  </a:lnTo>
                  <a:lnTo>
                    <a:pt x="0" y="219019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0496" r="7830" b="-6982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0607040" cy="21520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we’ll watch, </a:t>
              </a:r>
            </a:p>
            <a:p>
              <a:pPr algn="l">
                <a:lnSpc>
                  <a:spcPts val="5100"/>
                </a:lnSpc>
              </a:pPr>
              <a:r>
                <a:rPr lang="en-US" sz="4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and why this ranks high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879471" y="3987878"/>
            <a:ext cx="8158906" cy="572768"/>
            <a:chOff x="0" y="0"/>
            <a:chExt cx="12796679" cy="8983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796679" cy="898347"/>
            </a:xfrm>
            <a:custGeom>
              <a:avLst/>
              <a:gdLst/>
              <a:ahLst/>
              <a:cxnLst/>
              <a:rect l="l" t="t" r="r" b="b"/>
              <a:pathLst>
                <a:path w="12796679" h="898347">
                  <a:moveTo>
                    <a:pt x="0" y="0"/>
                  </a:moveTo>
                  <a:lnTo>
                    <a:pt x="12796679" y="0"/>
                  </a:lnTo>
                  <a:lnTo>
                    <a:pt x="12796679" y="898347"/>
                  </a:lnTo>
                  <a:lnTo>
                    <a:pt x="0" y="89834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4234" r="54982" b="-6566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2796679" cy="917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60"/>
                </a:lnSpc>
              </a:pPr>
              <a:r>
                <a:rPr lang="en-US" sz="28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RICE snapshot (indicative)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3948507"/>
            <a:ext cx="6296816" cy="651510"/>
            <a:chOff x="0" y="0"/>
            <a:chExt cx="8395755" cy="8686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868680"/>
            </a:xfrm>
            <a:custGeom>
              <a:avLst/>
              <a:gdLst/>
              <a:ahLst/>
              <a:cxnLst/>
              <a:rect l="l" t="t" r="r" b="b"/>
              <a:pathLst>
                <a:path w="8395755" h="868680">
                  <a:moveTo>
                    <a:pt x="0" y="0"/>
                  </a:moveTo>
                  <a:lnTo>
                    <a:pt x="8395755" y="0"/>
                  </a:lnTo>
                  <a:lnTo>
                    <a:pt x="8395755" y="868680"/>
                  </a:lnTo>
                  <a:lnTo>
                    <a:pt x="0" y="868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0721" r="-128715" b="-43072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9050"/>
              <a:ext cx="8395755" cy="8496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86"/>
                </a:lnSpc>
              </a:pPr>
              <a:r>
                <a:rPr lang="en-US" sz="28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 Metrics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761271"/>
            <a:ext cx="4023360" cy="1542254"/>
            <a:chOff x="0" y="0"/>
            <a:chExt cx="5364480" cy="20563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056338"/>
            </a:xfrm>
            <a:custGeom>
              <a:avLst/>
              <a:gdLst/>
              <a:ahLst/>
              <a:cxnLst/>
              <a:rect l="l" t="t" r="r" b="b"/>
              <a:pathLst>
                <a:path w="5364480" h="2056338">
                  <a:moveTo>
                    <a:pt x="0" y="0"/>
                  </a:moveTo>
                  <a:lnTo>
                    <a:pt x="5364480" y="0"/>
                  </a:lnTo>
                  <a:lnTo>
                    <a:pt x="5364480" y="2056338"/>
                  </a:lnTo>
                  <a:lnTo>
                    <a:pt x="0" y="20563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3068" r="-172727" b="-5419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1134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DAU / MAU ratio (stickiness)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open rate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D7 &amp; D30 retention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% of posts tagged to a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/ Leaderboard visits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879471" y="4761271"/>
            <a:ext cx="7379829" cy="778141"/>
            <a:chOff x="0" y="0"/>
            <a:chExt cx="9839772" cy="1037521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Reach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879471" y="5672762"/>
            <a:ext cx="7379829" cy="778141"/>
            <a:chOff x="0" y="0"/>
            <a:chExt cx="9839772" cy="1037521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Impact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Medium-High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9471" y="6584253"/>
            <a:ext cx="7379829" cy="778141"/>
            <a:chOff x="0" y="0"/>
            <a:chExt cx="9839772" cy="1037521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Confidence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879471" y="7495743"/>
            <a:ext cx="7379829" cy="778141"/>
            <a:chOff x="0" y="0"/>
            <a:chExt cx="9839772" cy="1037521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Effort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0007181" y="8762145"/>
            <a:ext cx="6528241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15"/>
              </a:lnSpc>
              <a:spcBef>
                <a:spcPct val="0"/>
              </a:spcBef>
            </a:pPr>
            <a:r>
              <a:rPr lang="en-US" sz="1763" i="1">
                <a:solidFill>
                  <a:srgbClr val="FFFFFF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Directional scoring to be refined with real data after the Phase 1 test.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88829" y="1830229"/>
            <a:ext cx="3128962" cy="4116514"/>
            <a:chOff x="0" y="0"/>
            <a:chExt cx="4171950" cy="54886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71950" cy="5488686"/>
            </a:xfrm>
            <a:custGeom>
              <a:avLst/>
              <a:gdLst/>
              <a:ahLst/>
              <a:cxnLst/>
              <a:rect l="l" t="t" r="r" b="b"/>
              <a:pathLst>
                <a:path w="4171950" h="5488686">
                  <a:moveTo>
                    <a:pt x="0" y="259588"/>
                  </a:moveTo>
                  <a:cubicBezTo>
                    <a:pt x="0" y="116205"/>
                    <a:pt x="116205" y="0"/>
                    <a:pt x="259588" y="0"/>
                  </a:cubicBezTo>
                  <a:lnTo>
                    <a:pt x="3912362" y="0"/>
                  </a:lnTo>
                  <a:cubicBezTo>
                    <a:pt x="4055745" y="0"/>
                    <a:pt x="4171950" y="116205"/>
                    <a:pt x="4171950" y="259588"/>
                  </a:cubicBezTo>
                  <a:lnTo>
                    <a:pt x="4171950" y="5229098"/>
                  </a:lnTo>
                  <a:cubicBezTo>
                    <a:pt x="4171950" y="5372481"/>
                    <a:pt x="4055745" y="5488686"/>
                    <a:pt x="3912362" y="5488686"/>
                  </a:cubicBezTo>
                  <a:lnTo>
                    <a:pt x="259588" y="5488686"/>
                  </a:lnTo>
                  <a:cubicBezTo>
                    <a:pt x="116205" y="5488686"/>
                    <a:pt x="0" y="5372481"/>
                    <a:pt x="0" y="5229098"/>
                  </a:cubicBezTo>
                  <a:close/>
                </a:path>
              </a:pathLst>
            </a:custGeom>
            <a:solidFill>
              <a:srgbClr val="141414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911900" y="2032645"/>
            <a:ext cx="1153858" cy="1464935"/>
            <a:chOff x="0" y="0"/>
            <a:chExt cx="1538478" cy="1953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38605" cy="1953260"/>
            </a:xfrm>
            <a:custGeom>
              <a:avLst/>
              <a:gdLst/>
              <a:ahLst/>
              <a:cxnLst/>
              <a:rect l="l" t="t" r="r" b="b"/>
              <a:pathLst>
                <a:path w="1538605" h="1953260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1348613" y="0"/>
                  </a:lnTo>
                  <a:cubicBezTo>
                    <a:pt x="1453515" y="0"/>
                    <a:pt x="1538605" y="85090"/>
                    <a:pt x="1538605" y="189992"/>
                  </a:cubicBezTo>
                  <a:lnTo>
                    <a:pt x="1538605" y="1763268"/>
                  </a:lnTo>
                  <a:cubicBezTo>
                    <a:pt x="1538605" y="1868170"/>
                    <a:pt x="1453515" y="1953260"/>
                    <a:pt x="1348613" y="1953260"/>
                  </a:cubicBezTo>
                  <a:lnTo>
                    <a:pt x="189992" y="1953260"/>
                  </a:lnTo>
                  <a:cubicBezTo>
                    <a:pt x="85090" y="1953260"/>
                    <a:pt x="0" y="1868170"/>
                    <a:pt x="0" y="1763268"/>
                  </a:cubicBezTo>
                  <a:close/>
                </a:path>
              </a:pathLst>
            </a:custGeom>
            <a:solidFill>
              <a:srgbClr val="93A9CF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3497580"/>
            <a:ext cx="10972800" cy="548640"/>
            <a:chOff x="0" y="0"/>
            <a:chExt cx="14630400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THANK YOU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0120" y="4046220"/>
            <a:ext cx="11658600" cy="2743200"/>
            <a:chOff x="0" y="0"/>
            <a:chExt cx="15544800" cy="365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5544800" cy="3657600"/>
            </a:xfrm>
            <a:custGeom>
              <a:avLst/>
              <a:gdLst/>
              <a:ahLst/>
              <a:cxnLst/>
              <a:rect l="l" t="t" r="r" b="b"/>
              <a:pathLst>
                <a:path w="15544800" h="3657600">
                  <a:moveTo>
                    <a:pt x="0" y="0"/>
                  </a:moveTo>
                  <a:lnTo>
                    <a:pt x="15544800" y="0"/>
                  </a:lnTo>
                  <a:lnTo>
                    <a:pt x="15544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811" b="-328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15544800" cy="37242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 real.</a:t>
              </a:r>
            </a:p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 polished.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rot="35460">
            <a:off x="1014336" y="6985635"/>
            <a:ext cx="2771918" cy="0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960120" y="7328664"/>
            <a:ext cx="9601200" cy="1432285"/>
            <a:chOff x="0" y="0"/>
            <a:chExt cx="12801600" cy="190971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01600" cy="1909713"/>
            </a:xfrm>
            <a:custGeom>
              <a:avLst/>
              <a:gdLst/>
              <a:ahLst/>
              <a:cxnLst/>
              <a:rect l="l" t="t" r="r" b="b"/>
              <a:pathLst>
                <a:path w="12801600" h="1909713">
                  <a:moveTo>
                    <a:pt x="0" y="0"/>
                  </a:moveTo>
                  <a:lnTo>
                    <a:pt x="12801600" y="0"/>
                  </a:lnTo>
                  <a:lnTo>
                    <a:pt x="12801600" y="1909713"/>
                  </a:lnTo>
                  <a:lnTo>
                    <a:pt x="0" y="19097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857" b="-4737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12801600" cy="19287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Prototype —  Be</a:t>
              </a:r>
              <a:r>
                <a:rPr lang="en-US" sz="1800" i="1">
                  <a:solidFill>
                    <a:srgbClr val="FFFFF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Real Passport And Community Boards</a:t>
              </a:r>
            </a:p>
            <a:p>
              <a:pPr algn="l">
                <a:lnSpc>
                  <a:spcPts val="2160"/>
                </a:lnSpc>
              </a:pPr>
              <a:endParaRPr lang="en-US" sz="18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Prepared 2026</a:t>
              </a:r>
            </a:p>
            <a:p>
              <a:pPr algn="l">
                <a:lnSpc>
                  <a:spcPts val="2160"/>
                </a:lnSpc>
              </a:pPr>
              <a:endPara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2538</Words>
  <Application>Microsoft Macintosh PowerPoint</Application>
  <PresentationFormat>Custom</PresentationFormat>
  <Paragraphs>785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Arial Italics</vt:lpstr>
      <vt:lpstr>Arial Bold Italics</vt:lpstr>
      <vt:lpstr>Calibri (MS) Bold Italics</vt:lpstr>
      <vt:lpstr>Calibri (MS)</vt:lpstr>
      <vt:lpstr>Calibri (MS) Italics</vt:lpstr>
      <vt:lpstr>Calibri</vt:lpstr>
      <vt:lpstr>Arial</vt:lpstr>
      <vt:lpstr>Calibri (MS) Bold</vt:lpstr>
      <vt:lpstr>Cambria Bold Italics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BeReal Prototype - Real Passport And Community Boards.pptx</dc:title>
  <cp:lastModifiedBy>Lashawn Fofung</cp:lastModifiedBy>
  <cp:revision>21</cp:revision>
  <dcterms:created xsi:type="dcterms:W3CDTF">2006-08-16T00:00:00Z</dcterms:created>
  <dcterms:modified xsi:type="dcterms:W3CDTF">2026-10-23T02:02:34Z</dcterms:modified>
  <dc:identifier>DAHYal7pApo</dc:identifier>
</cp:coreProperties>
</file>